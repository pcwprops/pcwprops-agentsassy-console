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9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y="5143500" cx="9144000"/>
  <p:notesSz cx="6858000" cy="9144000"/>
  <p:embeddedFontLst>
    <p:embeddedFont>
      <p:font typeface="Inter SemiBold"/>
      <p:regular r:id="rId51"/>
      <p:bold r:id="rId52"/>
      <p:italic r:id="rId53"/>
      <p:boldItalic r:id="rId54"/>
    </p:embeddedFont>
    <p:embeddedFont>
      <p:font typeface="Inter"/>
      <p:regular r:id="rId55"/>
      <p:bold r:id="rId56"/>
      <p:italic r:id="rId57"/>
      <p:boldItalic r:id="rId58"/>
    </p:embeddedFont>
    <p:embeddedFont>
      <p:font typeface="IBM Plex Mono"/>
      <p:regular r:id="rId59"/>
      <p:bold r:id="rId60"/>
      <p:italic r:id="rId61"/>
      <p:boldItalic r:id="rId62"/>
    </p:embeddedFont>
    <p:embeddedFont>
      <p:font typeface="Inter Black"/>
      <p:bold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5" roundtripDataSignature="AMtx7mgM3wHcmUtlbOSJ3Lxk/t0OXDTE1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IBMPlexMono-boldItalic.fntdata"/><Relationship Id="rId61" Type="http://schemas.openxmlformats.org/officeDocument/2006/relationships/font" Target="fonts/IBMPlexMono-italic.fntdata"/><Relationship Id="rId20" Type="http://schemas.openxmlformats.org/officeDocument/2006/relationships/slide" Target="slides/slide15.xml"/><Relationship Id="rId64" Type="http://schemas.openxmlformats.org/officeDocument/2006/relationships/font" Target="fonts/InterBlack-boldItalic.fntdata"/><Relationship Id="rId63" Type="http://schemas.openxmlformats.org/officeDocument/2006/relationships/font" Target="fonts/InterBlack-bold.fntdata"/><Relationship Id="rId22" Type="http://schemas.openxmlformats.org/officeDocument/2006/relationships/slide" Target="slides/slide17.xml"/><Relationship Id="rId21" Type="http://schemas.openxmlformats.org/officeDocument/2006/relationships/slide" Target="slides/slide16.xml"/><Relationship Id="rId65" Type="http://customschemas.google.com/relationships/presentationmetadata" Target="metadata"/><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IBMPlexMono-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InterSemiBold-regular.fntdata"/><Relationship Id="rId50" Type="http://schemas.openxmlformats.org/officeDocument/2006/relationships/slide" Target="slides/slide45.xml"/><Relationship Id="rId53" Type="http://schemas.openxmlformats.org/officeDocument/2006/relationships/font" Target="fonts/InterSemiBold-italic.fntdata"/><Relationship Id="rId52" Type="http://schemas.openxmlformats.org/officeDocument/2006/relationships/font" Target="fonts/InterSemiBold-bold.fntdata"/><Relationship Id="rId11" Type="http://schemas.openxmlformats.org/officeDocument/2006/relationships/slide" Target="slides/slide6.xml"/><Relationship Id="rId55" Type="http://schemas.openxmlformats.org/officeDocument/2006/relationships/font" Target="fonts/Inter-regular.fntdata"/><Relationship Id="rId10" Type="http://schemas.openxmlformats.org/officeDocument/2006/relationships/slide" Target="slides/slide5.xml"/><Relationship Id="rId54" Type="http://schemas.openxmlformats.org/officeDocument/2006/relationships/font" Target="fonts/InterSemiBold-boldItalic.fntdata"/><Relationship Id="rId13" Type="http://schemas.openxmlformats.org/officeDocument/2006/relationships/slide" Target="slides/slide8.xml"/><Relationship Id="rId57" Type="http://schemas.openxmlformats.org/officeDocument/2006/relationships/font" Target="fonts/Inter-italic.fntdata"/><Relationship Id="rId12" Type="http://schemas.openxmlformats.org/officeDocument/2006/relationships/slide" Target="slides/slide7.xml"/><Relationship Id="rId56" Type="http://schemas.openxmlformats.org/officeDocument/2006/relationships/font" Target="fonts/Inter-bold.fntdata"/><Relationship Id="rId15" Type="http://schemas.openxmlformats.org/officeDocument/2006/relationships/slide" Target="slides/slide10.xml"/><Relationship Id="rId59" Type="http://schemas.openxmlformats.org/officeDocument/2006/relationships/font" Target="fonts/IBMPlexMono-regular.fntdata"/><Relationship Id="rId14" Type="http://schemas.openxmlformats.org/officeDocument/2006/relationships/slide" Target="slides/slide9.xml"/><Relationship Id="rId58" Type="http://schemas.openxmlformats.org/officeDocument/2006/relationships/font" Target="fonts/Inter-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zapier.com/customer-stories/calendly" TargetMode="External"/><Relationship Id="rId3" Type="http://schemas.openxmlformats.org/officeDocument/2006/relationships/hyperlink" Target="https://zapier.com/blog/how-asana-uses-zapier/" TargetMode="External"/><Relationship Id="rId4" Type="http://schemas.openxmlformats.org/officeDocument/2006/relationships/hyperlink" Target="https://zapier.com/blog/automation-to-support-lead-management-veo/"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2e129e1ccc7_0_1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8" name="Google Shape;668;g2e129e1ccc7_0_14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Zapier a crucial part of tech stacks at organizations large and small.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lang="en"/>
              <a:t>View our customer stories:</a:t>
            </a:r>
            <a:endParaRPr b="1"/>
          </a:p>
          <a:p>
            <a:pPr indent="-298450" lvl="0" marL="457200" rtl="0" algn="l">
              <a:lnSpc>
                <a:spcPct val="100000"/>
              </a:lnSpc>
              <a:spcBef>
                <a:spcPts val="0"/>
              </a:spcBef>
              <a:spcAft>
                <a:spcPts val="0"/>
              </a:spcAft>
              <a:buSzPts val="1100"/>
              <a:buChar char="●"/>
            </a:pPr>
            <a:r>
              <a:rPr lang="en"/>
              <a:t>[Calendly]</a:t>
            </a:r>
            <a:r>
              <a:rPr b="1" lang="en"/>
              <a:t> </a:t>
            </a:r>
            <a:r>
              <a:rPr lang="en" u="sng">
                <a:solidFill>
                  <a:schemeClr val="hlink"/>
                </a:solidFill>
                <a:hlinkClick r:id="rId2"/>
              </a:rPr>
              <a:t>How automation makes it easy for Calendly to save time while still providing a top-notch customer experience</a:t>
            </a:r>
            <a:endParaRPr/>
          </a:p>
          <a:p>
            <a:pPr indent="-298450" lvl="0" marL="457200" rtl="0" algn="l">
              <a:lnSpc>
                <a:spcPct val="100000"/>
              </a:lnSpc>
              <a:spcBef>
                <a:spcPts val="0"/>
              </a:spcBef>
              <a:spcAft>
                <a:spcPts val="0"/>
              </a:spcAft>
              <a:buSzPts val="1100"/>
              <a:buChar char="●"/>
            </a:pPr>
            <a:r>
              <a:rPr lang="en"/>
              <a:t>[Asana] </a:t>
            </a:r>
            <a:r>
              <a:rPr lang="en" u="sng">
                <a:solidFill>
                  <a:schemeClr val="hlink"/>
                </a:solidFill>
                <a:hlinkClick r:id="rId3"/>
              </a:rPr>
              <a:t>The art of getting stuff done: How Asana powers its Ambassador program with Zapier</a:t>
            </a:r>
            <a:endParaRPr/>
          </a:p>
          <a:p>
            <a:pPr indent="-298450" lvl="0" marL="457200" rtl="0" algn="l">
              <a:lnSpc>
                <a:spcPct val="100000"/>
              </a:lnSpc>
              <a:spcBef>
                <a:spcPts val="0"/>
              </a:spcBef>
              <a:spcAft>
                <a:spcPts val="0"/>
              </a:spcAft>
              <a:buSzPts val="1100"/>
              <a:buChar char="●"/>
            </a:pPr>
            <a:r>
              <a:rPr lang="en"/>
              <a:t>[Veo] </a:t>
            </a:r>
            <a:r>
              <a:rPr lang="en" u="sng">
                <a:solidFill>
                  <a:schemeClr val="hlink"/>
                </a:solidFill>
                <a:hlinkClick r:id="rId4"/>
              </a:rPr>
              <a:t>How Veo increases sales and lowers lead costs with automation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17829dcb1a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4" name="Google Shape;674;g17829dcb1a3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600"/>
              </a:spcAft>
              <a:buClr>
                <a:schemeClr val="dk1"/>
              </a:buClr>
              <a:buSzPts val="1100"/>
              <a:buFont typeface="Arial"/>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2d3c64ac7e6_8_2:notes"/>
          <p:cNvSpPr/>
          <p:nvPr>
            <p:ph idx="2" type="sldImg"/>
          </p:nvPr>
        </p:nvSpPr>
        <p:spPr>
          <a:xfrm>
            <a:off x="343070" y="428572"/>
            <a:ext cx="2742860" cy="1157144"/>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0" name="Google Shape;680;g2d3c64ac7e6_8_2:notes"/>
          <p:cNvSpPr txBox="1"/>
          <p:nvPr>
            <p:ph idx="1" type="body"/>
          </p:nvPr>
        </p:nvSpPr>
        <p:spPr>
          <a:xfrm>
            <a:off x="342900" y="1650002"/>
            <a:ext cx="2743200" cy="1350001"/>
          </a:xfrm>
          <a:prstGeom prst="rect">
            <a:avLst/>
          </a:prstGeom>
          <a:noFill/>
          <a:ln>
            <a:noFill/>
          </a:ln>
        </p:spPr>
        <p:txBody>
          <a:bodyPr anchorCtr="0" anchor="t" bIns="20950" lIns="41900" spcFirstLastPara="1" rIns="41900" wrap="square" tIns="20950">
            <a:noAutofit/>
          </a:bodyPr>
          <a:lstStyle/>
          <a:p>
            <a:pPr indent="0" lvl="0" marL="0" rtl="0" algn="l">
              <a:lnSpc>
                <a:spcPct val="100000"/>
              </a:lnSpc>
              <a:spcBef>
                <a:spcPts val="0"/>
              </a:spcBef>
              <a:spcAft>
                <a:spcPts val="0"/>
              </a:spcAft>
              <a:buSzPts val="1100"/>
              <a:buNone/>
            </a:pPr>
            <a:r>
              <a:t/>
            </a:r>
            <a:endParaRPr sz="600"/>
          </a:p>
        </p:txBody>
      </p:sp>
      <p:sp>
        <p:nvSpPr>
          <p:cNvPr id="681" name="Google Shape;681;g2d3c64ac7e6_8_2:notes"/>
          <p:cNvSpPr txBox="1"/>
          <p:nvPr>
            <p:ph idx="12" type="sldNum"/>
          </p:nvPr>
        </p:nvSpPr>
        <p:spPr>
          <a:xfrm>
            <a:off x="1942306" y="3256551"/>
            <a:ext cx="1485900" cy="172024"/>
          </a:xfrm>
          <a:prstGeom prst="rect">
            <a:avLst/>
          </a:prstGeom>
          <a:noFill/>
          <a:ln>
            <a:noFill/>
          </a:ln>
        </p:spPr>
        <p:txBody>
          <a:bodyPr anchorCtr="0" anchor="b" bIns="20950" lIns="41900" spcFirstLastPara="1" rIns="41900" wrap="square" tIns="2095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000000"/>
                </a:solidFill>
                <a:latin typeface="Arial"/>
                <a:ea typeface="Arial"/>
                <a:cs typeface="Arial"/>
                <a:sym typeface="Arial"/>
              </a:rPr>
              <a:t>‹#›</a:t>
            </a:fld>
            <a:endParaRPr b="0" i="0" sz="6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2d3c64ac7e6_8_70:notes"/>
          <p:cNvSpPr/>
          <p:nvPr>
            <p:ph idx="2" type="sldImg"/>
          </p:nvPr>
        </p:nvSpPr>
        <p:spPr>
          <a:xfrm>
            <a:off x="343070" y="428572"/>
            <a:ext cx="2742860" cy="1157144"/>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7" name="Google Shape;747;g2d3c64ac7e6_8_70:notes"/>
          <p:cNvSpPr txBox="1"/>
          <p:nvPr>
            <p:ph idx="1" type="body"/>
          </p:nvPr>
        </p:nvSpPr>
        <p:spPr>
          <a:xfrm>
            <a:off x="342900" y="1650002"/>
            <a:ext cx="2743200" cy="1350001"/>
          </a:xfrm>
          <a:prstGeom prst="rect">
            <a:avLst/>
          </a:prstGeom>
          <a:noFill/>
          <a:ln>
            <a:noFill/>
          </a:ln>
        </p:spPr>
        <p:txBody>
          <a:bodyPr anchorCtr="0" anchor="t" bIns="20950" lIns="41900" spcFirstLastPara="1" rIns="41900" wrap="square" tIns="20950">
            <a:noAutofit/>
          </a:bodyPr>
          <a:lstStyle/>
          <a:p>
            <a:pPr indent="0" lvl="0" marL="0" rtl="0" algn="l">
              <a:lnSpc>
                <a:spcPct val="100000"/>
              </a:lnSpc>
              <a:spcBef>
                <a:spcPts val="0"/>
              </a:spcBef>
              <a:spcAft>
                <a:spcPts val="0"/>
              </a:spcAft>
              <a:buSzPts val="1100"/>
              <a:buNone/>
            </a:pPr>
            <a:r>
              <a:t/>
            </a:r>
            <a:endParaRPr sz="600"/>
          </a:p>
        </p:txBody>
      </p:sp>
      <p:sp>
        <p:nvSpPr>
          <p:cNvPr id="748" name="Google Shape;748;g2d3c64ac7e6_8_70:notes"/>
          <p:cNvSpPr txBox="1"/>
          <p:nvPr>
            <p:ph idx="12" type="sldNum"/>
          </p:nvPr>
        </p:nvSpPr>
        <p:spPr>
          <a:xfrm>
            <a:off x="1942306" y="3256551"/>
            <a:ext cx="1485900" cy="172024"/>
          </a:xfrm>
          <a:prstGeom prst="rect">
            <a:avLst/>
          </a:prstGeom>
          <a:noFill/>
          <a:ln>
            <a:noFill/>
          </a:ln>
        </p:spPr>
        <p:txBody>
          <a:bodyPr anchorCtr="0" anchor="b" bIns="20950" lIns="41900" spcFirstLastPara="1" rIns="41900" wrap="square" tIns="2095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000000"/>
                </a:solidFill>
                <a:latin typeface="Arial"/>
                <a:ea typeface="Arial"/>
                <a:cs typeface="Arial"/>
                <a:sym typeface="Arial"/>
              </a:rPr>
              <a:t>‹#›</a:t>
            </a:fld>
            <a:endParaRPr b="0" i="0" sz="6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2d3c64ac7e6_8_131:notes"/>
          <p:cNvSpPr/>
          <p:nvPr>
            <p:ph idx="2" type="sldImg"/>
          </p:nvPr>
        </p:nvSpPr>
        <p:spPr>
          <a:xfrm>
            <a:off x="343070" y="428572"/>
            <a:ext cx="2742860" cy="1157144"/>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3" name="Google Shape;803;g2d3c64ac7e6_8_131:notes"/>
          <p:cNvSpPr txBox="1"/>
          <p:nvPr>
            <p:ph idx="1" type="body"/>
          </p:nvPr>
        </p:nvSpPr>
        <p:spPr>
          <a:xfrm>
            <a:off x="342900" y="1650002"/>
            <a:ext cx="2743200" cy="1350001"/>
          </a:xfrm>
          <a:prstGeom prst="rect">
            <a:avLst/>
          </a:prstGeom>
          <a:noFill/>
          <a:ln>
            <a:noFill/>
          </a:ln>
        </p:spPr>
        <p:txBody>
          <a:bodyPr anchorCtr="0" anchor="t" bIns="20950" lIns="41900" spcFirstLastPara="1" rIns="41900" wrap="square" tIns="20950">
            <a:noAutofit/>
          </a:bodyPr>
          <a:lstStyle/>
          <a:p>
            <a:pPr indent="0" lvl="0" marL="0" rtl="0" algn="l">
              <a:lnSpc>
                <a:spcPct val="100000"/>
              </a:lnSpc>
              <a:spcBef>
                <a:spcPts val="0"/>
              </a:spcBef>
              <a:spcAft>
                <a:spcPts val="0"/>
              </a:spcAft>
              <a:buSzPts val="1100"/>
              <a:buNone/>
            </a:pPr>
            <a:r>
              <a:t/>
            </a:r>
            <a:endParaRPr sz="600"/>
          </a:p>
        </p:txBody>
      </p:sp>
      <p:sp>
        <p:nvSpPr>
          <p:cNvPr id="804" name="Google Shape;804;g2d3c64ac7e6_8_131:notes"/>
          <p:cNvSpPr txBox="1"/>
          <p:nvPr>
            <p:ph idx="12" type="sldNum"/>
          </p:nvPr>
        </p:nvSpPr>
        <p:spPr>
          <a:xfrm>
            <a:off x="1942306" y="3256551"/>
            <a:ext cx="1485900" cy="172024"/>
          </a:xfrm>
          <a:prstGeom prst="rect">
            <a:avLst/>
          </a:prstGeom>
          <a:noFill/>
          <a:ln>
            <a:noFill/>
          </a:ln>
        </p:spPr>
        <p:txBody>
          <a:bodyPr anchorCtr="0" anchor="b" bIns="20950" lIns="41900" spcFirstLastPara="1" rIns="41900" wrap="square" tIns="2095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000000"/>
                </a:solidFill>
                <a:latin typeface="Arial"/>
                <a:ea typeface="Arial"/>
                <a:cs typeface="Arial"/>
                <a:sym typeface="Arial"/>
              </a:rPr>
              <a:t>‹#›</a:t>
            </a:fld>
            <a:endParaRPr b="0" i="0" sz="6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g2d3c64ac7e6_8_195:notes"/>
          <p:cNvSpPr/>
          <p:nvPr>
            <p:ph idx="2" type="sldImg"/>
          </p:nvPr>
        </p:nvSpPr>
        <p:spPr>
          <a:xfrm>
            <a:off x="343070" y="428572"/>
            <a:ext cx="2742860" cy="1157144"/>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7" name="Google Shape;867;g2d3c64ac7e6_8_195:notes"/>
          <p:cNvSpPr txBox="1"/>
          <p:nvPr>
            <p:ph idx="1" type="body"/>
          </p:nvPr>
        </p:nvSpPr>
        <p:spPr>
          <a:xfrm>
            <a:off x="342900" y="1650002"/>
            <a:ext cx="2743200" cy="1350001"/>
          </a:xfrm>
          <a:prstGeom prst="rect">
            <a:avLst/>
          </a:prstGeom>
          <a:noFill/>
          <a:ln>
            <a:noFill/>
          </a:ln>
        </p:spPr>
        <p:txBody>
          <a:bodyPr anchorCtr="0" anchor="t" bIns="20950" lIns="41900" spcFirstLastPara="1" rIns="41900" wrap="square" tIns="20950">
            <a:noAutofit/>
          </a:bodyPr>
          <a:lstStyle/>
          <a:p>
            <a:pPr indent="0" lvl="0" marL="0" rtl="0" algn="l">
              <a:lnSpc>
                <a:spcPct val="100000"/>
              </a:lnSpc>
              <a:spcBef>
                <a:spcPts val="0"/>
              </a:spcBef>
              <a:spcAft>
                <a:spcPts val="0"/>
              </a:spcAft>
              <a:buSzPts val="1100"/>
              <a:buNone/>
            </a:pPr>
            <a:r>
              <a:t/>
            </a:r>
            <a:endParaRPr sz="600"/>
          </a:p>
        </p:txBody>
      </p:sp>
      <p:sp>
        <p:nvSpPr>
          <p:cNvPr id="868" name="Google Shape;868;g2d3c64ac7e6_8_195:notes"/>
          <p:cNvSpPr txBox="1"/>
          <p:nvPr>
            <p:ph idx="12" type="sldNum"/>
          </p:nvPr>
        </p:nvSpPr>
        <p:spPr>
          <a:xfrm>
            <a:off x="1942306" y="3256551"/>
            <a:ext cx="1485900" cy="172024"/>
          </a:xfrm>
          <a:prstGeom prst="rect">
            <a:avLst/>
          </a:prstGeom>
          <a:noFill/>
          <a:ln>
            <a:noFill/>
          </a:ln>
        </p:spPr>
        <p:txBody>
          <a:bodyPr anchorCtr="0" anchor="b" bIns="20950" lIns="41900" spcFirstLastPara="1" rIns="41900" wrap="square" tIns="2095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000000"/>
                </a:solidFill>
                <a:latin typeface="Arial"/>
                <a:ea typeface="Arial"/>
                <a:cs typeface="Arial"/>
                <a:sym typeface="Arial"/>
              </a:rPr>
              <a:t>‹#›</a:t>
            </a:fld>
            <a:endParaRPr b="0" i="0" sz="6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g2d3c64ac7e6_8_270:notes"/>
          <p:cNvSpPr/>
          <p:nvPr>
            <p:ph idx="2" type="sldImg"/>
          </p:nvPr>
        </p:nvSpPr>
        <p:spPr>
          <a:xfrm>
            <a:off x="343070" y="428572"/>
            <a:ext cx="2742860" cy="1157144"/>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9" name="Google Shape;939;g2d3c64ac7e6_8_270:notes"/>
          <p:cNvSpPr txBox="1"/>
          <p:nvPr>
            <p:ph idx="1" type="body"/>
          </p:nvPr>
        </p:nvSpPr>
        <p:spPr>
          <a:xfrm>
            <a:off x="342900" y="1650002"/>
            <a:ext cx="2743200" cy="1350001"/>
          </a:xfrm>
          <a:prstGeom prst="rect">
            <a:avLst/>
          </a:prstGeom>
          <a:noFill/>
          <a:ln>
            <a:noFill/>
          </a:ln>
        </p:spPr>
        <p:txBody>
          <a:bodyPr anchorCtr="0" anchor="t" bIns="20950" lIns="41900" spcFirstLastPara="1" rIns="41900" wrap="square" tIns="20950">
            <a:noAutofit/>
          </a:bodyPr>
          <a:lstStyle/>
          <a:p>
            <a:pPr indent="0" lvl="0" marL="0" rtl="0" algn="l">
              <a:lnSpc>
                <a:spcPct val="100000"/>
              </a:lnSpc>
              <a:spcBef>
                <a:spcPts val="0"/>
              </a:spcBef>
              <a:spcAft>
                <a:spcPts val="0"/>
              </a:spcAft>
              <a:buSzPts val="1100"/>
              <a:buNone/>
            </a:pPr>
            <a:r>
              <a:t/>
            </a:r>
            <a:endParaRPr sz="600"/>
          </a:p>
        </p:txBody>
      </p:sp>
      <p:sp>
        <p:nvSpPr>
          <p:cNvPr id="940" name="Google Shape;940;g2d3c64ac7e6_8_270:notes"/>
          <p:cNvSpPr txBox="1"/>
          <p:nvPr>
            <p:ph idx="12" type="sldNum"/>
          </p:nvPr>
        </p:nvSpPr>
        <p:spPr>
          <a:xfrm>
            <a:off x="1942306" y="3256551"/>
            <a:ext cx="1485900" cy="172024"/>
          </a:xfrm>
          <a:prstGeom prst="rect">
            <a:avLst/>
          </a:prstGeom>
          <a:noFill/>
          <a:ln>
            <a:noFill/>
          </a:ln>
        </p:spPr>
        <p:txBody>
          <a:bodyPr anchorCtr="0" anchor="b" bIns="20950" lIns="41900" spcFirstLastPara="1" rIns="41900" wrap="square" tIns="2095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000000"/>
                </a:solidFill>
                <a:latin typeface="Arial"/>
                <a:ea typeface="Arial"/>
                <a:cs typeface="Arial"/>
                <a:sym typeface="Arial"/>
              </a:rPr>
              <a:t>‹#›</a:t>
            </a:fld>
            <a:endParaRPr b="0" i="0" sz="6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g2d3c64ac7e6_8_326:notes"/>
          <p:cNvSpPr/>
          <p:nvPr>
            <p:ph idx="2" type="sldImg"/>
          </p:nvPr>
        </p:nvSpPr>
        <p:spPr>
          <a:xfrm>
            <a:off x="343070" y="428572"/>
            <a:ext cx="2742860" cy="1157144"/>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1" name="Google Shape;991;g2d3c64ac7e6_8_326:notes"/>
          <p:cNvSpPr txBox="1"/>
          <p:nvPr>
            <p:ph idx="1" type="body"/>
          </p:nvPr>
        </p:nvSpPr>
        <p:spPr>
          <a:xfrm>
            <a:off x="342900" y="1650002"/>
            <a:ext cx="2743200" cy="1350001"/>
          </a:xfrm>
          <a:prstGeom prst="rect">
            <a:avLst/>
          </a:prstGeom>
          <a:noFill/>
          <a:ln>
            <a:noFill/>
          </a:ln>
        </p:spPr>
        <p:txBody>
          <a:bodyPr anchorCtr="0" anchor="t" bIns="20950" lIns="41900" spcFirstLastPara="1" rIns="41900" wrap="square" tIns="20950">
            <a:noAutofit/>
          </a:bodyPr>
          <a:lstStyle/>
          <a:p>
            <a:pPr indent="0" lvl="0" marL="0" rtl="0" algn="l">
              <a:lnSpc>
                <a:spcPct val="100000"/>
              </a:lnSpc>
              <a:spcBef>
                <a:spcPts val="0"/>
              </a:spcBef>
              <a:spcAft>
                <a:spcPts val="0"/>
              </a:spcAft>
              <a:buSzPts val="1100"/>
              <a:buNone/>
            </a:pPr>
            <a:r>
              <a:t/>
            </a:r>
            <a:endParaRPr sz="600"/>
          </a:p>
        </p:txBody>
      </p:sp>
      <p:sp>
        <p:nvSpPr>
          <p:cNvPr id="992" name="Google Shape;992;g2d3c64ac7e6_8_326:notes"/>
          <p:cNvSpPr txBox="1"/>
          <p:nvPr>
            <p:ph idx="12" type="sldNum"/>
          </p:nvPr>
        </p:nvSpPr>
        <p:spPr>
          <a:xfrm>
            <a:off x="1942306" y="3256551"/>
            <a:ext cx="1485900" cy="172024"/>
          </a:xfrm>
          <a:prstGeom prst="rect">
            <a:avLst/>
          </a:prstGeom>
          <a:noFill/>
          <a:ln>
            <a:noFill/>
          </a:ln>
        </p:spPr>
        <p:txBody>
          <a:bodyPr anchorCtr="0" anchor="b" bIns="20950" lIns="41900" spcFirstLastPara="1" rIns="41900" wrap="square" tIns="2095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000000"/>
                </a:solidFill>
                <a:latin typeface="Arial"/>
                <a:ea typeface="Arial"/>
                <a:cs typeface="Arial"/>
                <a:sym typeface="Arial"/>
              </a:rPr>
              <a:t>‹#›</a:t>
            </a:fld>
            <a:endParaRPr b="0" i="0" sz="6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g2d3c64ac7e6_8_398:notes"/>
          <p:cNvSpPr/>
          <p:nvPr>
            <p:ph idx="2" type="sldImg"/>
          </p:nvPr>
        </p:nvSpPr>
        <p:spPr>
          <a:xfrm>
            <a:off x="343070" y="428572"/>
            <a:ext cx="2742860" cy="1157144"/>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2" name="Google Shape;1062;g2d3c64ac7e6_8_398:notes"/>
          <p:cNvSpPr txBox="1"/>
          <p:nvPr>
            <p:ph idx="1" type="body"/>
          </p:nvPr>
        </p:nvSpPr>
        <p:spPr>
          <a:xfrm>
            <a:off x="342900" y="1650002"/>
            <a:ext cx="2743200" cy="1350001"/>
          </a:xfrm>
          <a:prstGeom prst="rect">
            <a:avLst/>
          </a:prstGeom>
          <a:noFill/>
          <a:ln>
            <a:noFill/>
          </a:ln>
        </p:spPr>
        <p:txBody>
          <a:bodyPr anchorCtr="0" anchor="t" bIns="20950" lIns="41900" spcFirstLastPara="1" rIns="41900" wrap="square" tIns="20950">
            <a:noAutofit/>
          </a:bodyPr>
          <a:lstStyle/>
          <a:p>
            <a:pPr indent="0" lvl="0" marL="0" rtl="0" algn="l">
              <a:lnSpc>
                <a:spcPct val="100000"/>
              </a:lnSpc>
              <a:spcBef>
                <a:spcPts val="0"/>
              </a:spcBef>
              <a:spcAft>
                <a:spcPts val="0"/>
              </a:spcAft>
              <a:buSzPts val="1100"/>
              <a:buNone/>
            </a:pPr>
            <a:r>
              <a:t/>
            </a:r>
            <a:endParaRPr sz="600"/>
          </a:p>
        </p:txBody>
      </p:sp>
      <p:sp>
        <p:nvSpPr>
          <p:cNvPr id="1063" name="Google Shape;1063;g2d3c64ac7e6_8_398:notes"/>
          <p:cNvSpPr txBox="1"/>
          <p:nvPr>
            <p:ph idx="12" type="sldNum"/>
          </p:nvPr>
        </p:nvSpPr>
        <p:spPr>
          <a:xfrm>
            <a:off x="1942306" y="3256551"/>
            <a:ext cx="1485900" cy="172024"/>
          </a:xfrm>
          <a:prstGeom prst="rect">
            <a:avLst/>
          </a:prstGeom>
          <a:noFill/>
          <a:ln>
            <a:noFill/>
          </a:ln>
        </p:spPr>
        <p:txBody>
          <a:bodyPr anchorCtr="0" anchor="b" bIns="20950" lIns="41900" spcFirstLastPara="1" rIns="41900" wrap="square" tIns="2095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000000"/>
                </a:solidFill>
                <a:latin typeface="Arial"/>
                <a:ea typeface="Arial"/>
                <a:cs typeface="Arial"/>
                <a:sym typeface="Arial"/>
              </a:rPr>
              <a:t>‹#›</a:t>
            </a:fld>
            <a:endParaRPr b="0" i="0" sz="6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g2d3c64ac7e6_8_459:notes"/>
          <p:cNvSpPr/>
          <p:nvPr>
            <p:ph idx="2" type="sldImg"/>
          </p:nvPr>
        </p:nvSpPr>
        <p:spPr>
          <a:xfrm>
            <a:off x="343070" y="428572"/>
            <a:ext cx="2742860" cy="1157144"/>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3" name="Google Shape;1123;g2d3c64ac7e6_8_459:notes"/>
          <p:cNvSpPr txBox="1"/>
          <p:nvPr>
            <p:ph idx="1" type="body"/>
          </p:nvPr>
        </p:nvSpPr>
        <p:spPr>
          <a:xfrm>
            <a:off x="342900" y="1650002"/>
            <a:ext cx="2743200" cy="1350001"/>
          </a:xfrm>
          <a:prstGeom prst="rect">
            <a:avLst/>
          </a:prstGeom>
          <a:noFill/>
          <a:ln>
            <a:noFill/>
          </a:ln>
        </p:spPr>
        <p:txBody>
          <a:bodyPr anchorCtr="0" anchor="t" bIns="20950" lIns="41900" spcFirstLastPara="1" rIns="41900" wrap="square" tIns="20950">
            <a:noAutofit/>
          </a:bodyPr>
          <a:lstStyle/>
          <a:p>
            <a:pPr indent="0" lvl="0" marL="0" rtl="0" algn="l">
              <a:lnSpc>
                <a:spcPct val="100000"/>
              </a:lnSpc>
              <a:spcBef>
                <a:spcPts val="0"/>
              </a:spcBef>
              <a:spcAft>
                <a:spcPts val="0"/>
              </a:spcAft>
              <a:buSzPts val="1100"/>
              <a:buNone/>
            </a:pPr>
            <a:r>
              <a:t/>
            </a:r>
            <a:endParaRPr sz="600"/>
          </a:p>
        </p:txBody>
      </p:sp>
      <p:sp>
        <p:nvSpPr>
          <p:cNvPr id="1124" name="Google Shape;1124;g2d3c64ac7e6_8_459:notes"/>
          <p:cNvSpPr txBox="1"/>
          <p:nvPr>
            <p:ph idx="12" type="sldNum"/>
          </p:nvPr>
        </p:nvSpPr>
        <p:spPr>
          <a:xfrm>
            <a:off x="1942306" y="3256551"/>
            <a:ext cx="1485900" cy="172024"/>
          </a:xfrm>
          <a:prstGeom prst="rect">
            <a:avLst/>
          </a:prstGeom>
          <a:noFill/>
          <a:ln>
            <a:noFill/>
          </a:ln>
        </p:spPr>
        <p:txBody>
          <a:bodyPr anchorCtr="0" anchor="b" bIns="20950" lIns="41900" spcFirstLastPara="1" rIns="41900" wrap="square" tIns="2095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000000"/>
                </a:solidFill>
                <a:latin typeface="Arial"/>
                <a:ea typeface="Arial"/>
                <a:cs typeface="Arial"/>
                <a:sym typeface="Arial"/>
              </a:rPr>
              <a:t>‹#›</a:t>
            </a:fld>
            <a:endParaRPr b="0" i="0" sz="6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g2d3c64ac7e6_8_529:notes"/>
          <p:cNvSpPr/>
          <p:nvPr>
            <p:ph idx="2" type="sldImg"/>
          </p:nvPr>
        </p:nvSpPr>
        <p:spPr>
          <a:xfrm>
            <a:off x="343070" y="428572"/>
            <a:ext cx="2742860" cy="1157144"/>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4" name="Google Shape;1194;g2d3c64ac7e6_8_529:notes"/>
          <p:cNvSpPr txBox="1"/>
          <p:nvPr>
            <p:ph idx="1" type="body"/>
          </p:nvPr>
        </p:nvSpPr>
        <p:spPr>
          <a:xfrm>
            <a:off x="342900" y="1650002"/>
            <a:ext cx="2743200" cy="1350001"/>
          </a:xfrm>
          <a:prstGeom prst="rect">
            <a:avLst/>
          </a:prstGeom>
          <a:noFill/>
          <a:ln>
            <a:noFill/>
          </a:ln>
        </p:spPr>
        <p:txBody>
          <a:bodyPr anchorCtr="0" anchor="t" bIns="20950" lIns="41900" spcFirstLastPara="1" rIns="41900" wrap="square" tIns="20950">
            <a:noAutofit/>
          </a:bodyPr>
          <a:lstStyle/>
          <a:p>
            <a:pPr indent="0" lvl="0" marL="0" rtl="0" algn="l">
              <a:lnSpc>
                <a:spcPct val="100000"/>
              </a:lnSpc>
              <a:spcBef>
                <a:spcPts val="0"/>
              </a:spcBef>
              <a:spcAft>
                <a:spcPts val="0"/>
              </a:spcAft>
              <a:buSzPts val="1100"/>
              <a:buNone/>
            </a:pPr>
            <a:r>
              <a:t/>
            </a:r>
            <a:endParaRPr sz="600"/>
          </a:p>
        </p:txBody>
      </p:sp>
      <p:sp>
        <p:nvSpPr>
          <p:cNvPr id="1195" name="Google Shape;1195;g2d3c64ac7e6_8_529:notes"/>
          <p:cNvSpPr txBox="1"/>
          <p:nvPr>
            <p:ph idx="12" type="sldNum"/>
          </p:nvPr>
        </p:nvSpPr>
        <p:spPr>
          <a:xfrm>
            <a:off x="1942306" y="3256551"/>
            <a:ext cx="1485900" cy="172024"/>
          </a:xfrm>
          <a:prstGeom prst="rect">
            <a:avLst/>
          </a:prstGeom>
          <a:noFill/>
          <a:ln>
            <a:noFill/>
          </a:ln>
        </p:spPr>
        <p:txBody>
          <a:bodyPr anchorCtr="0" anchor="b" bIns="20950" lIns="41900" spcFirstLastPara="1" rIns="41900" wrap="square" tIns="2095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000000"/>
                </a:solidFill>
                <a:latin typeface="Arial"/>
                <a:ea typeface="Arial"/>
                <a:cs typeface="Arial"/>
                <a:sym typeface="Arial"/>
              </a:rPr>
              <a:t>‹#›</a:t>
            </a:fld>
            <a:endParaRPr b="0" i="0" sz="6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g2d3c64ac7e6_8_594:notes"/>
          <p:cNvSpPr/>
          <p:nvPr>
            <p:ph idx="2" type="sldImg"/>
          </p:nvPr>
        </p:nvSpPr>
        <p:spPr>
          <a:xfrm>
            <a:off x="343070" y="428572"/>
            <a:ext cx="2742860" cy="1157144"/>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6" name="Google Shape;1256;g2d3c64ac7e6_8_594:notes"/>
          <p:cNvSpPr txBox="1"/>
          <p:nvPr>
            <p:ph idx="1" type="body"/>
          </p:nvPr>
        </p:nvSpPr>
        <p:spPr>
          <a:xfrm>
            <a:off x="342900" y="1650002"/>
            <a:ext cx="2743200" cy="1350001"/>
          </a:xfrm>
          <a:prstGeom prst="rect">
            <a:avLst/>
          </a:prstGeom>
          <a:noFill/>
          <a:ln>
            <a:noFill/>
          </a:ln>
        </p:spPr>
        <p:txBody>
          <a:bodyPr anchorCtr="0" anchor="t" bIns="20950" lIns="41900" spcFirstLastPara="1" rIns="41900" wrap="square" tIns="20950">
            <a:noAutofit/>
          </a:bodyPr>
          <a:lstStyle/>
          <a:p>
            <a:pPr indent="0" lvl="0" marL="0" rtl="0" algn="l">
              <a:lnSpc>
                <a:spcPct val="100000"/>
              </a:lnSpc>
              <a:spcBef>
                <a:spcPts val="0"/>
              </a:spcBef>
              <a:spcAft>
                <a:spcPts val="0"/>
              </a:spcAft>
              <a:buSzPts val="1100"/>
              <a:buNone/>
            </a:pPr>
            <a:r>
              <a:t/>
            </a:r>
            <a:endParaRPr sz="600"/>
          </a:p>
        </p:txBody>
      </p:sp>
      <p:sp>
        <p:nvSpPr>
          <p:cNvPr id="1257" name="Google Shape;1257;g2d3c64ac7e6_8_594:notes"/>
          <p:cNvSpPr txBox="1"/>
          <p:nvPr>
            <p:ph idx="12" type="sldNum"/>
          </p:nvPr>
        </p:nvSpPr>
        <p:spPr>
          <a:xfrm>
            <a:off x="1942306" y="3256551"/>
            <a:ext cx="1485900" cy="172024"/>
          </a:xfrm>
          <a:prstGeom prst="rect">
            <a:avLst/>
          </a:prstGeom>
          <a:noFill/>
          <a:ln>
            <a:noFill/>
          </a:ln>
        </p:spPr>
        <p:txBody>
          <a:bodyPr anchorCtr="0" anchor="b" bIns="20950" lIns="41900" spcFirstLastPara="1" rIns="41900" wrap="square" tIns="2095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000000"/>
                </a:solidFill>
                <a:latin typeface="Arial"/>
                <a:ea typeface="Arial"/>
                <a:cs typeface="Arial"/>
                <a:sym typeface="Arial"/>
              </a:rPr>
              <a:t>‹#›</a:t>
            </a:fld>
            <a:endParaRPr b="0" i="0" sz="6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3" name="Shape 1303"/>
        <p:cNvGrpSpPr/>
        <p:nvPr/>
      </p:nvGrpSpPr>
      <p:grpSpPr>
        <a:xfrm>
          <a:off x="0" y="0"/>
          <a:ext cx="0" cy="0"/>
          <a:chOff x="0" y="0"/>
          <a:chExt cx="0" cy="0"/>
        </a:xfrm>
      </p:grpSpPr>
      <p:sp>
        <p:nvSpPr>
          <p:cNvPr id="1304" name="Google Shape;1304;g2d3c64ac7e6_8_649:notes"/>
          <p:cNvSpPr/>
          <p:nvPr>
            <p:ph idx="2" type="sldImg"/>
          </p:nvPr>
        </p:nvSpPr>
        <p:spPr>
          <a:xfrm>
            <a:off x="343070" y="428572"/>
            <a:ext cx="2742860" cy="1157144"/>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5" name="Google Shape;1305;g2d3c64ac7e6_8_649:notes"/>
          <p:cNvSpPr txBox="1"/>
          <p:nvPr>
            <p:ph idx="1" type="body"/>
          </p:nvPr>
        </p:nvSpPr>
        <p:spPr>
          <a:xfrm>
            <a:off x="342900" y="1650002"/>
            <a:ext cx="2743200" cy="1350001"/>
          </a:xfrm>
          <a:prstGeom prst="rect">
            <a:avLst/>
          </a:prstGeom>
          <a:noFill/>
          <a:ln>
            <a:noFill/>
          </a:ln>
        </p:spPr>
        <p:txBody>
          <a:bodyPr anchorCtr="0" anchor="t" bIns="20950" lIns="41900" spcFirstLastPara="1" rIns="41900" wrap="square" tIns="20950">
            <a:noAutofit/>
          </a:bodyPr>
          <a:lstStyle/>
          <a:p>
            <a:pPr indent="0" lvl="0" marL="0" rtl="0" algn="l">
              <a:lnSpc>
                <a:spcPct val="100000"/>
              </a:lnSpc>
              <a:spcBef>
                <a:spcPts val="0"/>
              </a:spcBef>
              <a:spcAft>
                <a:spcPts val="0"/>
              </a:spcAft>
              <a:buSzPts val="1100"/>
              <a:buNone/>
            </a:pPr>
            <a:r>
              <a:t/>
            </a:r>
            <a:endParaRPr sz="600"/>
          </a:p>
        </p:txBody>
      </p:sp>
      <p:sp>
        <p:nvSpPr>
          <p:cNvPr id="1306" name="Google Shape;1306;g2d3c64ac7e6_8_649:notes"/>
          <p:cNvSpPr txBox="1"/>
          <p:nvPr>
            <p:ph idx="12" type="sldNum"/>
          </p:nvPr>
        </p:nvSpPr>
        <p:spPr>
          <a:xfrm>
            <a:off x="1942306" y="3256551"/>
            <a:ext cx="1485900" cy="172024"/>
          </a:xfrm>
          <a:prstGeom prst="rect">
            <a:avLst/>
          </a:prstGeom>
          <a:noFill/>
          <a:ln>
            <a:noFill/>
          </a:ln>
        </p:spPr>
        <p:txBody>
          <a:bodyPr anchorCtr="0" anchor="b" bIns="20950" lIns="41900" spcFirstLastPara="1" rIns="41900" wrap="square" tIns="2095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000000"/>
                </a:solidFill>
                <a:latin typeface="Arial"/>
                <a:ea typeface="Arial"/>
                <a:cs typeface="Arial"/>
                <a:sym typeface="Arial"/>
              </a:rPr>
              <a:t>‹#›</a:t>
            </a:fld>
            <a:endParaRPr b="0" i="0" sz="6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0" name="Shape 1360"/>
        <p:cNvGrpSpPr/>
        <p:nvPr/>
      </p:nvGrpSpPr>
      <p:grpSpPr>
        <a:xfrm>
          <a:off x="0" y="0"/>
          <a:ext cx="0" cy="0"/>
          <a:chOff x="0" y="0"/>
          <a:chExt cx="0" cy="0"/>
        </a:xfrm>
      </p:grpSpPr>
      <p:sp>
        <p:nvSpPr>
          <p:cNvPr id="1361" name="Google Shape;1361;g32a379cc0af_0_57:notes"/>
          <p:cNvSpPr/>
          <p:nvPr>
            <p:ph idx="2" type="sldImg"/>
          </p:nvPr>
        </p:nvSpPr>
        <p:spPr>
          <a:xfrm>
            <a:off x="343070" y="428572"/>
            <a:ext cx="2742900" cy="115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2" name="Google Shape;1362;g32a379cc0af_0_57:notes"/>
          <p:cNvSpPr txBox="1"/>
          <p:nvPr>
            <p:ph idx="1" type="body"/>
          </p:nvPr>
        </p:nvSpPr>
        <p:spPr>
          <a:xfrm>
            <a:off x="342900" y="1650002"/>
            <a:ext cx="2743200" cy="1350000"/>
          </a:xfrm>
          <a:prstGeom prst="rect">
            <a:avLst/>
          </a:prstGeom>
          <a:noFill/>
          <a:ln>
            <a:noFill/>
          </a:ln>
        </p:spPr>
        <p:txBody>
          <a:bodyPr anchorCtr="0" anchor="t" bIns="20950" lIns="41900" spcFirstLastPara="1" rIns="41900" wrap="square" tIns="20950">
            <a:noAutofit/>
          </a:bodyPr>
          <a:lstStyle/>
          <a:p>
            <a:pPr indent="0" lvl="0" marL="0" rtl="0" algn="l">
              <a:lnSpc>
                <a:spcPct val="100000"/>
              </a:lnSpc>
              <a:spcBef>
                <a:spcPts val="0"/>
              </a:spcBef>
              <a:spcAft>
                <a:spcPts val="0"/>
              </a:spcAft>
              <a:buSzPts val="1100"/>
              <a:buNone/>
            </a:pPr>
            <a:r>
              <a:t/>
            </a:r>
            <a:endParaRPr sz="600"/>
          </a:p>
        </p:txBody>
      </p:sp>
      <p:sp>
        <p:nvSpPr>
          <p:cNvPr id="1363" name="Google Shape;1363;g32a379cc0af_0_57:notes"/>
          <p:cNvSpPr txBox="1"/>
          <p:nvPr>
            <p:ph idx="12" type="sldNum"/>
          </p:nvPr>
        </p:nvSpPr>
        <p:spPr>
          <a:xfrm>
            <a:off x="1942306" y="3256551"/>
            <a:ext cx="1485900" cy="171900"/>
          </a:xfrm>
          <a:prstGeom prst="rect">
            <a:avLst/>
          </a:prstGeom>
          <a:noFill/>
          <a:ln>
            <a:noFill/>
          </a:ln>
        </p:spPr>
        <p:txBody>
          <a:bodyPr anchorCtr="0" anchor="b" bIns="20950" lIns="41900" spcFirstLastPara="1" rIns="41900" wrap="square" tIns="2095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000000"/>
                </a:solidFill>
                <a:latin typeface="Arial"/>
                <a:ea typeface="Arial"/>
                <a:cs typeface="Arial"/>
                <a:sym typeface="Arial"/>
              </a:rPr>
              <a:t>‹#›</a:t>
            </a:fld>
            <a:endParaRPr b="0" i="0" sz="6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1" name="Shape 1411"/>
        <p:cNvGrpSpPr/>
        <p:nvPr/>
      </p:nvGrpSpPr>
      <p:grpSpPr>
        <a:xfrm>
          <a:off x="0" y="0"/>
          <a:ext cx="0" cy="0"/>
          <a:chOff x="0" y="0"/>
          <a:chExt cx="0" cy="0"/>
        </a:xfrm>
      </p:grpSpPr>
      <p:sp>
        <p:nvSpPr>
          <p:cNvPr id="1412" name="Google Shape;1412;g32a379cc0af_0_127:notes"/>
          <p:cNvSpPr/>
          <p:nvPr>
            <p:ph idx="2" type="sldImg"/>
          </p:nvPr>
        </p:nvSpPr>
        <p:spPr>
          <a:xfrm>
            <a:off x="343070" y="428572"/>
            <a:ext cx="2742900" cy="115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3" name="Google Shape;1413;g32a379cc0af_0_127:notes"/>
          <p:cNvSpPr txBox="1"/>
          <p:nvPr>
            <p:ph idx="1" type="body"/>
          </p:nvPr>
        </p:nvSpPr>
        <p:spPr>
          <a:xfrm>
            <a:off x="342900" y="1650002"/>
            <a:ext cx="2743200" cy="1350000"/>
          </a:xfrm>
          <a:prstGeom prst="rect">
            <a:avLst/>
          </a:prstGeom>
          <a:noFill/>
          <a:ln>
            <a:noFill/>
          </a:ln>
        </p:spPr>
        <p:txBody>
          <a:bodyPr anchorCtr="0" anchor="t" bIns="20950" lIns="41900" spcFirstLastPara="1" rIns="41900" wrap="square" tIns="20950">
            <a:noAutofit/>
          </a:bodyPr>
          <a:lstStyle/>
          <a:p>
            <a:pPr indent="0" lvl="0" marL="0" rtl="0" algn="l">
              <a:lnSpc>
                <a:spcPct val="100000"/>
              </a:lnSpc>
              <a:spcBef>
                <a:spcPts val="0"/>
              </a:spcBef>
              <a:spcAft>
                <a:spcPts val="0"/>
              </a:spcAft>
              <a:buSzPts val="1100"/>
              <a:buNone/>
            </a:pPr>
            <a:r>
              <a:t/>
            </a:r>
            <a:endParaRPr sz="600"/>
          </a:p>
        </p:txBody>
      </p:sp>
      <p:sp>
        <p:nvSpPr>
          <p:cNvPr id="1414" name="Google Shape;1414;g32a379cc0af_0_127:notes"/>
          <p:cNvSpPr txBox="1"/>
          <p:nvPr>
            <p:ph idx="12" type="sldNum"/>
          </p:nvPr>
        </p:nvSpPr>
        <p:spPr>
          <a:xfrm>
            <a:off x="1942306" y="3256551"/>
            <a:ext cx="1485900" cy="171900"/>
          </a:xfrm>
          <a:prstGeom prst="rect">
            <a:avLst/>
          </a:prstGeom>
          <a:noFill/>
          <a:ln>
            <a:noFill/>
          </a:ln>
        </p:spPr>
        <p:txBody>
          <a:bodyPr anchorCtr="0" anchor="b" bIns="20950" lIns="41900" spcFirstLastPara="1" rIns="41900" wrap="square" tIns="2095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000000"/>
                </a:solidFill>
                <a:latin typeface="Arial"/>
                <a:ea typeface="Arial"/>
                <a:cs typeface="Arial"/>
                <a:sym typeface="Arial"/>
              </a:rPr>
              <a:t>‹#›</a:t>
            </a:fld>
            <a:endParaRPr b="0" i="0" sz="6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7" name="Shape 1467"/>
        <p:cNvGrpSpPr/>
        <p:nvPr/>
      </p:nvGrpSpPr>
      <p:grpSpPr>
        <a:xfrm>
          <a:off x="0" y="0"/>
          <a:ext cx="0" cy="0"/>
          <a:chOff x="0" y="0"/>
          <a:chExt cx="0" cy="0"/>
        </a:xfrm>
      </p:grpSpPr>
      <p:sp>
        <p:nvSpPr>
          <p:cNvPr id="1468" name="Google Shape;1468;g33ab1c29d37_0_0:notes"/>
          <p:cNvSpPr/>
          <p:nvPr>
            <p:ph idx="2" type="sldImg"/>
          </p:nvPr>
        </p:nvSpPr>
        <p:spPr>
          <a:xfrm>
            <a:off x="343070" y="428572"/>
            <a:ext cx="2742900" cy="115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9" name="Google Shape;1469;g33ab1c29d37_0_0:notes"/>
          <p:cNvSpPr txBox="1"/>
          <p:nvPr>
            <p:ph idx="1" type="body"/>
          </p:nvPr>
        </p:nvSpPr>
        <p:spPr>
          <a:xfrm>
            <a:off x="342900" y="1650002"/>
            <a:ext cx="2743200" cy="1350000"/>
          </a:xfrm>
          <a:prstGeom prst="rect">
            <a:avLst/>
          </a:prstGeom>
          <a:noFill/>
          <a:ln>
            <a:noFill/>
          </a:ln>
        </p:spPr>
        <p:txBody>
          <a:bodyPr anchorCtr="0" anchor="t" bIns="20950" lIns="41900" spcFirstLastPara="1" rIns="41900" wrap="square" tIns="20950">
            <a:noAutofit/>
          </a:bodyPr>
          <a:lstStyle/>
          <a:p>
            <a:pPr indent="0" lvl="0" marL="0" rtl="0" algn="l">
              <a:lnSpc>
                <a:spcPct val="100000"/>
              </a:lnSpc>
              <a:spcBef>
                <a:spcPts val="0"/>
              </a:spcBef>
              <a:spcAft>
                <a:spcPts val="0"/>
              </a:spcAft>
              <a:buSzPts val="1100"/>
              <a:buNone/>
            </a:pPr>
            <a:r>
              <a:rPr lang="en" sz="600"/>
              <a:t>Focused on the IT Helpdesk</a:t>
            </a:r>
            <a:endParaRPr sz="600"/>
          </a:p>
        </p:txBody>
      </p:sp>
      <p:sp>
        <p:nvSpPr>
          <p:cNvPr id="1470" name="Google Shape;1470;g33ab1c29d37_0_0:notes"/>
          <p:cNvSpPr txBox="1"/>
          <p:nvPr>
            <p:ph idx="12" type="sldNum"/>
          </p:nvPr>
        </p:nvSpPr>
        <p:spPr>
          <a:xfrm>
            <a:off x="1942306" y="3256551"/>
            <a:ext cx="1485900" cy="171900"/>
          </a:xfrm>
          <a:prstGeom prst="rect">
            <a:avLst/>
          </a:prstGeom>
          <a:noFill/>
          <a:ln>
            <a:noFill/>
          </a:ln>
        </p:spPr>
        <p:txBody>
          <a:bodyPr anchorCtr="0" anchor="b" bIns="20950" lIns="41900" spcFirstLastPara="1" rIns="41900" wrap="square" tIns="2095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000000"/>
                </a:solidFill>
                <a:latin typeface="Arial"/>
                <a:ea typeface="Arial"/>
                <a:cs typeface="Arial"/>
                <a:sym typeface="Arial"/>
              </a:rPr>
              <a:t>‹#›</a:t>
            </a:fld>
            <a:endParaRPr b="0" i="0" sz="6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0" name="Shape 1530"/>
        <p:cNvGrpSpPr/>
        <p:nvPr/>
      </p:nvGrpSpPr>
      <p:grpSpPr>
        <a:xfrm>
          <a:off x="0" y="0"/>
          <a:ext cx="0" cy="0"/>
          <a:chOff x="0" y="0"/>
          <a:chExt cx="0" cy="0"/>
        </a:xfrm>
      </p:grpSpPr>
      <p:sp>
        <p:nvSpPr>
          <p:cNvPr id="1531" name="Google Shape;1531;g33b7b80f886_1_0:notes"/>
          <p:cNvSpPr/>
          <p:nvPr>
            <p:ph idx="2" type="sldImg"/>
          </p:nvPr>
        </p:nvSpPr>
        <p:spPr>
          <a:xfrm>
            <a:off x="343070" y="428572"/>
            <a:ext cx="2742900" cy="115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2" name="Google Shape;1532;g33b7b80f886_1_0:notes"/>
          <p:cNvSpPr txBox="1"/>
          <p:nvPr>
            <p:ph idx="1" type="body"/>
          </p:nvPr>
        </p:nvSpPr>
        <p:spPr>
          <a:xfrm>
            <a:off x="342900" y="1650002"/>
            <a:ext cx="2743200" cy="1350000"/>
          </a:xfrm>
          <a:prstGeom prst="rect">
            <a:avLst/>
          </a:prstGeom>
          <a:noFill/>
          <a:ln>
            <a:noFill/>
          </a:ln>
        </p:spPr>
        <p:txBody>
          <a:bodyPr anchorCtr="0" anchor="t" bIns="20950" lIns="41900" spcFirstLastPara="1" rIns="41900" wrap="square" tIns="20950">
            <a:noAutofit/>
          </a:bodyPr>
          <a:lstStyle/>
          <a:p>
            <a:pPr indent="0" lvl="0" marL="0" rtl="0" algn="l">
              <a:lnSpc>
                <a:spcPct val="100000"/>
              </a:lnSpc>
              <a:spcBef>
                <a:spcPts val="0"/>
              </a:spcBef>
              <a:spcAft>
                <a:spcPts val="0"/>
              </a:spcAft>
              <a:buSzPts val="1100"/>
              <a:buNone/>
            </a:pPr>
            <a:r>
              <a:rPr lang="en" sz="600"/>
              <a:t>Focused on the IT Helpdesk</a:t>
            </a:r>
            <a:endParaRPr sz="600"/>
          </a:p>
        </p:txBody>
      </p:sp>
      <p:sp>
        <p:nvSpPr>
          <p:cNvPr id="1533" name="Google Shape;1533;g33b7b80f886_1_0:notes"/>
          <p:cNvSpPr txBox="1"/>
          <p:nvPr>
            <p:ph idx="12" type="sldNum"/>
          </p:nvPr>
        </p:nvSpPr>
        <p:spPr>
          <a:xfrm>
            <a:off x="1942306" y="3256551"/>
            <a:ext cx="1485900" cy="171900"/>
          </a:xfrm>
          <a:prstGeom prst="rect">
            <a:avLst/>
          </a:prstGeom>
          <a:noFill/>
          <a:ln>
            <a:noFill/>
          </a:ln>
        </p:spPr>
        <p:txBody>
          <a:bodyPr anchorCtr="0" anchor="b" bIns="20950" lIns="41900" spcFirstLastPara="1" rIns="41900" wrap="square" tIns="2095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000000"/>
                </a:solidFill>
                <a:latin typeface="Arial"/>
                <a:ea typeface="Arial"/>
                <a:cs typeface="Arial"/>
                <a:sym typeface="Arial"/>
              </a:rPr>
              <a:t>‹#›</a:t>
            </a:fld>
            <a:endParaRPr b="0" i="0" sz="6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4" name="Shape 1584"/>
        <p:cNvGrpSpPr/>
        <p:nvPr/>
      </p:nvGrpSpPr>
      <p:grpSpPr>
        <a:xfrm>
          <a:off x="0" y="0"/>
          <a:ext cx="0" cy="0"/>
          <a:chOff x="0" y="0"/>
          <a:chExt cx="0" cy="0"/>
        </a:xfrm>
      </p:grpSpPr>
      <p:sp>
        <p:nvSpPr>
          <p:cNvPr id="1585" name="Google Shape;1585;g33da2fe0ca1_0_0:notes"/>
          <p:cNvSpPr/>
          <p:nvPr>
            <p:ph idx="2" type="sldImg"/>
          </p:nvPr>
        </p:nvSpPr>
        <p:spPr>
          <a:xfrm>
            <a:off x="343070" y="428572"/>
            <a:ext cx="2742900" cy="115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6" name="Google Shape;1586;g33da2fe0ca1_0_0:notes"/>
          <p:cNvSpPr txBox="1"/>
          <p:nvPr>
            <p:ph idx="1" type="body"/>
          </p:nvPr>
        </p:nvSpPr>
        <p:spPr>
          <a:xfrm>
            <a:off x="342900" y="1650002"/>
            <a:ext cx="2743200" cy="1350000"/>
          </a:xfrm>
          <a:prstGeom prst="rect">
            <a:avLst/>
          </a:prstGeom>
          <a:noFill/>
          <a:ln>
            <a:noFill/>
          </a:ln>
        </p:spPr>
        <p:txBody>
          <a:bodyPr anchorCtr="0" anchor="t" bIns="20950" lIns="41900" spcFirstLastPara="1" rIns="41900" wrap="square" tIns="20950">
            <a:noAutofit/>
          </a:bodyPr>
          <a:lstStyle/>
          <a:p>
            <a:pPr indent="0" lvl="0" marL="0" rtl="0" algn="l">
              <a:lnSpc>
                <a:spcPct val="100000"/>
              </a:lnSpc>
              <a:spcBef>
                <a:spcPts val="0"/>
              </a:spcBef>
              <a:spcAft>
                <a:spcPts val="0"/>
              </a:spcAft>
              <a:buSzPts val="1100"/>
              <a:buNone/>
            </a:pPr>
            <a:r>
              <a:t/>
            </a:r>
            <a:endParaRPr sz="600"/>
          </a:p>
        </p:txBody>
      </p:sp>
      <p:sp>
        <p:nvSpPr>
          <p:cNvPr id="1587" name="Google Shape;1587;g33da2fe0ca1_0_0:notes"/>
          <p:cNvSpPr txBox="1"/>
          <p:nvPr>
            <p:ph idx="12" type="sldNum"/>
          </p:nvPr>
        </p:nvSpPr>
        <p:spPr>
          <a:xfrm>
            <a:off x="1942306" y="3256551"/>
            <a:ext cx="1485900" cy="171900"/>
          </a:xfrm>
          <a:prstGeom prst="rect">
            <a:avLst/>
          </a:prstGeom>
          <a:noFill/>
          <a:ln>
            <a:noFill/>
          </a:ln>
        </p:spPr>
        <p:txBody>
          <a:bodyPr anchorCtr="0" anchor="b" bIns="20950" lIns="41900" spcFirstLastPara="1" rIns="41900" wrap="square" tIns="2095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000000"/>
                </a:solidFill>
                <a:latin typeface="Arial"/>
                <a:ea typeface="Arial"/>
                <a:cs typeface="Arial"/>
                <a:sym typeface="Arial"/>
              </a:rPr>
              <a:t>‹#›</a:t>
            </a:fld>
            <a:endParaRPr b="0" i="0" sz="6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4" name="Shape 1644"/>
        <p:cNvGrpSpPr/>
        <p:nvPr/>
      </p:nvGrpSpPr>
      <p:grpSpPr>
        <a:xfrm>
          <a:off x="0" y="0"/>
          <a:ext cx="0" cy="0"/>
          <a:chOff x="0" y="0"/>
          <a:chExt cx="0" cy="0"/>
        </a:xfrm>
      </p:grpSpPr>
      <p:sp>
        <p:nvSpPr>
          <p:cNvPr id="1645" name="Google Shape;1645;g33e911c9bb1_1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6" name="Google Shape;1646;g33e911c9bb1_1_1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8" name="Shape 1648"/>
        <p:cNvGrpSpPr/>
        <p:nvPr/>
      </p:nvGrpSpPr>
      <p:grpSpPr>
        <a:xfrm>
          <a:off x="0" y="0"/>
          <a:ext cx="0" cy="0"/>
          <a:chOff x="0" y="0"/>
          <a:chExt cx="0" cy="0"/>
        </a:xfrm>
      </p:grpSpPr>
      <p:sp>
        <p:nvSpPr>
          <p:cNvPr id="1649" name="Google Shape;1649;g33e911c9bb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0" name="Google Shape;1650;g33e911c9bb1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2" name="Shape 1652"/>
        <p:cNvGrpSpPr/>
        <p:nvPr/>
      </p:nvGrpSpPr>
      <p:grpSpPr>
        <a:xfrm>
          <a:off x="0" y="0"/>
          <a:ext cx="0" cy="0"/>
          <a:chOff x="0" y="0"/>
          <a:chExt cx="0" cy="0"/>
        </a:xfrm>
      </p:grpSpPr>
      <p:sp>
        <p:nvSpPr>
          <p:cNvPr id="1653" name="Google Shape;1653;g33e911c9bb1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4" name="Google Shape;1654;g33e911c9bb1_1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6" name="Shape 1656"/>
        <p:cNvGrpSpPr/>
        <p:nvPr/>
      </p:nvGrpSpPr>
      <p:grpSpPr>
        <a:xfrm>
          <a:off x="0" y="0"/>
          <a:ext cx="0" cy="0"/>
          <a:chOff x="0" y="0"/>
          <a:chExt cx="0" cy="0"/>
        </a:xfrm>
      </p:grpSpPr>
      <p:sp>
        <p:nvSpPr>
          <p:cNvPr id="1657" name="Google Shape;1657;g33e911c9bb1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8" name="Google Shape;1658;g33e911c9bb1_1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0" name="Shape 1660"/>
        <p:cNvGrpSpPr/>
        <p:nvPr/>
      </p:nvGrpSpPr>
      <p:grpSpPr>
        <a:xfrm>
          <a:off x="0" y="0"/>
          <a:ext cx="0" cy="0"/>
          <a:chOff x="0" y="0"/>
          <a:chExt cx="0" cy="0"/>
        </a:xfrm>
      </p:grpSpPr>
      <p:sp>
        <p:nvSpPr>
          <p:cNvPr id="1661" name="Google Shape;1661;g33e911c9bb1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2" name="Google Shape;1662;g33e911c9bb1_1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4" name="Shape 1664"/>
        <p:cNvGrpSpPr/>
        <p:nvPr/>
      </p:nvGrpSpPr>
      <p:grpSpPr>
        <a:xfrm>
          <a:off x="0" y="0"/>
          <a:ext cx="0" cy="0"/>
          <a:chOff x="0" y="0"/>
          <a:chExt cx="0" cy="0"/>
        </a:xfrm>
      </p:grpSpPr>
      <p:sp>
        <p:nvSpPr>
          <p:cNvPr id="1665" name="Google Shape;1665;g33e911c9bb1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6" name="Google Shape;1666;g33e911c9bb1_1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8" name="Shape 1668"/>
        <p:cNvGrpSpPr/>
        <p:nvPr/>
      </p:nvGrpSpPr>
      <p:grpSpPr>
        <a:xfrm>
          <a:off x="0" y="0"/>
          <a:ext cx="0" cy="0"/>
          <a:chOff x="0" y="0"/>
          <a:chExt cx="0" cy="0"/>
        </a:xfrm>
      </p:grpSpPr>
      <p:sp>
        <p:nvSpPr>
          <p:cNvPr id="1669" name="Google Shape;1669;g33e911c9bb1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0" name="Google Shape;1670;g33e911c9bb1_1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2" name="Shape 1672"/>
        <p:cNvGrpSpPr/>
        <p:nvPr/>
      </p:nvGrpSpPr>
      <p:grpSpPr>
        <a:xfrm>
          <a:off x="0" y="0"/>
          <a:ext cx="0" cy="0"/>
          <a:chOff x="0" y="0"/>
          <a:chExt cx="0" cy="0"/>
        </a:xfrm>
      </p:grpSpPr>
      <p:sp>
        <p:nvSpPr>
          <p:cNvPr id="1673" name="Google Shape;1673;g33e911c9bb1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4" name="Google Shape;1674;g33e911c9bb1_1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6" name="Shape 1676"/>
        <p:cNvGrpSpPr/>
        <p:nvPr/>
      </p:nvGrpSpPr>
      <p:grpSpPr>
        <a:xfrm>
          <a:off x="0" y="0"/>
          <a:ext cx="0" cy="0"/>
          <a:chOff x="0" y="0"/>
          <a:chExt cx="0" cy="0"/>
        </a:xfrm>
      </p:grpSpPr>
      <p:sp>
        <p:nvSpPr>
          <p:cNvPr id="1677" name="Google Shape;1677;g33e911c9bb1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8" name="Google Shape;1678;g33e911c9bb1_1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0" name="Shape 1680"/>
        <p:cNvGrpSpPr/>
        <p:nvPr/>
      </p:nvGrpSpPr>
      <p:grpSpPr>
        <a:xfrm>
          <a:off x="0" y="0"/>
          <a:ext cx="0" cy="0"/>
          <a:chOff x="0" y="0"/>
          <a:chExt cx="0" cy="0"/>
        </a:xfrm>
      </p:grpSpPr>
      <p:sp>
        <p:nvSpPr>
          <p:cNvPr id="1681" name="Google Shape;1681;g33e911c9bb1_1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2" name="Google Shape;1682;g33e911c9bb1_1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4" name="Shape 1684"/>
        <p:cNvGrpSpPr/>
        <p:nvPr/>
      </p:nvGrpSpPr>
      <p:grpSpPr>
        <a:xfrm>
          <a:off x="0" y="0"/>
          <a:ext cx="0" cy="0"/>
          <a:chOff x="0" y="0"/>
          <a:chExt cx="0" cy="0"/>
        </a:xfrm>
      </p:grpSpPr>
      <p:sp>
        <p:nvSpPr>
          <p:cNvPr id="1685" name="Google Shape;1685;g33e911c9bb1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6" name="Google Shape;1686;g33e911c9bb1_1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8" name="Shape 1688"/>
        <p:cNvGrpSpPr/>
        <p:nvPr/>
      </p:nvGrpSpPr>
      <p:grpSpPr>
        <a:xfrm>
          <a:off x="0" y="0"/>
          <a:ext cx="0" cy="0"/>
          <a:chOff x="0" y="0"/>
          <a:chExt cx="0" cy="0"/>
        </a:xfrm>
      </p:grpSpPr>
      <p:sp>
        <p:nvSpPr>
          <p:cNvPr id="1689" name="Google Shape;1689;g33e911c9bb1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0" name="Google Shape;1690;g33e911c9bb1_1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2" name="Shape 1692"/>
        <p:cNvGrpSpPr/>
        <p:nvPr/>
      </p:nvGrpSpPr>
      <p:grpSpPr>
        <a:xfrm>
          <a:off x="0" y="0"/>
          <a:ext cx="0" cy="0"/>
          <a:chOff x="0" y="0"/>
          <a:chExt cx="0" cy="0"/>
        </a:xfrm>
      </p:grpSpPr>
      <p:sp>
        <p:nvSpPr>
          <p:cNvPr id="1693" name="Google Shape;1693;g33e911c9bb1_1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4" name="Google Shape;1694;g33e911c9bb1_1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6" name="Shape 1696"/>
        <p:cNvGrpSpPr/>
        <p:nvPr/>
      </p:nvGrpSpPr>
      <p:grpSpPr>
        <a:xfrm>
          <a:off x="0" y="0"/>
          <a:ext cx="0" cy="0"/>
          <a:chOff x="0" y="0"/>
          <a:chExt cx="0" cy="0"/>
        </a:xfrm>
      </p:grpSpPr>
      <p:sp>
        <p:nvSpPr>
          <p:cNvPr id="1697" name="Google Shape;1697;g33e911c9bb1_1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8" name="Google Shape;1698;g33e911c9bb1_1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0" name="Shape 1700"/>
        <p:cNvGrpSpPr/>
        <p:nvPr/>
      </p:nvGrpSpPr>
      <p:grpSpPr>
        <a:xfrm>
          <a:off x="0" y="0"/>
          <a:ext cx="0" cy="0"/>
          <a:chOff x="0" y="0"/>
          <a:chExt cx="0" cy="0"/>
        </a:xfrm>
      </p:grpSpPr>
      <p:sp>
        <p:nvSpPr>
          <p:cNvPr id="1701" name="Google Shape;1701;g33e911c9bb1_1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2" name="Google Shape;1702;g33e911c9bb1_1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4" name="Shape 1704"/>
        <p:cNvGrpSpPr/>
        <p:nvPr/>
      </p:nvGrpSpPr>
      <p:grpSpPr>
        <a:xfrm>
          <a:off x="0" y="0"/>
          <a:ext cx="0" cy="0"/>
          <a:chOff x="0" y="0"/>
          <a:chExt cx="0" cy="0"/>
        </a:xfrm>
      </p:grpSpPr>
      <p:sp>
        <p:nvSpPr>
          <p:cNvPr id="1705" name="Google Shape;1705;g33e911c9bb1_1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6" name="Google Shape;1706;g33e911c9bb1_1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8" name="Shape 1708"/>
        <p:cNvGrpSpPr/>
        <p:nvPr/>
      </p:nvGrpSpPr>
      <p:grpSpPr>
        <a:xfrm>
          <a:off x="0" y="0"/>
          <a:ext cx="0" cy="0"/>
          <a:chOff x="0" y="0"/>
          <a:chExt cx="0" cy="0"/>
        </a:xfrm>
      </p:grpSpPr>
      <p:sp>
        <p:nvSpPr>
          <p:cNvPr id="1709" name="Google Shape;1709;g33e911c9bb1_1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0" name="Google Shape;1710;g33e911c9bb1_1_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2" name="Shape 1712"/>
        <p:cNvGrpSpPr/>
        <p:nvPr/>
      </p:nvGrpSpPr>
      <p:grpSpPr>
        <a:xfrm>
          <a:off x="0" y="0"/>
          <a:ext cx="0" cy="0"/>
          <a:chOff x="0" y="0"/>
          <a:chExt cx="0" cy="0"/>
        </a:xfrm>
      </p:grpSpPr>
      <p:sp>
        <p:nvSpPr>
          <p:cNvPr id="1713" name="Google Shape;1713;g33e911c9bb1_1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4" name="Google Shape;1714;g33e911c9bb1_1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6" name="Shape 1716"/>
        <p:cNvGrpSpPr/>
        <p:nvPr/>
      </p:nvGrpSpPr>
      <p:grpSpPr>
        <a:xfrm>
          <a:off x="0" y="0"/>
          <a:ext cx="0" cy="0"/>
          <a:chOff x="0" y="0"/>
          <a:chExt cx="0" cy="0"/>
        </a:xfrm>
      </p:grpSpPr>
      <p:sp>
        <p:nvSpPr>
          <p:cNvPr id="1717" name="Google Shape;1717;g33e911c9bb1_1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8" name="Google Shape;1718;g33e911c9bb1_1_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0" name="Shape 1720"/>
        <p:cNvGrpSpPr/>
        <p:nvPr/>
      </p:nvGrpSpPr>
      <p:grpSpPr>
        <a:xfrm>
          <a:off x="0" y="0"/>
          <a:ext cx="0" cy="0"/>
          <a:chOff x="0" y="0"/>
          <a:chExt cx="0" cy="0"/>
        </a:xfrm>
      </p:grpSpPr>
      <p:sp>
        <p:nvSpPr>
          <p:cNvPr id="1721" name="Google Shape;1721;g33e911c9bb1_1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2" name="Google Shape;1722;g33e911c9bb1_1_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4" name="Shape 1724"/>
        <p:cNvGrpSpPr/>
        <p:nvPr/>
      </p:nvGrpSpPr>
      <p:grpSpPr>
        <a:xfrm>
          <a:off x="0" y="0"/>
          <a:ext cx="0" cy="0"/>
          <a:chOff x="0" y="0"/>
          <a:chExt cx="0" cy="0"/>
        </a:xfrm>
      </p:grpSpPr>
      <p:sp>
        <p:nvSpPr>
          <p:cNvPr id="1725" name="Google Shape;1725;g33e911c9bb1_1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6" name="Google Shape;1726;g33e911c9bb1_1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8" name="Shape 1728"/>
        <p:cNvGrpSpPr/>
        <p:nvPr/>
      </p:nvGrpSpPr>
      <p:grpSpPr>
        <a:xfrm>
          <a:off x="0" y="0"/>
          <a:ext cx="0" cy="0"/>
          <a:chOff x="0" y="0"/>
          <a:chExt cx="0" cy="0"/>
        </a:xfrm>
      </p:grpSpPr>
      <p:sp>
        <p:nvSpPr>
          <p:cNvPr id="1729" name="Google Shape;1729;g33e911c9bb1_1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0" name="Google Shape;1730;g33e911c9bb1_1_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2" name="Shape 1732"/>
        <p:cNvGrpSpPr/>
        <p:nvPr/>
      </p:nvGrpSpPr>
      <p:grpSpPr>
        <a:xfrm>
          <a:off x="0" y="0"/>
          <a:ext cx="0" cy="0"/>
          <a:chOff x="0" y="0"/>
          <a:chExt cx="0" cy="0"/>
        </a:xfrm>
      </p:grpSpPr>
      <p:sp>
        <p:nvSpPr>
          <p:cNvPr id="1733" name="Google Shape;1733;g33e911c9bb1_1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4" name="Google Shape;1734;g33e911c9bb1_1_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6" name="Shape 1736"/>
        <p:cNvGrpSpPr/>
        <p:nvPr/>
      </p:nvGrpSpPr>
      <p:grpSpPr>
        <a:xfrm>
          <a:off x="0" y="0"/>
          <a:ext cx="0" cy="0"/>
          <a:chOff x="0" y="0"/>
          <a:chExt cx="0" cy="0"/>
        </a:xfrm>
      </p:grpSpPr>
      <p:sp>
        <p:nvSpPr>
          <p:cNvPr id="1737" name="Google Shape;1737;g33e911c9bb1_1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8" name="Google Shape;1738;g33e911c9bb1_1_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0" name="Shape 1740"/>
        <p:cNvGrpSpPr/>
        <p:nvPr/>
      </p:nvGrpSpPr>
      <p:grpSpPr>
        <a:xfrm>
          <a:off x="0" y="0"/>
          <a:ext cx="0" cy="0"/>
          <a:chOff x="0" y="0"/>
          <a:chExt cx="0" cy="0"/>
        </a:xfrm>
      </p:grpSpPr>
      <p:sp>
        <p:nvSpPr>
          <p:cNvPr id="1741" name="Google Shape;1741;g33e911c9bb1_1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2" name="Google Shape;1742;g33e911c9bb1_1_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4" name="Shape 1744"/>
        <p:cNvGrpSpPr/>
        <p:nvPr/>
      </p:nvGrpSpPr>
      <p:grpSpPr>
        <a:xfrm>
          <a:off x="0" y="0"/>
          <a:ext cx="0" cy="0"/>
          <a:chOff x="0" y="0"/>
          <a:chExt cx="0" cy="0"/>
        </a:xfrm>
      </p:grpSpPr>
      <p:sp>
        <p:nvSpPr>
          <p:cNvPr id="1745" name="Google Shape;1745;g33e911c9bb1_1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6" name="Google Shape;1746;g33e911c9bb1_1_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8" name="Shape 1748"/>
        <p:cNvGrpSpPr/>
        <p:nvPr/>
      </p:nvGrpSpPr>
      <p:grpSpPr>
        <a:xfrm>
          <a:off x="0" y="0"/>
          <a:ext cx="0" cy="0"/>
          <a:chOff x="0" y="0"/>
          <a:chExt cx="0" cy="0"/>
        </a:xfrm>
      </p:grpSpPr>
      <p:sp>
        <p:nvSpPr>
          <p:cNvPr id="1749" name="Google Shape;1749;g33e911c9bb1_1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0" name="Google Shape;1750;g33e911c9bb1_1_1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1" Type="http://schemas.openxmlformats.org/officeDocument/2006/relationships/image" Target="../media/image19.png"/><Relationship Id="rId10" Type="http://schemas.openxmlformats.org/officeDocument/2006/relationships/image" Target="../media/image36.png"/><Relationship Id="rId13" Type="http://schemas.openxmlformats.org/officeDocument/2006/relationships/image" Target="../media/image8.png"/><Relationship Id="rId12" Type="http://schemas.openxmlformats.org/officeDocument/2006/relationships/image" Target="../media/image25.png"/><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14.png"/><Relationship Id="rId5" Type="http://schemas.openxmlformats.org/officeDocument/2006/relationships/image" Target="../media/image13.png"/><Relationship Id="rId6" Type="http://schemas.openxmlformats.org/officeDocument/2006/relationships/image" Target="../media/image10.png"/><Relationship Id="rId7" Type="http://schemas.openxmlformats.org/officeDocument/2006/relationships/image" Target="../media/image73.png"/><Relationship Id="rId8" Type="http://schemas.openxmlformats.org/officeDocument/2006/relationships/image" Target="../media/image9.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ard" type="title">
  <p:cSld name="TITLE">
    <p:bg>
      <p:bgPr>
        <a:solidFill>
          <a:schemeClr val="dk1"/>
        </a:solidFill>
      </p:bgPr>
    </p:bg>
    <p:spTree>
      <p:nvGrpSpPr>
        <p:cNvPr id="8" name="Shape 8"/>
        <p:cNvGrpSpPr/>
        <p:nvPr/>
      </p:nvGrpSpPr>
      <p:grpSpPr>
        <a:xfrm>
          <a:off x="0" y="0"/>
          <a:ext cx="0" cy="0"/>
          <a:chOff x="0" y="0"/>
          <a:chExt cx="0" cy="0"/>
        </a:xfrm>
      </p:grpSpPr>
      <p:sp>
        <p:nvSpPr>
          <p:cNvPr id="9" name="Google Shape;9;g2d3c537dc00_0_3"/>
          <p:cNvSpPr txBox="1"/>
          <p:nvPr>
            <p:ph type="ctrTitle"/>
          </p:nvPr>
        </p:nvSpPr>
        <p:spPr>
          <a:xfrm>
            <a:off x="228600" y="556213"/>
            <a:ext cx="5714700" cy="4627200"/>
          </a:xfrm>
          <a:prstGeom prst="rect">
            <a:avLst/>
          </a:prstGeom>
          <a:noFill/>
          <a:ln>
            <a:noFill/>
          </a:ln>
        </p:spPr>
        <p:txBody>
          <a:bodyPr anchorCtr="0" anchor="b" bIns="0" lIns="0" spcFirstLastPara="1" rIns="0" wrap="square" tIns="0">
            <a:normAutofit/>
          </a:bodyPr>
          <a:lstStyle>
            <a:lvl1pPr lvl="0" algn="l">
              <a:lnSpc>
                <a:spcPct val="100000"/>
              </a:lnSpc>
              <a:spcBef>
                <a:spcPts val="0"/>
              </a:spcBef>
              <a:spcAft>
                <a:spcPts val="0"/>
              </a:spcAft>
              <a:buClr>
                <a:schemeClr val="lt1"/>
              </a:buClr>
              <a:buSzPts val="6100"/>
              <a:buFont typeface="Inter"/>
              <a:buNone/>
              <a:defRPr b="1" sz="6100">
                <a:solidFill>
                  <a:schemeClr val="lt1"/>
                </a:solidFill>
                <a:latin typeface="Inter"/>
                <a:ea typeface="Inter"/>
                <a:cs typeface="Inter"/>
                <a:sym typeface="Inter"/>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 name="Google Shape;10;g2d3c537dc00_0_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pic>
        <p:nvPicPr>
          <p:cNvPr id="11" name="Google Shape;11;g2d3c537dc00_0_3"/>
          <p:cNvPicPr preferRelativeResize="0"/>
          <p:nvPr/>
        </p:nvPicPr>
        <p:blipFill rotWithShape="1">
          <a:blip r:embed="rId2">
            <a:alphaModFix/>
          </a:blip>
          <a:srcRect b="0" l="0" r="0" t="0"/>
          <a:stretch/>
        </p:blipFill>
        <p:spPr>
          <a:xfrm>
            <a:off x="7605274" y="228599"/>
            <a:ext cx="1310126" cy="35453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age (with Grid)">
  <p:cSld name="CAPTION_ONLY_1_1_1_1_1_1_1">
    <p:bg>
      <p:bgPr>
        <a:solidFill>
          <a:srgbClr val="FFFFFF"/>
        </a:solidFill>
      </p:bgPr>
    </p:bg>
    <p:spTree>
      <p:nvGrpSpPr>
        <p:cNvPr id="12" name="Shape 12"/>
        <p:cNvGrpSpPr/>
        <p:nvPr/>
      </p:nvGrpSpPr>
      <p:grpSpPr>
        <a:xfrm>
          <a:off x="0" y="0"/>
          <a:ext cx="0" cy="0"/>
          <a:chOff x="0" y="0"/>
          <a:chExt cx="0" cy="0"/>
        </a:xfrm>
      </p:grpSpPr>
      <p:sp>
        <p:nvSpPr>
          <p:cNvPr id="13" name="Google Shape;13;g2d3c537dc00_0_245"/>
          <p:cNvSpPr txBox="1"/>
          <p:nvPr>
            <p:ph type="title"/>
          </p:nvPr>
        </p:nvSpPr>
        <p:spPr>
          <a:xfrm>
            <a:off x="381000" y="366267"/>
            <a:ext cx="1604700" cy="576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SzPts val="2800"/>
              <a:buNone/>
              <a:defRPr sz="500">
                <a:latin typeface="IBM Plex Mono"/>
                <a:ea typeface="IBM Plex Mono"/>
                <a:cs typeface="IBM Plex Mono"/>
                <a:sym typeface="IBM Plex Mono"/>
              </a:defRPr>
            </a:lvl1pPr>
            <a:lvl2pPr lvl="1" algn="l">
              <a:lnSpc>
                <a:spcPct val="100000"/>
              </a:lnSpc>
              <a:spcBef>
                <a:spcPts val="0"/>
              </a:spcBef>
              <a:spcAft>
                <a:spcPts val="0"/>
              </a:spcAft>
              <a:buSzPts val="2800"/>
              <a:buNone/>
              <a:defRPr sz="500">
                <a:latin typeface="IBM Plex Mono"/>
                <a:ea typeface="IBM Plex Mono"/>
                <a:cs typeface="IBM Plex Mono"/>
                <a:sym typeface="IBM Plex Mono"/>
              </a:defRPr>
            </a:lvl2pPr>
            <a:lvl3pPr lvl="2" algn="l">
              <a:lnSpc>
                <a:spcPct val="100000"/>
              </a:lnSpc>
              <a:spcBef>
                <a:spcPts val="0"/>
              </a:spcBef>
              <a:spcAft>
                <a:spcPts val="0"/>
              </a:spcAft>
              <a:buSzPts val="2800"/>
              <a:buNone/>
              <a:defRPr sz="500">
                <a:latin typeface="IBM Plex Mono"/>
                <a:ea typeface="IBM Plex Mono"/>
                <a:cs typeface="IBM Plex Mono"/>
                <a:sym typeface="IBM Plex Mono"/>
              </a:defRPr>
            </a:lvl3pPr>
            <a:lvl4pPr lvl="3" algn="l">
              <a:lnSpc>
                <a:spcPct val="100000"/>
              </a:lnSpc>
              <a:spcBef>
                <a:spcPts val="0"/>
              </a:spcBef>
              <a:spcAft>
                <a:spcPts val="0"/>
              </a:spcAft>
              <a:buSzPts val="2800"/>
              <a:buNone/>
              <a:defRPr sz="500">
                <a:latin typeface="IBM Plex Mono"/>
                <a:ea typeface="IBM Plex Mono"/>
                <a:cs typeface="IBM Plex Mono"/>
                <a:sym typeface="IBM Plex Mono"/>
              </a:defRPr>
            </a:lvl4pPr>
            <a:lvl5pPr lvl="4" algn="l">
              <a:lnSpc>
                <a:spcPct val="100000"/>
              </a:lnSpc>
              <a:spcBef>
                <a:spcPts val="0"/>
              </a:spcBef>
              <a:spcAft>
                <a:spcPts val="0"/>
              </a:spcAft>
              <a:buSzPts val="2800"/>
              <a:buNone/>
              <a:defRPr sz="500">
                <a:latin typeface="IBM Plex Mono"/>
                <a:ea typeface="IBM Plex Mono"/>
                <a:cs typeface="IBM Plex Mono"/>
                <a:sym typeface="IBM Plex Mono"/>
              </a:defRPr>
            </a:lvl5pPr>
            <a:lvl6pPr lvl="5" algn="l">
              <a:lnSpc>
                <a:spcPct val="100000"/>
              </a:lnSpc>
              <a:spcBef>
                <a:spcPts val="0"/>
              </a:spcBef>
              <a:spcAft>
                <a:spcPts val="0"/>
              </a:spcAft>
              <a:buSzPts val="2800"/>
              <a:buNone/>
              <a:defRPr sz="500">
                <a:latin typeface="IBM Plex Mono"/>
                <a:ea typeface="IBM Plex Mono"/>
                <a:cs typeface="IBM Plex Mono"/>
                <a:sym typeface="IBM Plex Mono"/>
              </a:defRPr>
            </a:lvl6pPr>
            <a:lvl7pPr lvl="6" algn="l">
              <a:lnSpc>
                <a:spcPct val="100000"/>
              </a:lnSpc>
              <a:spcBef>
                <a:spcPts val="0"/>
              </a:spcBef>
              <a:spcAft>
                <a:spcPts val="0"/>
              </a:spcAft>
              <a:buSzPts val="2800"/>
              <a:buNone/>
              <a:defRPr sz="500">
                <a:latin typeface="IBM Plex Mono"/>
                <a:ea typeface="IBM Plex Mono"/>
                <a:cs typeface="IBM Plex Mono"/>
                <a:sym typeface="IBM Plex Mono"/>
              </a:defRPr>
            </a:lvl7pPr>
            <a:lvl8pPr lvl="7" algn="l">
              <a:lnSpc>
                <a:spcPct val="100000"/>
              </a:lnSpc>
              <a:spcBef>
                <a:spcPts val="0"/>
              </a:spcBef>
              <a:spcAft>
                <a:spcPts val="0"/>
              </a:spcAft>
              <a:buSzPts val="2800"/>
              <a:buNone/>
              <a:defRPr sz="500">
                <a:latin typeface="IBM Plex Mono"/>
                <a:ea typeface="IBM Plex Mono"/>
                <a:cs typeface="IBM Plex Mono"/>
                <a:sym typeface="IBM Plex Mono"/>
              </a:defRPr>
            </a:lvl8pPr>
            <a:lvl9pPr lvl="8" algn="l">
              <a:lnSpc>
                <a:spcPct val="100000"/>
              </a:lnSpc>
              <a:spcBef>
                <a:spcPts val="0"/>
              </a:spcBef>
              <a:spcAft>
                <a:spcPts val="0"/>
              </a:spcAft>
              <a:buSzPts val="2800"/>
              <a:buNone/>
              <a:defRPr sz="500">
                <a:latin typeface="IBM Plex Mono"/>
                <a:ea typeface="IBM Plex Mono"/>
                <a:cs typeface="IBM Plex Mono"/>
                <a:sym typeface="IBM Plex Mono"/>
              </a:defRPr>
            </a:lvl9pPr>
          </a:lstStyle>
          <a:p/>
        </p:txBody>
      </p:sp>
      <p:sp>
        <p:nvSpPr>
          <p:cNvPr id="14" name="Google Shape;14;g2d3c537dc00_0_245"/>
          <p:cNvSpPr txBox="1"/>
          <p:nvPr>
            <p:ph idx="12" type="sldNum"/>
          </p:nvPr>
        </p:nvSpPr>
        <p:spPr>
          <a:xfrm>
            <a:off x="8416300" y="4697317"/>
            <a:ext cx="346800" cy="82200"/>
          </a:xfrm>
          <a:prstGeom prst="rect">
            <a:avLst/>
          </a:prstGeom>
          <a:noFill/>
          <a:ln>
            <a:noFill/>
          </a:ln>
        </p:spPr>
        <p:txBody>
          <a:bodyPr anchorCtr="0" anchor="b" bIns="0" lIns="0" spcFirstLastPara="1" rIns="0" wrap="square" tIns="0">
            <a:normAutofit/>
          </a:bodyPr>
          <a:lstStyle>
            <a:lvl1pPr indent="0" lvl="0" marL="0" marR="0" rtl="0" algn="r">
              <a:lnSpc>
                <a:spcPct val="100000"/>
              </a:lnSpc>
              <a:spcBef>
                <a:spcPts val="0"/>
              </a:spcBef>
              <a:spcAft>
                <a:spcPts val="0"/>
              </a:spcAft>
              <a:buClr>
                <a:srgbClr val="000000"/>
              </a:buClr>
              <a:buSzPts val="500"/>
              <a:buFont typeface="Arial"/>
              <a:buNone/>
              <a:defRPr b="0" i="0" sz="500" u="none" cap="none" strike="noStrike">
                <a:solidFill>
                  <a:srgbClr val="000000"/>
                </a:solidFill>
                <a:latin typeface="IBM Plex Mono"/>
                <a:ea typeface="IBM Plex Mono"/>
                <a:cs typeface="IBM Plex Mono"/>
                <a:sym typeface="IBM Plex Mono"/>
              </a:defRPr>
            </a:lvl1pPr>
            <a:lvl2pPr indent="0" lvl="1" marL="0" marR="0" rtl="0" algn="r">
              <a:lnSpc>
                <a:spcPct val="100000"/>
              </a:lnSpc>
              <a:spcBef>
                <a:spcPts val="0"/>
              </a:spcBef>
              <a:spcAft>
                <a:spcPts val="0"/>
              </a:spcAft>
              <a:buClr>
                <a:srgbClr val="000000"/>
              </a:buClr>
              <a:buSzPts val="500"/>
              <a:buFont typeface="Arial"/>
              <a:buNone/>
              <a:defRPr b="0" i="0" sz="500" u="none" cap="none" strike="noStrike">
                <a:solidFill>
                  <a:srgbClr val="000000"/>
                </a:solidFill>
                <a:latin typeface="IBM Plex Mono"/>
                <a:ea typeface="IBM Plex Mono"/>
                <a:cs typeface="IBM Plex Mono"/>
                <a:sym typeface="IBM Plex Mono"/>
              </a:defRPr>
            </a:lvl2pPr>
            <a:lvl3pPr indent="0" lvl="2" marL="0" marR="0" rtl="0" algn="r">
              <a:lnSpc>
                <a:spcPct val="100000"/>
              </a:lnSpc>
              <a:spcBef>
                <a:spcPts val="0"/>
              </a:spcBef>
              <a:spcAft>
                <a:spcPts val="0"/>
              </a:spcAft>
              <a:buClr>
                <a:srgbClr val="000000"/>
              </a:buClr>
              <a:buSzPts val="500"/>
              <a:buFont typeface="Arial"/>
              <a:buNone/>
              <a:defRPr b="0" i="0" sz="500" u="none" cap="none" strike="noStrike">
                <a:solidFill>
                  <a:srgbClr val="000000"/>
                </a:solidFill>
                <a:latin typeface="IBM Plex Mono"/>
                <a:ea typeface="IBM Plex Mono"/>
                <a:cs typeface="IBM Plex Mono"/>
                <a:sym typeface="IBM Plex Mono"/>
              </a:defRPr>
            </a:lvl3pPr>
            <a:lvl4pPr indent="0" lvl="3" marL="0" marR="0" rtl="0" algn="r">
              <a:lnSpc>
                <a:spcPct val="100000"/>
              </a:lnSpc>
              <a:spcBef>
                <a:spcPts val="0"/>
              </a:spcBef>
              <a:spcAft>
                <a:spcPts val="0"/>
              </a:spcAft>
              <a:buClr>
                <a:srgbClr val="000000"/>
              </a:buClr>
              <a:buSzPts val="500"/>
              <a:buFont typeface="Arial"/>
              <a:buNone/>
              <a:defRPr b="0" i="0" sz="500" u="none" cap="none" strike="noStrike">
                <a:solidFill>
                  <a:srgbClr val="000000"/>
                </a:solidFill>
                <a:latin typeface="IBM Plex Mono"/>
                <a:ea typeface="IBM Plex Mono"/>
                <a:cs typeface="IBM Plex Mono"/>
                <a:sym typeface="IBM Plex Mono"/>
              </a:defRPr>
            </a:lvl4pPr>
            <a:lvl5pPr indent="0" lvl="4" marL="0" marR="0" rtl="0" algn="r">
              <a:lnSpc>
                <a:spcPct val="100000"/>
              </a:lnSpc>
              <a:spcBef>
                <a:spcPts val="0"/>
              </a:spcBef>
              <a:spcAft>
                <a:spcPts val="0"/>
              </a:spcAft>
              <a:buClr>
                <a:srgbClr val="000000"/>
              </a:buClr>
              <a:buSzPts val="500"/>
              <a:buFont typeface="Arial"/>
              <a:buNone/>
              <a:defRPr b="0" i="0" sz="500" u="none" cap="none" strike="noStrike">
                <a:solidFill>
                  <a:srgbClr val="000000"/>
                </a:solidFill>
                <a:latin typeface="IBM Plex Mono"/>
                <a:ea typeface="IBM Plex Mono"/>
                <a:cs typeface="IBM Plex Mono"/>
                <a:sym typeface="IBM Plex Mono"/>
              </a:defRPr>
            </a:lvl5pPr>
            <a:lvl6pPr indent="0" lvl="5" marL="0" marR="0" rtl="0" algn="r">
              <a:lnSpc>
                <a:spcPct val="100000"/>
              </a:lnSpc>
              <a:spcBef>
                <a:spcPts val="0"/>
              </a:spcBef>
              <a:spcAft>
                <a:spcPts val="0"/>
              </a:spcAft>
              <a:buClr>
                <a:srgbClr val="000000"/>
              </a:buClr>
              <a:buSzPts val="500"/>
              <a:buFont typeface="Arial"/>
              <a:buNone/>
              <a:defRPr b="0" i="0" sz="500" u="none" cap="none" strike="noStrike">
                <a:solidFill>
                  <a:srgbClr val="000000"/>
                </a:solidFill>
                <a:latin typeface="IBM Plex Mono"/>
                <a:ea typeface="IBM Plex Mono"/>
                <a:cs typeface="IBM Plex Mono"/>
                <a:sym typeface="IBM Plex Mono"/>
              </a:defRPr>
            </a:lvl6pPr>
            <a:lvl7pPr indent="0" lvl="6" marL="0" marR="0" rtl="0" algn="r">
              <a:lnSpc>
                <a:spcPct val="100000"/>
              </a:lnSpc>
              <a:spcBef>
                <a:spcPts val="0"/>
              </a:spcBef>
              <a:spcAft>
                <a:spcPts val="0"/>
              </a:spcAft>
              <a:buClr>
                <a:srgbClr val="000000"/>
              </a:buClr>
              <a:buSzPts val="500"/>
              <a:buFont typeface="Arial"/>
              <a:buNone/>
              <a:defRPr b="0" i="0" sz="500" u="none" cap="none" strike="noStrike">
                <a:solidFill>
                  <a:srgbClr val="000000"/>
                </a:solidFill>
                <a:latin typeface="IBM Plex Mono"/>
                <a:ea typeface="IBM Plex Mono"/>
                <a:cs typeface="IBM Plex Mono"/>
                <a:sym typeface="IBM Plex Mono"/>
              </a:defRPr>
            </a:lvl7pPr>
            <a:lvl8pPr indent="0" lvl="7" marL="0" marR="0" rtl="0" algn="r">
              <a:lnSpc>
                <a:spcPct val="100000"/>
              </a:lnSpc>
              <a:spcBef>
                <a:spcPts val="0"/>
              </a:spcBef>
              <a:spcAft>
                <a:spcPts val="0"/>
              </a:spcAft>
              <a:buClr>
                <a:srgbClr val="000000"/>
              </a:buClr>
              <a:buSzPts val="500"/>
              <a:buFont typeface="Arial"/>
              <a:buNone/>
              <a:defRPr b="0" i="0" sz="500" u="none" cap="none" strike="noStrike">
                <a:solidFill>
                  <a:srgbClr val="000000"/>
                </a:solidFill>
                <a:latin typeface="IBM Plex Mono"/>
                <a:ea typeface="IBM Plex Mono"/>
                <a:cs typeface="IBM Plex Mono"/>
                <a:sym typeface="IBM Plex Mono"/>
              </a:defRPr>
            </a:lvl8pPr>
            <a:lvl9pPr indent="0" lvl="8" marL="0" marR="0" rtl="0" algn="r">
              <a:lnSpc>
                <a:spcPct val="100000"/>
              </a:lnSpc>
              <a:spcBef>
                <a:spcPts val="0"/>
              </a:spcBef>
              <a:spcAft>
                <a:spcPts val="0"/>
              </a:spcAft>
              <a:buClr>
                <a:srgbClr val="000000"/>
              </a:buClr>
              <a:buSzPts val="500"/>
              <a:buFont typeface="Arial"/>
              <a:buNone/>
              <a:defRPr b="0" i="0" sz="500" u="none" cap="none" strike="noStrike">
                <a:solidFill>
                  <a:srgbClr val="000000"/>
                </a:solidFill>
                <a:latin typeface="IBM Plex Mono"/>
                <a:ea typeface="IBM Plex Mono"/>
                <a:cs typeface="IBM Plex Mono"/>
                <a:sym typeface="IBM Plex Mon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60">
          <p15:clr>
            <a:srgbClr val="FA7B17"/>
          </p15:clr>
        </p15:guide>
        <p15:guide id="2" orient="horz" pos="3037">
          <p15:clr>
            <a:srgbClr val="FA7B17"/>
          </p15:clr>
        </p15:guide>
        <p15:guide id="3" pos="5400">
          <p15:clr>
            <a:srgbClr val="FA7B17"/>
          </p15:clr>
        </p15:guide>
        <p15:guide id="4" pos="2880">
          <p15:clr>
            <a:srgbClr val="FA7B17"/>
          </p15:clr>
        </p15:guide>
        <p15:guide id="5" pos="1440">
          <p15:clr>
            <a:srgbClr val="FA7B17"/>
          </p15:clr>
        </p15:guide>
        <p15:guide id="6" pos="720">
          <p15:clr>
            <a:srgbClr val="FA7B17"/>
          </p15:clr>
        </p15:guide>
        <p15:guide id="7" pos="180">
          <p15:clr>
            <a:srgbClr val="FA7B17"/>
          </p15:clr>
        </p15:guide>
        <p15:guide id="8" pos="90">
          <p15:clr>
            <a:srgbClr val="FA7B17"/>
          </p15:clr>
        </p15:guide>
        <p15:guide id="9" pos="1080">
          <p15:clr>
            <a:srgbClr val="FA7B17"/>
          </p15:clr>
        </p15:guide>
        <p15:guide id="10" pos="1800">
          <p15:clr>
            <a:srgbClr val="FA7B17"/>
          </p15:clr>
        </p15:guide>
        <p15:guide id="11" pos="1620">
          <p15:clr>
            <a:srgbClr val="FA7B17"/>
          </p15:clr>
        </p15:guide>
        <p15:guide id="12" pos="1260">
          <p15:clr>
            <a:srgbClr val="FA7B17"/>
          </p15:clr>
        </p15:guide>
        <p15:guide id="13" pos="900">
          <p15:clr>
            <a:srgbClr val="FA7B17"/>
          </p15:clr>
        </p15:guide>
        <p15:guide id="14" pos="540">
          <p15:clr>
            <a:srgbClr val="FA7B17"/>
          </p15:clr>
        </p15:guide>
        <p15:guide id="15" pos="1980">
          <p15:clr>
            <a:srgbClr val="FA7B17"/>
          </p15:clr>
        </p15:guide>
        <p15:guide id="16" pos="2160">
          <p15:clr>
            <a:srgbClr val="FA7B17"/>
          </p15:clr>
        </p15:guide>
        <p15:guide id="17" pos="2340">
          <p15:clr>
            <a:srgbClr val="FA7B17"/>
          </p15:clr>
        </p15:guide>
        <p15:guide id="18" pos="2520">
          <p15:clr>
            <a:srgbClr val="FA7B17"/>
          </p15:clr>
        </p15:guide>
        <p15:guide id="19" pos="2700">
          <p15:clr>
            <a:srgbClr val="FA7B17"/>
          </p15:clr>
        </p15:guide>
        <p15:guide id="20" pos="3060">
          <p15:clr>
            <a:srgbClr val="FA7B17"/>
          </p15:clr>
        </p15:guide>
        <p15:guide id="21" pos="3240">
          <p15:clr>
            <a:srgbClr val="FA7B17"/>
          </p15:clr>
        </p15:guide>
        <p15:guide id="22" pos="3600">
          <p15:clr>
            <a:srgbClr val="FA7B17"/>
          </p15:clr>
        </p15:guide>
        <p15:guide id="23" pos="3420">
          <p15:clr>
            <a:srgbClr val="FA7B17"/>
          </p15:clr>
        </p15:guide>
        <p15:guide id="24" pos="3960">
          <p15:clr>
            <a:srgbClr val="FA7B17"/>
          </p15:clr>
        </p15:guide>
        <p15:guide id="25" pos="3780">
          <p15:clr>
            <a:srgbClr val="FA7B17"/>
          </p15:clr>
        </p15:guide>
        <p15:guide id="26" pos="4320">
          <p15:clr>
            <a:srgbClr val="FA7B17"/>
          </p15:clr>
        </p15:guide>
        <p15:guide id="27" pos="4140">
          <p15:clr>
            <a:srgbClr val="FA7B17"/>
          </p15:clr>
        </p15:guide>
        <p15:guide id="28" pos="4680">
          <p15:clr>
            <a:srgbClr val="FA7B17"/>
          </p15:clr>
        </p15:guide>
        <p15:guide id="29" pos="4500">
          <p15:clr>
            <a:srgbClr val="FA7B17"/>
          </p15:clr>
        </p15:guide>
        <p15:guide id="30" pos="5040">
          <p15:clr>
            <a:srgbClr val="FA7B17"/>
          </p15:clr>
        </p15:guide>
        <p15:guide id="31" pos="4860">
          <p15:clr>
            <a:srgbClr val="FA7B17"/>
          </p15:clr>
        </p15:guide>
        <p15:guide id="32" pos="5232">
          <p15:clr>
            <a:srgbClr val="FA7B17"/>
          </p15:clr>
        </p15:guide>
        <p15:guide id="33" pos="5580">
          <p15:clr>
            <a:srgbClr val="FA7B17"/>
          </p15:clr>
        </p15:guide>
        <p15:guide id="34" pos="5670">
          <p15:clr>
            <a:srgbClr val="FA7B17"/>
          </p15:clr>
        </p15:guide>
        <p15:guide id="35" orient="horz" pos="101">
          <p15:clr>
            <a:srgbClr val="FA7B17"/>
          </p15:clr>
        </p15:guide>
        <p15:guide id="36" orient="horz" pos="202">
          <p15:clr>
            <a:srgbClr val="FA7B17"/>
          </p15:clr>
        </p15:guide>
        <p15:guide id="37" orient="horz" pos="3139">
          <p15:clr>
            <a:srgbClr val="FA7B17"/>
          </p15:clr>
        </p15:guide>
        <p15:guide id="38" orient="horz" pos="2835">
          <p15:clr>
            <a:srgbClr val="FA7B17"/>
          </p15:clr>
        </p15:guide>
        <p15:guide id="39" orient="horz" pos="405">
          <p15:clr>
            <a:srgbClr val="FA7B17"/>
          </p15:clr>
        </p15:guide>
        <p15:guide id="40" orient="horz" pos="2430">
          <p15:clr>
            <a:srgbClr val="FA7B17"/>
          </p15:clr>
        </p15:guide>
        <p15:guide id="41" orient="horz" pos="1620">
          <p15:clr>
            <a:srgbClr val="FA7B17"/>
          </p15:clr>
        </p15:guide>
        <p15:guide id="42" orient="horz" pos="810">
          <p15:clr>
            <a:srgbClr val="FA7B17"/>
          </p15:clr>
        </p15:guide>
        <p15:guide id="43" orient="horz" pos="1215">
          <p15:clr>
            <a:srgbClr val="FA7B17"/>
          </p15:clr>
        </p15:guide>
        <p15:guide id="44" orient="horz" pos="2025">
          <p15:clr>
            <a:srgbClr val="FA7B17"/>
          </p15:clr>
        </p15:guide>
        <p15:guide id="45" orient="horz" pos="1418">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g2d3c537dc00_0_58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 name="Google Shape;17;g2d3c537dc00_0_58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8" name="Google Shape;18;g2d3c537dc00_0_58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4">
  <p:cSld name="TITLE_4">
    <p:spTree>
      <p:nvGrpSpPr>
        <p:cNvPr id="19" name="Shape 19"/>
        <p:cNvGrpSpPr/>
        <p:nvPr/>
      </p:nvGrpSpPr>
      <p:grpSpPr>
        <a:xfrm>
          <a:off x="0" y="0"/>
          <a:ext cx="0" cy="0"/>
          <a:chOff x="0" y="0"/>
          <a:chExt cx="0" cy="0"/>
        </a:xfrm>
      </p:grpSpPr>
      <p:sp>
        <p:nvSpPr>
          <p:cNvPr id="20" name="Google Shape;20;g2d3c537dc00_0_59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1" name="Google Shape;21;g2d3c537dc00_0_59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2" name="Google Shape;22;g2d3c537dc00_0_59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 Focus">
  <p:cSld name="TITLE_2">
    <p:bg>
      <p:bgPr>
        <a:solidFill>
          <a:schemeClr val="lt1"/>
        </a:solidFill>
      </p:bgPr>
    </p:bg>
    <p:spTree>
      <p:nvGrpSpPr>
        <p:cNvPr id="23" name="Shape 23"/>
        <p:cNvGrpSpPr/>
        <p:nvPr/>
      </p:nvGrpSpPr>
      <p:grpSpPr>
        <a:xfrm>
          <a:off x="0" y="0"/>
          <a:ext cx="0" cy="0"/>
          <a:chOff x="0" y="0"/>
          <a:chExt cx="0" cy="0"/>
        </a:xfrm>
      </p:grpSpPr>
      <p:sp>
        <p:nvSpPr>
          <p:cNvPr id="24" name="Google Shape;24;g2d3c537dc00_0_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pic>
        <p:nvPicPr>
          <p:cNvPr id="25" name="Google Shape;25;g2d3c537dc00_0_7"/>
          <p:cNvPicPr preferRelativeResize="0"/>
          <p:nvPr/>
        </p:nvPicPr>
        <p:blipFill rotWithShape="1">
          <a:blip r:embed="rId2">
            <a:alphaModFix/>
          </a:blip>
          <a:srcRect b="0" l="0" r="0" t="0"/>
          <a:stretch/>
        </p:blipFill>
        <p:spPr>
          <a:xfrm>
            <a:off x="5392400" y="2294850"/>
            <a:ext cx="2047775" cy="553811"/>
          </a:xfrm>
          <a:prstGeom prst="rect">
            <a:avLst/>
          </a:prstGeom>
          <a:noFill/>
          <a:ln>
            <a:noFill/>
          </a:ln>
        </p:spPr>
      </p:pic>
      <p:sp>
        <p:nvSpPr>
          <p:cNvPr id="26" name="Google Shape;26;g2d3c537dc00_0_7"/>
          <p:cNvSpPr/>
          <p:nvPr>
            <p:ph idx="2" type="pic"/>
          </p:nvPr>
        </p:nvSpPr>
        <p:spPr>
          <a:xfrm>
            <a:off x="1703775" y="2300250"/>
            <a:ext cx="2036400" cy="543000"/>
          </a:xfrm>
          <a:prstGeom prst="rect">
            <a:avLst/>
          </a:prstGeom>
          <a:noFill/>
          <a:ln>
            <a:noFill/>
          </a:ln>
        </p:spPr>
      </p:sp>
      <p:pic>
        <p:nvPicPr>
          <p:cNvPr id="27" name="Google Shape;27;g2d3c537dc00_0_7"/>
          <p:cNvPicPr preferRelativeResize="0"/>
          <p:nvPr/>
        </p:nvPicPr>
        <p:blipFill rotWithShape="1">
          <a:blip r:embed="rId3">
            <a:alphaModFix/>
          </a:blip>
          <a:srcRect b="0" l="0" r="0" t="0"/>
          <a:stretch/>
        </p:blipFill>
        <p:spPr>
          <a:xfrm>
            <a:off x="4375209" y="2376450"/>
            <a:ext cx="393582" cy="3936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2 Chapters">
  <p:cSld name="CUSTOM">
    <p:spTree>
      <p:nvGrpSpPr>
        <p:cNvPr id="28" name="Shape 28"/>
        <p:cNvGrpSpPr/>
        <p:nvPr/>
      </p:nvGrpSpPr>
      <p:grpSpPr>
        <a:xfrm>
          <a:off x="0" y="0"/>
          <a:ext cx="0" cy="0"/>
          <a:chOff x="0" y="0"/>
          <a:chExt cx="0" cy="0"/>
        </a:xfrm>
      </p:grpSpPr>
      <p:sp>
        <p:nvSpPr>
          <p:cNvPr id="29" name="Google Shape;29;g2d3c537dc00_0_12"/>
          <p:cNvSpPr txBox="1"/>
          <p:nvPr>
            <p:ph type="ctrTitle"/>
          </p:nvPr>
        </p:nvSpPr>
        <p:spPr>
          <a:xfrm>
            <a:off x="228600" y="228600"/>
            <a:ext cx="3522900" cy="17574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4900"/>
              <a:buFont typeface="Inter"/>
              <a:buNone/>
              <a:defRPr b="1" sz="49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sz="7000"/>
            </a:lvl2pPr>
            <a:lvl3pPr lvl="2" algn="l">
              <a:lnSpc>
                <a:spcPct val="100000"/>
              </a:lnSpc>
              <a:spcBef>
                <a:spcPts val="0"/>
              </a:spcBef>
              <a:spcAft>
                <a:spcPts val="0"/>
              </a:spcAft>
              <a:buSzPts val="7000"/>
              <a:buNone/>
              <a:defRPr sz="7000"/>
            </a:lvl3pPr>
            <a:lvl4pPr lvl="3" algn="l">
              <a:lnSpc>
                <a:spcPct val="100000"/>
              </a:lnSpc>
              <a:spcBef>
                <a:spcPts val="0"/>
              </a:spcBef>
              <a:spcAft>
                <a:spcPts val="0"/>
              </a:spcAft>
              <a:buSzPts val="7000"/>
              <a:buNone/>
              <a:defRPr sz="7000"/>
            </a:lvl4pPr>
            <a:lvl5pPr lvl="4" algn="l">
              <a:lnSpc>
                <a:spcPct val="100000"/>
              </a:lnSpc>
              <a:spcBef>
                <a:spcPts val="0"/>
              </a:spcBef>
              <a:spcAft>
                <a:spcPts val="0"/>
              </a:spcAft>
              <a:buSzPts val="7000"/>
              <a:buNone/>
              <a:defRPr sz="7000"/>
            </a:lvl5pPr>
            <a:lvl6pPr lvl="5" algn="l">
              <a:lnSpc>
                <a:spcPct val="100000"/>
              </a:lnSpc>
              <a:spcBef>
                <a:spcPts val="0"/>
              </a:spcBef>
              <a:spcAft>
                <a:spcPts val="0"/>
              </a:spcAft>
              <a:buSzPts val="7000"/>
              <a:buNone/>
              <a:defRPr sz="7000"/>
            </a:lvl6pPr>
            <a:lvl7pPr lvl="6" algn="l">
              <a:lnSpc>
                <a:spcPct val="100000"/>
              </a:lnSpc>
              <a:spcBef>
                <a:spcPts val="0"/>
              </a:spcBef>
              <a:spcAft>
                <a:spcPts val="0"/>
              </a:spcAft>
              <a:buSzPts val="7000"/>
              <a:buNone/>
              <a:defRPr sz="7000"/>
            </a:lvl7pPr>
            <a:lvl8pPr lvl="7" algn="l">
              <a:lnSpc>
                <a:spcPct val="100000"/>
              </a:lnSpc>
              <a:spcBef>
                <a:spcPts val="0"/>
              </a:spcBef>
              <a:spcAft>
                <a:spcPts val="0"/>
              </a:spcAft>
              <a:buSzPts val="7000"/>
              <a:buNone/>
              <a:defRPr sz="7000"/>
            </a:lvl8pPr>
            <a:lvl9pPr lvl="8" algn="l">
              <a:lnSpc>
                <a:spcPct val="100000"/>
              </a:lnSpc>
              <a:spcBef>
                <a:spcPts val="0"/>
              </a:spcBef>
              <a:spcAft>
                <a:spcPts val="0"/>
              </a:spcAft>
              <a:buSzPts val="7000"/>
              <a:buNone/>
              <a:defRPr sz="7000"/>
            </a:lvl9pPr>
          </a:lstStyle>
          <a:p/>
        </p:txBody>
      </p:sp>
      <p:sp>
        <p:nvSpPr>
          <p:cNvPr id="30" name="Google Shape;30;g2d3c537dc00_0_12"/>
          <p:cNvSpPr txBox="1"/>
          <p:nvPr>
            <p:ph idx="1" type="subTitle"/>
          </p:nvPr>
        </p:nvSpPr>
        <p:spPr>
          <a:xfrm>
            <a:off x="4659925" y="128475"/>
            <a:ext cx="3152400" cy="4140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2"/>
              </a:buClr>
              <a:buSzPts val="1300"/>
              <a:buNone/>
              <a:defRPr b="1" sz="1300">
                <a:solidFill>
                  <a:schemeClr val="lt2"/>
                </a:solidFill>
              </a:defRPr>
            </a:lvl1pPr>
            <a:lvl2pPr lvl="1" algn="l">
              <a:lnSpc>
                <a:spcPct val="115000"/>
              </a:lnSpc>
              <a:spcBef>
                <a:spcPts val="0"/>
              </a:spcBef>
              <a:spcAft>
                <a:spcPts val="0"/>
              </a:spcAft>
              <a:buSzPts val="1500"/>
              <a:buNone/>
              <a:defRPr/>
            </a:lvl2pPr>
            <a:lvl3pPr lvl="2" algn="l">
              <a:lnSpc>
                <a:spcPct val="115000"/>
              </a:lnSpc>
              <a:spcBef>
                <a:spcPts val="0"/>
              </a:spcBef>
              <a:spcAft>
                <a:spcPts val="0"/>
              </a:spcAft>
              <a:buSzPts val="1500"/>
              <a:buNone/>
              <a:defRPr/>
            </a:lvl3pPr>
            <a:lvl4pPr lvl="3" algn="l">
              <a:lnSpc>
                <a:spcPct val="115000"/>
              </a:lnSpc>
              <a:spcBef>
                <a:spcPts val="0"/>
              </a:spcBef>
              <a:spcAft>
                <a:spcPts val="0"/>
              </a:spcAft>
              <a:buSzPts val="1500"/>
              <a:buNone/>
              <a:defRPr/>
            </a:lvl4pPr>
            <a:lvl5pPr lvl="4" algn="l">
              <a:lnSpc>
                <a:spcPct val="115000"/>
              </a:lnSpc>
              <a:spcBef>
                <a:spcPts val="0"/>
              </a:spcBef>
              <a:spcAft>
                <a:spcPts val="0"/>
              </a:spcAft>
              <a:buSzPts val="1500"/>
              <a:buNone/>
              <a:defRPr/>
            </a:lvl5pPr>
            <a:lvl6pPr lvl="5" algn="l">
              <a:lnSpc>
                <a:spcPct val="115000"/>
              </a:lnSpc>
              <a:spcBef>
                <a:spcPts val="0"/>
              </a:spcBef>
              <a:spcAft>
                <a:spcPts val="0"/>
              </a:spcAft>
              <a:buSzPts val="1500"/>
              <a:buNone/>
              <a:defRPr/>
            </a:lvl6pPr>
            <a:lvl7pPr lvl="6" algn="l">
              <a:lnSpc>
                <a:spcPct val="115000"/>
              </a:lnSpc>
              <a:spcBef>
                <a:spcPts val="0"/>
              </a:spcBef>
              <a:spcAft>
                <a:spcPts val="0"/>
              </a:spcAft>
              <a:buSzPts val="1500"/>
              <a:buNone/>
              <a:defRPr/>
            </a:lvl7pPr>
            <a:lvl8pPr lvl="7" algn="l">
              <a:lnSpc>
                <a:spcPct val="115000"/>
              </a:lnSpc>
              <a:spcBef>
                <a:spcPts val="0"/>
              </a:spcBef>
              <a:spcAft>
                <a:spcPts val="0"/>
              </a:spcAft>
              <a:buSzPts val="1500"/>
              <a:buNone/>
              <a:defRPr/>
            </a:lvl8pPr>
            <a:lvl9pPr lvl="8" algn="l">
              <a:lnSpc>
                <a:spcPct val="115000"/>
              </a:lnSpc>
              <a:spcBef>
                <a:spcPts val="0"/>
              </a:spcBef>
              <a:spcAft>
                <a:spcPts val="0"/>
              </a:spcAft>
              <a:buSzPts val="1500"/>
              <a:buNone/>
              <a:defRPr/>
            </a:lvl9pPr>
          </a:lstStyle>
          <a:p/>
        </p:txBody>
      </p:sp>
      <p:sp>
        <p:nvSpPr>
          <p:cNvPr id="31" name="Google Shape;31;g2d3c537dc00_0_12"/>
          <p:cNvSpPr txBox="1"/>
          <p:nvPr>
            <p:ph idx="2" type="subTitle"/>
          </p:nvPr>
        </p:nvSpPr>
        <p:spPr>
          <a:xfrm>
            <a:off x="4659925" y="466275"/>
            <a:ext cx="3522900" cy="414000"/>
          </a:xfrm>
          <a:prstGeom prst="rect">
            <a:avLst/>
          </a:prstGeom>
          <a:noFill/>
          <a:ln>
            <a:noFill/>
          </a:ln>
        </p:spPr>
        <p:txBody>
          <a:bodyPr anchorCtr="0" anchor="t" bIns="91425" lIns="0" spcFirstLastPara="1" rIns="91425" wrap="square" tIns="0">
            <a:normAutofit/>
          </a:bodyPr>
          <a:lstStyle>
            <a:lvl1pPr lvl="0" algn="l">
              <a:lnSpc>
                <a:spcPct val="115000"/>
              </a:lnSpc>
              <a:spcBef>
                <a:spcPts val="0"/>
              </a:spcBef>
              <a:spcAft>
                <a:spcPts val="0"/>
              </a:spcAft>
              <a:buSzPts val="1600"/>
              <a:buNone/>
              <a:defRPr b="1" sz="1600"/>
            </a:lvl1pPr>
            <a:lvl2pPr lvl="1" algn="l">
              <a:lnSpc>
                <a:spcPct val="115000"/>
              </a:lnSpc>
              <a:spcBef>
                <a:spcPts val="0"/>
              </a:spcBef>
              <a:spcAft>
                <a:spcPts val="0"/>
              </a:spcAft>
              <a:buSzPts val="1600"/>
              <a:buNone/>
              <a:defRPr sz="1600"/>
            </a:lvl2pPr>
            <a:lvl3pPr lvl="2" algn="l">
              <a:lnSpc>
                <a:spcPct val="115000"/>
              </a:lnSpc>
              <a:spcBef>
                <a:spcPts val="0"/>
              </a:spcBef>
              <a:spcAft>
                <a:spcPts val="0"/>
              </a:spcAft>
              <a:buSzPts val="1600"/>
              <a:buNone/>
              <a:defRPr sz="1600"/>
            </a:lvl3pPr>
            <a:lvl4pPr lvl="3" algn="l">
              <a:lnSpc>
                <a:spcPct val="115000"/>
              </a:lnSpc>
              <a:spcBef>
                <a:spcPts val="0"/>
              </a:spcBef>
              <a:spcAft>
                <a:spcPts val="0"/>
              </a:spcAft>
              <a:buSzPts val="1600"/>
              <a:buNone/>
              <a:defRPr sz="1600"/>
            </a:lvl4pPr>
            <a:lvl5pPr lvl="4" algn="l">
              <a:lnSpc>
                <a:spcPct val="115000"/>
              </a:lnSpc>
              <a:spcBef>
                <a:spcPts val="0"/>
              </a:spcBef>
              <a:spcAft>
                <a:spcPts val="0"/>
              </a:spcAft>
              <a:buSzPts val="1600"/>
              <a:buNone/>
              <a:defRPr sz="1600"/>
            </a:lvl5pPr>
            <a:lvl6pPr lvl="5" algn="l">
              <a:lnSpc>
                <a:spcPct val="115000"/>
              </a:lnSpc>
              <a:spcBef>
                <a:spcPts val="0"/>
              </a:spcBef>
              <a:spcAft>
                <a:spcPts val="0"/>
              </a:spcAft>
              <a:buSzPts val="1600"/>
              <a:buNone/>
              <a:defRPr sz="1600"/>
            </a:lvl6pPr>
            <a:lvl7pPr lvl="6" algn="l">
              <a:lnSpc>
                <a:spcPct val="115000"/>
              </a:lnSpc>
              <a:spcBef>
                <a:spcPts val="0"/>
              </a:spcBef>
              <a:spcAft>
                <a:spcPts val="0"/>
              </a:spcAft>
              <a:buSzPts val="1600"/>
              <a:buNone/>
              <a:defRPr sz="1600"/>
            </a:lvl7pPr>
            <a:lvl8pPr lvl="7" algn="l">
              <a:lnSpc>
                <a:spcPct val="115000"/>
              </a:lnSpc>
              <a:spcBef>
                <a:spcPts val="0"/>
              </a:spcBef>
              <a:spcAft>
                <a:spcPts val="0"/>
              </a:spcAft>
              <a:buSzPts val="1600"/>
              <a:buNone/>
              <a:defRPr sz="1600"/>
            </a:lvl8pPr>
            <a:lvl9pPr lvl="8" algn="l">
              <a:lnSpc>
                <a:spcPct val="115000"/>
              </a:lnSpc>
              <a:spcBef>
                <a:spcPts val="0"/>
              </a:spcBef>
              <a:spcAft>
                <a:spcPts val="0"/>
              </a:spcAft>
              <a:buSzPts val="1600"/>
              <a:buNone/>
              <a:defRPr sz="1600"/>
            </a:lvl9pPr>
          </a:lstStyle>
          <a:p/>
        </p:txBody>
      </p:sp>
      <p:sp>
        <p:nvSpPr>
          <p:cNvPr id="32" name="Google Shape;32;g2d3c537dc00_0_12"/>
          <p:cNvSpPr txBox="1"/>
          <p:nvPr>
            <p:ph idx="3" type="body"/>
          </p:nvPr>
        </p:nvSpPr>
        <p:spPr>
          <a:xfrm>
            <a:off x="4659925" y="965775"/>
            <a:ext cx="3522900" cy="1518300"/>
          </a:xfrm>
          <a:prstGeom prst="rect">
            <a:avLst/>
          </a:prstGeom>
          <a:noFill/>
          <a:ln>
            <a:noFill/>
          </a:ln>
        </p:spPr>
        <p:txBody>
          <a:bodyPr anchorCtr="0" anchor="t" bIns="91425" lIns="0" spcFirstLastPara="1" rIns="91425" wrap="square" tIns="0">
            <a:normAutofit/>
          </a:bodyPr>
          <a:lstStyle>
            <a:lvl1pPr indent="-292100" lvl="0" marL="457200" algn="l">
              <a:lnSpc>
                <a:spcPct val="115000"/>
              </a:lnSpc>
              <a:spcBef>
                <a:spcPts val="0"/>
              </a:spcBef>
              <a:spcAft>
                <a:spcPts val="0"/>
              </a:spcAft>
              <a:buSzPts val="1000"/>
              <a:buChar char="●"/>
              <a:defRPr sz="1000"/>
            </a:lvl1pPr>
            <a:lvl2pPr indent="-292100" lvl="1" marL="914400" algn="l">
              <a:lnSpc>
                <a:spcPct val="115000"/>
              </a:lnSpc>
              <a:spcBef>
                <a:spcPts val="0"/>
              </a:spcBef>
              <a:spcAft>
                <a:spcPts val="0"/>
              </a:spcAft>
              <a:buSzPts val="1000"/>
              <a:buChar char="○"/>
              <a:defRPr sz="1000"/>
            </a:lvl2pPr>
            <a:lvl3pPr indent="-292100" lvl="2" marL="1371600" algn="l">
              <a:lnSpc>
                <a:spcPct val="115000"/>
              </a:lnSpc>
              <a:spcBef>
                <a:spcPts val="0"/>
              </a:spcBef>
              <a:spcAft>
                <a:spcPts val="0"/>
              </a:spcAft>
              <a:buSzPts val="1000"/>
              <a:buChar char="■"/>
              <a:defRPr sz="1000"/>
            </a:lvl3pPr>
            <a:lvl4pPr indent="-292100" lvl="3" marL="1828800" algn="l">
              <a:lnSpc>
                <a:spcPct val="115000"/>
              </a:lnSpc>
              <a:spcBef>
                <a:spcPts val="0"/>
              </a:spcBef>
              <a:spcAft>
                <a:spcPts val="0"/>
              </a:spcAft>
              <a:buSzPts val="1000"/>
              <a:buChar char="●"/>
              <a:defRPr sz="1000"/>
            </a:lvl4pPr>
            <a:lvl5pPr indent="-292100" lvl="4" marL="2286000" algn="l">
              <a:lnSpc>
                <a:spcPct val="115000"/>
              </a:lnSpc>
              <a:spcBef>
                <a:spcPts val="0"/>
              </a:spcBef>
              <a:spcAft>
                <a:spcPts val="0"/>
              </a:spcAft>
              <a:buSzPts val="1000"/>
              <a:buChar char="○"/>
              <a:defRPr sz="1000"/>
            </a:lvl5pPr>
            <a:lvl6pPr indent="-292100" lvl="5" marL="2743200" algn="l">
              <a:lnSpc>
                <a:spcPct val="115000"/>
              </a:lnSpc>
              <a:spcBef>
                <a:spcPts val="0"/>
              </a:spcBef>
              <a:spcAft>
                <a:spcPts val="0"/>
              </a:spcAft>
              <a:buSzPts val="1000"/>
              <a:buChar char="■"/>
              <a:defRPr sz="1000"/>
            </a:lvl6pPr>
            <a:lvl7pPr indent="-292100" lvl="6" marL="3200400" algn="l">
              <a:lnSpc>
                <a:spcPct val="115000"/>
              </a:lnSpc>
              <a:spcBef>
                <a:spcPts val="0"/>
              </a:spcBef>
              <a:spcAft>
                <a:spcPts val="0"/>
              </a:spcAft>
              <a:buSzPts val="1000"/>
              <a:buChar char="●"/>
              <a:defRPr sz="1000"/>
            </a:lvl7pPr>
            <a:lvl8pPr indent="-292100" lvl="7" marL="3657600" algn="l">
              <a:lnSpc>
                <a:spcPct val="115000"/>
              </a:lnSpc>
              <a:spcBef>
                <a:spcPts val="0"/>
              </a:spcBef>
              <a:spcAft>
                <a:spcPts val="0"/>
              </a:spcAft>
              <a:buSzPts val="1000"/>
              <a:buChar char="○"/>
              <a:defRPr sz="1000"/>
            </a:lvl8pPr>
            <a:lvl9pPr indent="-292100" lvl="8" marL="4114800" algn="l">
              <a:lnSpc>
                <a:spcPct val="115000"/>
              </a:lnSpc>
              <a:spcBef>
                <a:spcPts val="0"/>
              </a:spcBef>
              <a:spcAft>
                <a:spcPts val="0"/>
              </a:spcAft>
              <a:buSzPts val="1000"/>
              <a:buChar char="■"/>
              <a:defRPr sz="1000"/>
            </a:lvl9pPr>
          </a:lstStyle>
          <a:p/>
        </p:txBody>
      </p:sp>
      <p:sp>
        <p:nvSpPr>
          <p:cNvPr id="33" name="Google Shape;33;g2d3c537dc00_0_12"/>
          <p:cNvSpPr txBox="1"/>
          <p:nvPr>
            <p:ph idx="4" type="subTitle"/>
          </p:nvPr>
        </p:nvSpPr>
        <p:spPr>
          <a:xfrm>
            <a:off x="4659925" y="2454525"/>
            <a:ext cx="3419100" cy="4140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2"/>
              </a:buClr>
              <a:buSzPts val="1300"/>
              <a:buNone/>
              <a:defRPr b="1" sz="1300">
                <a:solidFill>
                  <a:schemeClr val="lt2"/>
                </a:solidFill>
              </a:defRPr>
            </a:lvl1pPr>
            <a:lvl2pPr lvl="1" algn="l">
              <a:lnSpc>
                <a:spcPct val="115000"/>
              </a:lnSpc>
              <a:spcBef>
                <a:spcPts val="0"/>
              </a:spcBef>
              <a:spcAft>
                <a:spcPts val="0"/>
              </a:spcAft>
              <a:buSzPts val="1500"/>
              <a:buNone/>
              <a:defRPr/>
            </a:lvl2pPr>
            <a:lvl3pPr lvl="2" algn="l">
              <a:lnSpc>
                <a:spcPct val="115000"/>
              </a:lnSpc>
              <a:spcBef>
                <a:spcPts val="0"/>
              </a:spcBef>
              <a:spcAft>
                <a:spcPts val="0"/>
              </a:spcAft>
              <a:buSzPts val="1500"/>
              <a:buNone/>
              <a:defRPr/>
            </a:lvl3pPr>
            <a:lvl4pPr lvl="3" algn="l">
              <a:lnSpc>
                <a:spcPct val="115000"/>
              </a:lnSpc>
              <a:spcBef>
                <a:spcPts val="0"/>
              </a:spcBef>
              <a:spcAft>
                <a:spcPts val="0"/>
              </a:spcAft>
              <a:buSzPts val="1500"/>
              <a:buNone/>
              <a:defRPr/>
            </a:lvl4pPr>
            <a:lvl5pPr lvl="4" algn="l">
              <a:lnSpc>
                <a:spcPct val="115000"/>
              </a:lnSpc>
              <a:spcBef>
                <a:spcPts val="0"/>
              </a:spcBef>
              <a:spcAft>
                <a:spcPts val="0"/>
              </a:spcAft>
              <a:buSzPts val="1500"/>
              <a:buNone/>
              <a:defRPr/>
            </a:lvl5pPr>
            <a:lvl6pPr lvl="5" algn="l">
              <a:lnSpc>
                <a:spcPct val="115000"/>
              </a:lnSpc>
              <a:spcBef>
                <a:spcPts val="0"/>
              </a:spcBef>
              <a:spcAft>
                <a:spcPts val="0"/>
              </a:spcAft>
              <a:buSzPts val="1500"/>
              <a:buNone/>
              <a:defRPr/>
            </a:lvl6pPr>
            <a:lvl7pPr lvl="6" algn="l">
              <a:lnSpc>
                <a:spcPct val="115000"/>
              </a:lnSpc>
              <a:spcBef>
                <a:spcPts val="0"/>
              </a:spcBef>
              <a:spcAft>
                <a:spcPts val="0"/>
              </a:spcAft>
              <a:buSzPts val="1500"/>
              <a:buNone/>
              <a:defRPr/>
            </a:lvl7pPr>
            <a:lvl8pPr lvl="7" algn="l">
              <a:lnSpc>
                <a:spcPct val="115000"/>
              </a:lnSpc>
              <a:spcBef>
                <a:spcPts val="0"/>
              </a:spcBef>
              <a:spcAft>
                <a:spcPts val="0"/>
              </a:spcAft>
              <a:buSzPts val="1500"/>
              <a:buNone/>
              <a:defRPr/>
            </a:lvl8pPr>
            <a:lvl9pPr lvl="8" algn="l">
              <a:lnSpc>
                <a:spcPct val="115000"/>
              </a:lnSpc>
              <a:spcBef>
                <a:spcPts val="0"/>
              </a:spcBef>
              <a:spcAft>
                <a:spcPts val="0"/>
              </a:spcAft>
              <a:buSzPts val="1500"/>
              <a:buNone/>
              <a:defRPr/>
            </a:lvl9pPr>
          </a:lstStyle>
          <a:p/>
        </p:txBody>
      </p:sp>
      <p:sp>
        <p:nvSpPr>
          <p:cNvPr id="34" name="Google Shape;34;g2d3c537dc00_0_12"/>
          <p:cNvSpPr txBox="1"/>
          <p:nvPr>
            <p:ph idx="5" type="subTitle"/>
          </p:nvPr>
        </p:nvSpPr>
        <p:spPr>
          <a:xfrm>
            <a:off x="4659925" y="2792325"/>
            <a:ext cx="3522900" cy="414000"/>
          </a:xfrm>
          <a:prstGeom prst="rect">
            <a:avLst/>
          </a:prstGeom>
          <a:noFill/>
          <a:ln>
            <a:noFill/>
          </a:ln>
        </p:spPr>
        <p:txBody>
          <a:bodyPr anchorCtr="0" anchor="t" bIns="91425" lIns="0" spcFirstLastPara="1" rIns="91425" wrap="square" tIns="0">
            <a:normAutofit/>
          </a:bodyPr>
          <a:lstStyle>
            <a:lvl1pPr lvl="0" algn="l">
              <a:lnSpc>
                <a:spcPct val="115000"/>
              </a:lnSpc>
              <a:spcBef>
                <a:spcPts val="0"/>
              </a:spcBef>
              <a:spcAft>
                <a:spcPts val="0"/>
              </a:spcAft>
              <a:buSzPts val="1600"/>
              <a:buNone/>
              <a:defRPr b="1" sz="1600"/>
            </a:lvl1pPr>
            <a:lvl2pPr lvl="1" algn="l">
              <a:lnSpc>
                <a:spcPct val="115000"/>
              </a:lnSpc>
              <a:spcBef>
                <a:spcPts val="0"/>
              </a:spcBef>
              <a:spcAft>
                <a:spcPts val="0"/>
              </a:spcAft>
              <a:buSzPts val="1600"/>
              <a:buNone/>
              <a:defRPr sz="1600"/>
            </a:lvl2pPr>
            <a:lvl3pPr lvl="2" algn="l">
              <a:lnSpc>
                <a:spcPct val="115000"/>
              </a:lnSpc>
              <a:spcBef>
                <a:spcPts val="0"/>
              </a:spcBef>
              <a:spcAft>
                <a:spcPts val="0"/>
              </a:spcAft>
              <a:buSzPts val="1600"/>
              <a:buNone/>
              <a:defRPr sz="1600"/>
            </a:lvl3pPr>
            <a:lvl4pPr lvl="3" algn="l">
              <a:lnSpc>
                <a:spcPct val="115000"/>
              </a:lnSpc>
              <a:spcBef>
                <a:spcPts val="0"/>
              </a:spcBef>
              <a:spcAft>
                <a:spcPts val="0"/>
              </a:spcAft>
              <a:buSzPts val="1600"/>
              <a:buNone/>
              <a:defRPr sz="1600"/>
            </a:lvl4pPr>
            <a:lvl5pPr lvl="4" algn="l">
              <a:lnSpc>
                <a:spcPct val="115000"/>
              </a:lnSpc>
              <a:spcBef>
                <a:spcPts val="0"/>
              </a:spcBef>
              <a:spcAft>
                <a:spcPts val="0"/>
              </a:spcAft>
              <a:buSzPts val="1600"/>
              <a:buNone/>
              <a:defRPr sz="1600"/>
            </a:lvl5pPr>
            <a:lvl6pPr lvl="5" algn="l">
              <a:lnSpc>
                <a:spcPct val="115000"/>
              </a:lnSpc>
              <a:spcBef>
                <a:spcPts val="0"/>
              </a:spcBef>
              <a:spcAft>
                <a:spcPts val="0"/>
              </a:spcAft>
              <a:buSzPts val="1600"/>
              <a:buNone/>
              <a:defRPr sz="1600"/>
            </a:lvl6pPr>
            <a:lvl7pPr lvl="6" algn="l">
              <a:lnSpc>
                <a:spcPct val="115000"/>
              </a:lnSpc>
              <a:spcBef>
                <a:spcPts val="0"/>
              </a:spcBef>
              <a:spcAft>
                <a:spcPts val="0"/>
              </a:spcAft>
              <a:buSzPts val="1600"/>
              <a:buNone/>
              <a:defRPr sz="1600"/>
            </a:lvl7pPr>
            <a:lvl8pPr lvl="7" algn="l">
              <a:lnSpc>
                <a:spcPct val="115000"/>
              </a:lnSpc>
              <a:spcBef>
                <a:spcPts val="0"/>
              </a:spcBef>
              <a:spcAft>
                <a:spcPts val="0"/>
              </a:spcAft>
              <a:buSzPts val="1600"/>
              <a:buNone/>
              <a:defRPr sz="1600"/>
            </a:lvl8pPr>
            <a:lvl9pPr lvl="8" algn="l">
              <a:lnSpc>
                <a:spcPct val="115000"/>
              </a:lnSpc>
              <a:spcBef>
                <a:spcPts val="0"/>
              </a:spcBef>
              <a:spcAft>
                <a:spcPts val="0"/>
              </a:spcAft>
              <a:buSzPts val="1600"/>
              <a:buNone/>
              <a:defRPr sz="1600"/>
            </a:lvl9pPr>
          </a:lstStyle>
          <a:p/>
        </p:txBody>
      </p:sp>
      <p:sp>
        <p:nvSpPr>
          <p:cNvPr id="35" name="Google Shape;35;g2d3c537dc00_0_12"/>
          <p:cNvSpPr txBox="1"/>
          <p:nvPr>
            <p:ph idx="6" type="body"/>
          </p:nvPr>
        </p:nvSpPr>
        <p:spPr>
          <a:xfrm>
            <a:off x="4659925" y="3291825"/>
            <a:ext cx="3522900" cy="1518300"/>
          </a:xfrm>
          <a:prstGeom prst="rect">
            <a:avLst/>
          </a:prstGeom>
          <a:noFill/>
          <a:ln>
            <a:noFill/>
          </a:ln>
        </p:spPr>
        <p:txBody>
          <a:bodyPr anchorCtr="0" anchor="t" bIns="91425" lIns="0" spcFirstLastPara="1" rIns="91425" wrap="square" tIns="0">
            <a:normAutofit/>
          </a:bodyPr>
          <a:lstStyle>
            <a:lvl1pPr indent="-292100" lvl="0" marL="457200" algn="l">
              <a:lnSpc>
                <a:spcPct val="115000"/>
              </a:lnSpc>
              <a:spcBef>
                <a:spcPts val="0"/>
              </a:spcBef>
              <a:spcAft>
                <a:spcPts val="0"/>
              </a:spcAft>
              <a:buSzPts val="1000"/>
              <a:buChar char="●"/>
              <a:defRPr sz="1000"/>
            </a:lvl1pPr>
            <a:lvl2pPr indent="-292100" lvl="1" marL="914400" algn="l">
              <a:lnSpc>
                <a:spcPct val="115000"/>
              </a:lnSpc>
              <a:spcBef>
                <a:spcPts val="0"/>
              </a:spcBef>
              <a:spcAft>
                <a:spcPts val="0"/>
              </a:spcAft>
              <a:buSzPts val="1000"/>
              <a:buChar char="○"/>
              <a:defRPr sz="1000"/>
            </a:lvl2pPr>
            <a:lvl3pPr indent="-292100" lvl="2" marL="1371600" algn="l">
              <a:lnSpc>
                <a:spcPct val="115000"/>
              </a:lnSpc>
              <a:spcBef>
                <a:spcPts val="0"/>
              </a:spcBef>
              <a:spcAft>
                <a:spcPts val="0"/>
              </a:spcAft>
              <a:buSzPts val="1000"/>
              <a:buChar char="■"/>
              <a:defRPr sz="1000"/>
            </a:lvl3pPr>
            <a:lvl4pPr indent="-292100" lvl="3" marL="1828800" algn="l">
              <a:lnSpc>
                <a:spcPct val="115000"/>
              </a:lnSpc>
              <a:spcBef>
                <a:spcPts val="0"/>
              </a:spcBef>
              <a:spcAft>
                <a:spcPts val="0"/>
              </a:spcAft>
              <a:buSzPts val="1000"/>
              <a:buChar char="●"/>
              <a:defRPr sz="1000"/>
            </a:lvl4pPr>
            <a:lvl5pPr indent="-292100" lvl="4" marL="2286000" algn="l">
              <a:lnSpc>
                <a:spcPct val="115000"/>
              </a:lnSpc>
              <a:spcBef>
                <a:spcPts val="0"/>
              </a:spcBef>
              <a:spcAft>
                <a:spcPts val="0"/>
              </a:spcAft>
              <a:buSzPts val="1000"/>
              <a:buChar char="○"/>
              <a:defRPr sz="1000"/>
            </a:lvl5pPr>
            <a:lvl6pPr indent="-292100" lvl="5" marL="2743200" algn="l">
              <a:lnSpc>
                <a:spcPct val="115000"/>
              </a:lnSpc>
              <a:spcBef>
                <a:spcPts val="0"/>
              </a:spcBef>
              <a:spcAft>
                <a:spcPts val="0"/>
              </a:spcAft>
              <a:buSzPts val="1000"/>
              <a:buChar char="■"/>
              <a:defRPr sz="1000"/>
            </a:lvl6pPr>
            <a:lvl7pPr indent="-292100" lvl="6" marL="3200400" algn="l">
              <a:lnSpc>
                <a:spcPct val="115000"/>
              </a:lnSpc>
              <a:spcBef>
                <a:spcPts val="0"/>
              </a:spcBef>
              <a:spcAft>
                <a:spcPts val="0"/>
              </a:spcAft>
              <a:buSzPts val="1000"/>
              <a:buChar char="●"/>
              <a:defRPr sz="1000"/>
            </a:lvl7pPr>
            <a:lvl8pPr indent="-292100" lvl="7" marL="3657600" algn="l">
              <a:lnSpc>
                <a:spcPct val="115000"/>
              </a:lnSpc>
              <a:spcBef>
                <a:spcPts val="0"/>
              </a:spcBef>
              <a:spcAft>
                <a:spcPts val="0"/>
              </a:spcAft>
              <a:buSzPts val="1000"/>
              <a:buChar char="○"/>
              <a:defRPr sz="1000"/>
            </a:lvl8pPr>
            <a:lvl9pPr indent="-292100" lvl="8" marL="4114800" algn="l">
              <a:lnSpc>
                <a:spcPct val="115000"/>
              </a:lnSpc>
              <a:spcBef>
                <a:spcPts val="0"/>
              </a:spcBef>
              <a:spcAft>
                <a:spcPts val="0"/>
              </a:spcAft>
              <a:buSzPts val="1000"/>
              <a:buChar char="■"/>
              <a:defRPr sz="10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3 Chapters">
  <p:cSld name="CUSTOM_1">
    <p:spTree>
      <p:nvGrpSpPr>
        <p:cNvPr id="36" name="Shape 36"/>
        <p:cNvGrpSpPr/>
        <p:nvPr/>
      </p:nvGrpSpPr>
      <p:grpSpPr>
        <a:xfrm>
          <a:off x="0" y="0"/>
          <a:ext cx="0" cy="0"/>
          <a:chOff x="0" y="0"/>
          <a:chExt cx="0" cy="0"/>
        </a:xfrm>
      </p:grpSpPr>
      <p:sp>
        <p:nvSpPr>
          <p:cNvPr id="37" name="Google Shape;37;g2d3c537dc00_0_20"/>
          <p:cNvSpPr txBox="1"/>
          <p:nvPr>
            <p:ph type="ctrTitle"/>
          </p:nvPr>
        </p:nvSpPr>
        <p:spPr>
          <a:xfrm>
            <a:off x="228600" y="228600"/>
            <a:ext cx="3522900" cy="17574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4900"/>
              <a:buFont typeface="Inter"/>
              <a:buNone/>
              <a:defRPr b="1" sz="49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sz="7000"/>
            </a:lvl2pPr>
            <a:lvl3pPr lvl="2" algn="l">
              <a:lnSpc>
                <a:spcPct val="100000"/>
              </a:lnSpc>
              <a:spcBef>
                <a:spcPts val="0"/>
              </a:spcBef>
              <a:spcAft>
                <a:spcPts val="0"/>
              </a:spcAft>
              <a:buSzPts val="7000"/>
              <a:buNone/>
              <a:defRPr sz="7000"/>
            </a:lvl3pPr>
            <a:lvl4pPr lvl="3" algn="l">
              <a:lnSpc>
                <a:spcPct val="100000"/>
              </a:lnSpc>
              <a:spcBef>
                <a:spcPts val="0"/>
              </a:spcBef>
              <a:spcAft>
                <a:spcPts val="0"/>
              </a:spcAft>
              <a:buSzPts val="7000"/>
              <a:buNone/>
              <a:defRPr sz="7000"/>
            </a:lvl4pPr>
            <a:lvl5pPr lvl="4" algn="l">
              <a:lnSpc>
                <a:spcPct val="100000"/>
              </a:lnSpc>
              <a:spcBef>
                <a:spcPts val="0"/>
              </a:spcBef>
              <a:spcAft>
                <a:spcPts val="0"/>
              </a:spcAft>
              <a:buSzPts val="7000"/>
              <a:buNone/>
              <a:defRPr sz="7000"/>
            </a:lvl5pPr>
            <a:lvl6pPr lvl="5" algn="l">
              <a:lnSpc>
                <a:spcPct val="100000"/>
              </a:lnSpc>
              <a:spcBef>
                <a:spcPts val="0"/>
              </a:spcBef>
              <a:spcAft>
                <a:spcPts val="0"/>
              </a:spcAft>
              <a:buSzPts val="7000"/>
              <a:buNone/>
              <a:defRPr sz="7000"/>
            </a:lvl6pPr>
            <a:lvl7pPr lvl="6" algn="l">
              <a:lnSpc>
                <a:spcPct val="100000"/>
              </a:lnSpc>
              <a:spcBef>
                <a:spcPts val="0"/>
              </a:spcBef>
              <a:spcAft>
                <a:spcPts val="0"/>
              </a:spcAft>
              <a:buSzPts val="7000"/>
              <a:buNone/>
              <a:defRPr sz="7000"/>
            </a:lvl7pPr>
            <a:lvl8pPr lvl="7" algn="l">
              <a:lnSpc>
                <a:spcPct val="100000"/>
              </a:lnSpc>
              <a:spcBef>
                <a:spcPts val="0"/>
              </a:spcBef>
              <a:spcAft>
                <a:spcPts val="0"/>
              </a:spcAft>
              <a:buSzPts val="7000"/>
              <a:buNone/>
              <a:defRPr sz="7000"/>
            </a:lvl8pPr>
            <a:lvl9pPr lvl="8" algn="l">
              <a:lnSpc>
                <a:spcPct val="100000"/>
              </a:lnSpc>
              <a:spcBef>
                <a:spcPts val="0"/>
              </a:spcBef>
              <a:spcAft>
                <a:spcPts val="0"/>
              </a:spcAft>
              <a:buSzPts val="7000"/>
              <a:buNone/>
              <a:defRPr sz="7000"/>
            </a:lvl9pPr>
          </a:lstStyle>
          <a:p/>
        </p:txBody>
      </p:sp>
      <p:sp>
        <p:nvSpPr>
          <p:cNvPr id="38" name="Google Shape;38;g2d3c537dc00_0_20"/>
          <p:cNvSpPr txBox="1"/>
          <p:nvPr>
            <p:ph idx="1" type="subTitle"/>
          </p:nvPr>
        </p:nvSpPr>
        <p:spPr>
          <a:xfrm>
            <a:off x="3179350" y="230925"/>
            <a:ext cx="2785200" cy="4140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2"/>
              </a:buClr>
              <a:buSzPts val="1300"/>
              <a:buNone/>
              <a:defRPr b="1" sz="1300">
                <a:solidFill>
                  <a:schemeClr val="lt2"/>
                </a:solidFill>
              </a:defRPr>
            </a:lvl1pPr>
            <a:lvl2pPr lvl="1" algn="l">
              <a:lnSpc>
                <a:spcPct val="115000"/>
              </a:lnSpc>
              <a:spcBef>
                <a:spcPts val="0"/>
              </a:spcBef>
              <a:spcAft>
                <a:spcPts val="0"/>
              </a:spcAft>
              <a:buSzPts val="1500"/>
              <a:buNone/>
              <a:defRPr/>
            </a:lvl2pPr>
            <a:lvl3pPr lvl="2" algn="l">
              <a:lnSpc>
                <a:spcPct val="115000"/>
              </a:lnSpc>
              <a:spcBef>
                <a:spcPts val="0"/>
              </a:spcBef>
              <a:spcAft>
                <a:spcPts val="0"/>
              </a:spcAft>
              <a:buSzPts val="1500"/>
              <a:buNone/>
              <a:defRPr/>
            </a:lvl3pPr>
            <a:lvl4pPr lvl="3" algn="l">
              <a:lnSpc>
                <a:spcPct val="115000"/>
              </a:lnSpc>
              <a:spcBef>
                <a:spcPts val="0"/>
              </a:spcBef>
              <a:spcAft>
                <a:spcPts val="0"/>
              </a:spcAft>
              <a:buSzPts val="1500"/>
              <a:buNone/>
              <a:defRPr/>
            </a:lvl4pPr>
            <a:lvl5pPr lvl="4" algn="l">
              <a:lnSpc>
                <a:spcPct val="115000"/>
              </a:lnSpc>
              <a:spcBef>
                <a:spcPts val="0"/>
              </a:spcBef>
              <a:spcAft>
                <a:spcPts val="0"/>
              </a:spcAft>
              <a:buSzPts val="1500"/>
              <a:buNone/>
              <a:defRPr/>
            </a:lvl5pPr>
            <a:lvl6pPr lvl="5" algn="l">
              <a:lnSpc>
                <a:spcPct val="115000"/>
              </a:lnSpc>
              <a:spcBef>
                <a:spcPts val="0"/>
              </a:spcBef>
              <a:spcAft>
                <a:spcPts val="0"/>
              </a:spcAft>
              <a:buSzPts val="1500"/>
              <a:buNone/>
              <a:defRPr/>
            </a:lvl6pPr>
            <a:lvl7pPr lvl="6" algn="l">
              <a:lnSpc>
                <a:spcPct val="115000"/>
              </a:lnSpc>
              <a:spcBef>
                <a:spcPts val="0"/>
              </a:spcBef>
              <a:spcAft>
                <a:spcPts val="0"/>
              </a:spcAft>
              <a:buSzPts val="1500"/>
              <a:buNone/>
              <a:defRPr/>
            </a:lvl7pPr>
            <a:lvl8pPr lvl="7" algn="l">
              <a:lnSpc>
                <a:spcPct val="115000"/>
              </a:lnSpc>
              <a:spcBef>
                <a:spcPts val="0"/>
              </a:spcBef>
              <a:spcAft>
                <a:spcPts val="0"/>
              </a:spcAft>
              <a:buSzPts val="1500"/>
              <a:buNone/>
              <a:defRPr/>
            </a:lvl8pPr>
            <a:lvl9pPr lvl="8" algn="l">
              <a:lnSpc>
                <a:spcPct val="115000"/>
              </a:lnSpc>
              <a:spcBef>
                <a:spcPts val="0"/>
              </a:spcBef>
              <a:spcAft>
                <a:spcPts val="0"/>
              </a:spcAft>
              <a:buSzPts val="1500"/>
              <a:buNone/>
              <a:defRPr/>
            </a:lvl9pPr>
          </a:lstStyle>
          <a:p/>
        </p:txBody>
      </p:sp>
      <p:sp>
        <p:nvSpPr>
          <p:cNvPr id="39" name="Google Shape;39;g2d3c537dc00_0_20"/>
          <p:cNvSpPr txBox="1"/>
          <p:nvPr>
            <p:ph idx="2" type="subTitle"/>
          </p:nvPr>
        </p:nvSpPr>
        <p:spPr>
          <a:xfrm>
            <a:off x="3179350" y="568725"/>
            <a:ext cx="2785200" cy="414000"/>
          </a:xfrm>
          <a:prstGeom prst="rect">
            <a:avLst/>
          </a:prstGeom>
          <a:noFill/>
          <a:ln>
            <a:noFill/>
          </a:ln>
        </p:spPr>
        <p:txBody>
          <a:bodyPr anchorCtr="0" anchor="t" bIns="91425" lIns="0" spcFirstLastPara="1" rIns="91425" wrap="square" tIns="0">
            <a:normAutofit/>
          </a:bodyPr>
          <a:lstStyle>
            <a:lvl1pPr lvl="0" algn="l">
              <a:lnSpc>
                <a:spcPct val="115000"/>
              </a:lnSpc>
              <a:spcBef>
                <a:spcPts val="0"/>
              </a:spcBef>
              <a:spcAft>
                <a:spcPts val="0"/>
              </a:spcAft>
              <a:buSzPts val="1600"/>
              <a:buNone/>
              <a:defRPr b="1" sz="1600"/>
            </a:lvl1pPr>
            <a:lvl2pPr lvl="1" algn="l">
              <a:lnSpc>
                <a:spcPct val="115000"/>
              </a:lnSpc>
              <a:spcBef>
                <a:spcPts val="0"/>
              </a:spcBef>
              <a:spcAft>
                <a:spcPts val="0"/>
              </a:spcAft>
              <a:buSzPts val="1600"/>
              <a:buNone/>
              <a:defRPr sz="1600"/>
            </a:lvl2pPr>
            <a:lvl3pPr lvl="2" algn="l">
              <a:lnSpc>
                <a:spcPct val="115000"/>
              </a:lnSpc>
              <a:spcBef>
                <a:spcPts val="0"/>
              </a:spcBef>
              <a:spcAft>
                <a:spcPts val="0"/>
              </a:spcAft>
              <a:buSzPts val="1600"/>
              <a:buNone/>
              <a:defRPr sz="1600"/>
            </a:lvl3pPr>
            <a:lvl4pPr lvl="3" algn="l">
              <a:lnSpc>
                <a:spcPct val="115000"/>
              </a:lnSpc>
              <a:spcBef>
                <a:spcPts val="0"/>
              </a:spcBef>
              <a:spcAft>
                <a:spcPts val="0"/>
              </a:spcAft>
              <a:buSzPts val="1600"/>
              <a:buNone/>
              <a:defRPr sz="1600"/>
            </a:lvl4pPr>
            <a:lvl5pPr lvl="4" algn="l">
              <a:lnSpc>
                <a:spcPct val="115000"/>
              </a:lnSpc>
              <a:spcBef>
                <a:spcPts val="0"/>
              </a:spcBef>
              <a:spcAft>
                <a:spcPts val="0"/>
              </a:spcAft>
              <a:buSzPts val="1600"/>
              <a:buNone/>
              <a:defRPr sz="1600"/>
            </a:lvl5pPr>
            <a:lvl6pPr lvl="5" algn="l">
              <a:lnSpc>
                <a:spcPct val="115000"/>
              </a:lnSpc>
              <a:spcBef>
                <a:spcPts val="0"/>
              </a:spcBef>
              <a:spcAft>
                <a:spcPts val="0"/>
              </a:spcAft>
              <a:buSzPts val="1600"/>
              <a:buNone/>
              <a:defRPr sz="1600"/>
            </a:lvl6pPr>
            <a:lvl7pPr lvl="6" algn="l">
              <a:lnSpc>
                <a:spcPct val="115000"/>
              </a:lnSpc>
              <a:spcBef>
                <a:spcPts val="0"/>
              </a:spcBef>
              <a:spcAft>
                <a:spcPts val="0"/>
              </a:spcAft>
              <a:buSzPts val="1600"/>
              <a:buNone/>
              <a:defRPr sz="1600"/>
            </a:lvl7pPr>
            <a:lvl8pPr lvl="7" algn="l">
              <a:lnSpc>
                <a:spcPct val="115000"/>
              </a:lnSpc>
              <a:spcBef>
                <a:spcPts val="0"/>
              </a:spcBef>
              <a:spcAft>
                <a:spcPts val="0"/>
              </a:spcAft>
              <a:buSzPts val="1600"/>
              <a:buNone/>
              <a:defRPr sz="1600"/>
            </a:lvl8pPr>
            <a:lvl9pPr lvl="8" algn="l">
              <a:lnSpc>
                <a:spcPct val="115000"/>
              </a:lnSpc>
              <a:spcBef>
                <a:spcPts val="0"/>
              </a:spcBef>
              <a:spcAft>
                <a:spcPts val="0"/>
              </a:spcAft>
              <a:buSzPts val="1600"/>
              <a:buNone/>
              <a:defRPr sz="1600"/>
            </a:lvl9pPr>
          </a:lstStyle>
          <a:p/>
        </p:txBody>
      </p:sp>
      <p:sp>
        <p:nvSpPr>
          <p:cNvPr id="40" name="Google Shape;40;g2d3c537dc00_0_20"/>
          <p:cNvSpPr txBox="1"/>
          <p:nvPr>
            <p:ph idx="3" type="body"/>
          </p:nvPr>
        </p:nvSpPr>
        <p:spPr>
          <a:xfrm>
            <a:off x="3179350" y="992025"/>
            <a:ext cx="2785200" cy="1518300"/>
          </a:xfrm>
          <a:prstGeom prst="rect">
            <a:avLst/>
          </a:prstGeom>
          <a:noFill/>
          <a:ln>
            <a:noFill/>
          </a:ln>
        </p:spPr>
        <p:txBody>
          <a:bodyPr anchorCtr="0" anchor="t" bIns="91425" lIns="0" spcFirstLastPara="1" rIns="91425" wrap="square" tIns="0">
            <a:normAutofit/>
          </a:bodyPr>
          <a:lstStyle>
            <a:lvl1pPr indent="-292100" lvl="0" marL="457200" algn="l">
              <a:lnSpc>
                <a:spcPct val="115000"/>
              </a:lnSpc>
              <a:spcBef>
                <a:spcPts val="0"/>
              </a:spcBef>
              <a:spcAft>
                <a:spcPts val="0"/>
              </a:spcAft>
              <a:buSzPts val="1000"/>
              <a:buChar char="●"/>
              <a:defRPr sz="1000"/>
            </a:lvl1pPr>
            <a:lvl2pPr indent="-292100" lvl="1" marL="914400" algn="l">
              <a:lnSpc>
                <a:spcPct val="115000"/>
              </a:lnSpc>
              <a:spcBef>
                <a:spcPts val="0"/>
              </a:spcBef>
              <a:spcAft>
                <a:spcPts val="0"/>
              </a:spcAft>
              <a:buSzPts val="1000"/>
              <a:buChar char="○"/>
              <a:defRPr sz="1000"/>
            </a:lvl2pPr>
            <a:lvl3pPr indent="-292100" lvl="2" marL="1371600" algn="l">
              <a:lnSpc>
                <a:spcPct val="115000"/>
              </a:lnSpc>
              <a:spcBef>
                <a:spcPts val="0"/>
              </a:spcBef>
              <a:spcAft>
                <a:spcPts val="0"/>
              </a:spcAft>
              <a:buSzPts val="1000"/>
              <a:buChar char="■"/>
              <a:defRPr sz="1000"/>
            </a:lvl3pPr>
            <a:lvl4pPr indent="-292100" lvl="3" marL="1828800" algn="l">
              <a:lnSpc>
                <a:spcPct val="115000"/>
              </a:lnSpc>
              <a:spcBef>
                <a:spcPts val="0"/>
              </a:spcBef>
              <a:spcAft>
                <a:spcPts val="0"/>
              </a:spcAft>
              <a:buSzPts val="1000"/>
              <a:buChar char="●"/>
              <a:defRPr sz="1000"/>
            </a:lvl4pPr>
            <a:lvl5pPr indent="-292100" lvl="4" marL="2286000" algn="l">
              <a:lnSpc>
                <a:spcPct val="115000"/>
              </a:lnSpc>
              <a:spcBef>
                <a:spcPts val="0"/>
              </a:spcBef>
              <a:spcAft>
                <a:spcPts val="0"/>
              </a:spcAft>
              <a:buSzPts val="1000"/>
              <a:buChar char="○"/>
              <a:defRPr sz="1000"/>
            </a:lvl5pPr>
            <a:lvl6pPr indent="-292100" lvl="5" marL="2743200" algn="l">
              <a:lnSpc>
                <a:spcPct val="115000"/>
              </a:lnSpc>
              <a:spcBef>
                <a:spcPts val="0"/>
              </a:spcBef>
              <a:spcAft>
                <a:spcPts val="0"/>
              </a:spcAft>
              <a:buSzPts val="1000"/>
              <a:buChar char="■"/>
              <a:defRPr sz="1000"/>
            </a:lvl6pPr>
            <a:lvl7pPr indent="-292100" lvl="6" marL="3200400" algn="l">
              <a:lnSpc>
                <a:spcPct val="115000"/>
              </a:lnSpc>
              <a:spcBef>
                <a:spcPts val="0"/>
              </a:spcBef>
              <a:spcAft>
                <a:spcPts val="0"/>
              </a:spcAft>
              <a:buSzPts val="1000"/>
              <a:buChar char="●"/>
              <a:defRPr sz="1000"/>
            </a:lvl7pPr>
            <a:lvl8pPr indent="-292100" lvl="7" marL="3657600" algn="l">
              <a:lnSpc>
                <a:spcPct val="115000"/>
              </a:lnSpc>
              <a:spcBef>
                <a:spcPts val="0"/>
              </a:spcBef>
              <a:spcAft>
                <a:spcPts val="0"/>
              </a:spcAft>
              <a:buSzPts val="1000"/>
              <a:buChar char="○"/>
              <a:defRPr sz="1000"/>
            </a:lvl8pPr>
            <a:lvl9pPr indent="-292100" lvl="8" marL="4114800" algn="l">
              <a:lnSpc>
                <a:spcPct val="115000"/>
              </a:lnSpc>
              <a:spcBef>
                <a:spcPts val="0"/>
              </a:spcBef>
              <a:spcAft>
                <a:spcPts val="0"/>
              </a:spcAft>
              <a:buSzPts val="1000"/>
              <a:buChar char="■"/>
              <a:defRPr sz="1000"/>
            </a:lvl9pPr>
          </a:lstStyle>
          <a:p/>
        </p:txBody>
      </p:sp>
      <p:sp>
        <p:nvSpPr>
          <p:cNvPr id="41" name="Google Shape;41;g2d3c537dc00_0_20"/>
          <p:cNvSpPr txBox="1"/>
          <p:nvPr>
            <p:ph idx="4" type="subTitle"/>
          </p:nvPr>
        </p:nvSpPr>
        <p:spPr>
          <a:xfrm>
            <a:off x="3179350" y="2556975"/>
            <a:ext cx="3137700" cy="4140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2"/>
              </a:buClr>
              <a:buSzPts val="1300"/>
              <a:buNone/>
              <a:defRPr b="1" sz="1300">
                <a:solidFill>
                  <a:schemeClr val="lt2"/>
                </a:solidFill>
              </a:defRPr>
            </a:lvl1pPr>
            <a:lvl2pPr lvl="1" algn="l">
              <a:lnSpc>
                <a:spcPct val="115000"/>
              </a:lnSpc>
              <a:spcBef>
                <a:spcPts val="0"/>
              </a:spcBef>
              <a:spcAft>
                <a:spcPts val="0"/>
              </a:spcAft>
              <a:buSzPts val="1500"/>
              <a:buNone/>
              <a:defRPr/>
            </a:lvl2pPr>
            <a:lvl3pPr lvl="2" algn="l">
              <a:lnSpc>
                <a:spcPct val="115000"/>
              </a:lnSpc>
              <a:spcBef>
                <a:spcPts val="0"/>
              </a:spcBef>
              <a:spcAft>
                <a:spcPts val="0"/>
              </a:spcAft>
              <a:buSzPts val="1500"/>
              <a:buNone/>
              <a:defRPr/>
            </a:lvl3pPr>
            <a:lvl4pPr lvl="3" algn="l">
              <a:lnSpc>
                <a:spcPct val="115000"/>
              </a:lnSpc>
              <a:spcBef>
                <a:spcPts val="0"/>
              </a:spcBef>
              <a:spcAft>
                <a:spcPts val="0"/>
              </a:spcAft>
              <a:buSzPts val="1500"/>
              <a:buNone/>
              <a:defRPr/>
            </a:lvl4pPr>
            <a:lvl5pPr lvl="4" algn="l">
              <a:lnSpc>
                <a:spcPct val="115000"/>
              </a:lnSpc>
              <a:spcBef>
                <a:spcPts val="0"/>
              </a:spcBef>
              <a:spcAft>
                <a:spcPts val="0"/>
              </a:spcAft>
              <a:buSzPts val="1500"/>
              <a:buNone/>
              <a:defRPr/>
            </a:lvl5pPr>
            <a:lvl6pPr lvl="5" algn="l">
              <a:lnSpc>
                <a:spcPct val="115000"/>
              </a:lnSpc>
              <a:spcBef>
                <a:spcPts val="0"/>
              </a:spcBef>
              <a:spcAft>
                <a:spcPts val="0"/>
              </a:spcAft>
              <a:buSzPts val="1500"/>
              <a:buNone/>
              <a:defRPr/>
            </a:lvl6pPr>
            <a:lvl7pPr lvl="6" algn="l">
              <a:lnSpc>
                <a:spcPct val="115000"/>
              </a:lnSpc>
              <a:spcBef>
                <a:spcPts val="0"/>
              </a:spcBef>
              <a:spcAft>
                <a:spcPts val="0"/>
              </a:spcAft>
              <a:buSzPts val="1500"/>
              <a:buNone/>
              <a:defRPr/>
            </a:lvl7pPr>
            <a:lvl8pPr lvl="7" algn="l">
              <a:lnSpc>
                <a:spcPct val="115000"/>
              </a:lnSpc>
              <a:spcBef>
                <a:spcPts val="0"/>
              </a:spcBef>
              <a:spcAft>
                <a:spcPts val="0"/>
              </a:spcAft>
              <a:buSzPts val="1500"/>
              <a:buNone/>
              <a:defRPr/>
            </a:lvl8pPr>
            <a:lvl9pPr lvl="8" algn="l">
              <a:lnSpc>
                <a:spcPct val="115000"/>
              </a:lnSpc>
              <a:spcBef>
                <a:spcPts val="0"/>
              </a:spcBef>
              <a:spcAft>
                <a:spcPts val="0"/>
              </a:spcAft>
              <a:buSzPts val="1500"/>
              <a:buNone/>
              <a:defRPr/>
            </a:lvl9pPr>
          </a:lstStyle>
          <a:p/>
        </p:txBody>
      </p:sp>
      <p:sp>
        <p:nvSpPr>
          <p:cNvPr id="42" name="Google Shape;42;g2d3c537dc00_0_20"/>
          <p:cNvSpPr txBox="1"/>
          <p:nvPr>
            <p:ph idx="5" type="subTitle"/>
          </p:nvPr>
        </p:nvSpPr>
        <p:spPr>
          <a:xfrm>
            <a:off x="3179350" y="2894775"/>
            <a:ext cx="2785200" cy="414000"/>
          </a:xfrm>
          <a:prstGeom prst="rect">
            <a:avLst/>
          </a:prstGeom>
          <a:noFill/>
          <a:ln>
            <a:noFill/>
          </a:ln>
        </p:spPr>
        <p:txBody>
          <a:bodyPr anchorCtr="0" anchor="t" bIns="91425" lIns="0" spcFirstLastPara="1" rIns="91425" wrap="square" tIns="0">
            <a:normAutofit/>
          </a:bodyPr>
          <a:lstStyle>
            <a:lvl1pPr lvl="0" algn="l">
              <a:lnSpc>
                <a:spcPct val="115000"/>
              </a:lnSpc>
              <a:spcBef>
                <a:spcPts val="0"/>
              </a:spcBef>
              <a:spcAft>
                <a:spcPts val="0"/>
              </a:spcAft>
              <a:buSzPts val="1600"/>
              <a:buNone/>
              <a:defRPr b="1" sz="1600"/>
            </a:lvl1pPr>
            <a:lvl2pPr lvl="1" algn="l">
              <a:lnSpc>
                <a:spcPct val="115000"/>
              </a:lnSpc>
              <a:spcBef>
                <a:spcPts val="0"/>
              </a:spcBef>
              <a:spcAft>
                <a:spcPts val="0"/>
              </a:spcAft>
              <a:buSzPts val="1600"/>
              <a:buNone/>
              <a:defRPr sz="1600"/>
            </a:lvl2pPr>
            <a:lvl3pPr lvl="2" algn="l">
              <a:lnSpc>
                <a:spcPct val="115000"/>
              </a:lnSpc>
              <a:spcBef>
                <a:spcPts val="0"/>
              </a:spcBef>
              <a:spcAft>
                <a:spcPts val="0"/>
              </a:spcAft>
              <a:buSzPts val="1600"/>
              <a:buNone/>
              <a:defRPr sz="1600"/>
            </a:lvl3pPr>
            <a:lvl4pPr lvl="3" algn="l">
              <a:lnSpc>
                <a:spcPct val="115000"/>
              </a:lnSpc>
              <a:spcBef>
                <a:spcPts val="0"/>
              </a:spcBef>
              <a:spcAft>
                <a:spcPts val="0"/>
              </a:spcAft>
              <a:buSzPts val="1600"/>
              <a:buNone/>
              <a:defRPr sz="1600"/>
            </a:lvl4pPr>
            <a:lvl5pPr lvl="4" algn="l">
              <a:lnSpc>
                <a:spcPct val="115000"/>
              </a:lnSpc>
              <a:spcBef>
                <a:spcPts val="0"/>
              </a:spcBef>
              <a:spcAft>
                <a:spcPts val="0"/>
              </a:spcAft>
              <a:buSzPts val="1600"/>
              <a:buNone/>
              <a:defRPr sz="1600"/>
            </a:lvl5pPr>
            <a:lvl6pPr lvl="5" algn="l">
              <a:lnSpc>
                <a:spcPct val="115000"/>
              </a:lnSpc>
              <a:spcBef>
                <a:spcPts val="0"/>
              </a:spcBef>
              <a:spcAft>
                <a:spcPts val="0"/>
              </a:spcAft>
              <a:buSzPts val="1600"/>
              <a:buNone/>
              <a:defRPr sz="1600"/>
            </a:lvl6pPr>
            <a:lvl7pPr lvl="6" algn="l">
              <a:lnSpc>
                <a:spcPct val="115000"/>
              </a:lnSpc>
              <a:spcBef>
                <a:spcPts val="0"/>
              </a:spcBef>
              <a:spcAft>
                <a:spcPts val="0"/>
              </a:spcAft>
              <a:buSzPts val="1600"/>
              <a:buNone/>
              <a:defRPr sz="1600"/>
            </a:lvl7pPr>
            <a:lvl8pPr lvl="7" algn="l">
              <a:lnSpc>
                <a:spcPct val="115000"/>
              </a:lnSpc>
              <a:spcBef>
                <a:spcPts val="0"/>
              </a:spcBef>
              <a:spcAft>
                <a:spcPts val="0"/>
              </a:spcAft>
              <a:buSzPts val="1600"/>
              <a:buNone/>
              <a:defRPr sz="1600"/>
            </a:lvl8pPr>
            <a:lvl9pPr lvl="8" algn="l">
              <a:lnSpc>
                <a:spcPct val="115000"/>
              </a:lnSpc>
              <a:spcBef>
                <a:spcPts val="0"/>
              </a:spcBef>
              <a:spcAft>
                <a:spcPts val="0"/>
              </a:spcAft>
              <a:buSzPts val="1600"/>
              <a:buNone/>
              <a:defRPr sz="1600"/>
            </a:lvl9pPr>
          </a:lstStyle>
          <a:p/>
        </p:txBody>
      </p:sp>
      <p:sp>
        <p:nvSpPr>
          <p:cNvPr id="43" name="Google Shape;43;g2d3c537dc00_0_20"/>
          <p:cNvSpPr txBox="1"/>
          <p:nvPr>
            <p:ph idx="6" type="body"/>
          </p:nvPr>
        </p:nvSpPr>
        <p:spPr>
          <a:xfrm>
            <a:off x="3179350" y="3318075"/>
            <a:ext cx="2785200" cy="1518300"/>
          </a:xfrm>
          <a:prstGeom prst="rect">
            <a:avLst/>
          </a:prstGeom>
          <a:noFill/>
          <a:ln>
            <a:noFill/>
          </a:ln>
        </p:spPr>
        <p:txBody>
          <a:bodyPr anchorCtr="0" anchor="t" bIns="91425" lIns="0" spcFirstLastPara="1" rIns="91425" wrap="square" tIns="0">
            <a:normAutofit/>
          </a:bodyPr>
          <a:lstStyle>
            <a:lvl1pPr indent="-292100" lvl="0" marL="457200" algn="l">
              <a:lnSpc>
                <a:spcPct val="115000"/>
              </a:lnSpc>
              <a:spcBef>
                <a:spcPts val="0"/>
              </a:spcBef>
              <a:spcAft>
                <a:spcPts val="0"/>
              </a:spcAft>
              <a:buSzPts val="1000"/>
              <a:buChar char="●"/>
              <a:defRPr sz="1000"/>
            </a:lvl1pPr>
            <a:lvl2pPr indent="-292100" lvl="1" marL="914400" algn="l">
              <a:lnSpc>
                <a:spcPct val="115000"/>
              </a:lnSpc>
              <a:spcBef>
                <a:spcPts val="0"/>
              </a:spcBef>
              <a:spcAft>
                <a:spcPts val="0"/>
              </a:spcAft>
              <a:buSzPts val="1000"/>
              <a:buChar char="○"/>
              <a:defRPr sz="1000"/>
            </a:lvl2pPr>
            <a:lvl3pPr indent="-292100" lvl="2" marL="1371600" algn="l">
              <a:lnSpc>
                <a:spcPct val="115000"/>
              </a:lnSpc>
              <a:spcBef>
                <a:spcPts val="0"/>
              </a:spcBef>
              <a:spcAft>
                <a:spcPts val="0"/>
              </a:spcAft>
              <a:buSzPts val="1000"/>
              <a:buChar char="■"/>
              <a:defRPr sz="1000"/>
            </a:lvl3pPr>
            <a:lvl4pPr indent="-292100" lvl="3" marL="1828800" algn="l">
              <a:lnSpc>
                <a:spcPct val="115000"/>
              </a:lnSpc>
              <a:spcBef>
                <a:spcPts val="0"/>
              </a:spcBef>
              <a:spcAft>
                <a:spcPts val="0"/>
              </a:spcAft>
              <a:buSzPts val="1000"/>
              <a:buChar char="●"/>
              <a:defRPr sz="1000"/>
            </a:lvl4pPr>
            <a:lvl5pPr indent="-292100" lvl="4" marL="2286000" algn="l">
              <a:lnSpc>
                <a:spcPct val="115000"/>
              </a:lnSpc>
              <a:spcBef>
                <a:spcPts val="0"/>
              </a:spcBef>
              <a:spcAft>
                <a:spcPts val="0"/>
              </a:spcAft>
              <a:buSzPts val="1000"/>
              <a:buChar char="○"/>
              <a:defRPr sz="1000"/>
            </a:lvl5pPr>
            <a:lvl6pPr indent="-292100" lvl="5" marL="2743200" algn="l">
              <a:lnSpc>
                <a:spcPct val="115000"/>
              </a:lnSpc>
              <a:spcBef>
                <a:spcPts val="0"/>
              </a:spcBef>
              <a:spcAft>
                <a:spcPts val="0"/>
              </a:spcAft>
              <a:buSzPts val="1000"/>
              <a:buChar char="■"/>
              <a:defRPr sz="1000"/>
            </a:lvl6pPr>
            <a:lvl7pPr indent="-292100" lvl="6" marL="3200400" algn="l">
              <a:lnSpc>
                <a:spcPct val="115000"/>
              </a:lnSpc>
              <a:spcBef>
                <a:spcPts val="0"/>
              </a:spcBef>
              <a:spcAft>
                <a:spcPts val="0"/>
              </a:spcAft>
              <a:buSzPts val="1000"/>
              <a:buChar char="●"/>
              <a:defRPr sz="1000"/>
            </a:lvl7pPr>
            <a:lvl8pPr indent="-292100" lvl="7" marL="3657600" algn="l">
              <a:lnSpc>
                <a:spcPct val="115000"/>
              </a:lnSpc>
              <a:spcBef>
                <a:spcPts val="0"/>
              </a:spcBef>
              <a:spcAft>
                <a:spcPts val="0"/>
              </a:spcAft>
              <a:buSzPts val="1000"/>
              <a:buChar char="○"/>
              <a:defRPr sz="1000"/>
            </a:lvl8pPr>
            <a:lvl9pPr indent="-292100" lvl="8" marL="4114800" algn="l">
              <a:lnSpc>
                <a:spcPct val="115000"/>
              </a:lnSpc>
              <a:spcBef>
                <a:spcPts val="0"/>
              </a:spcBef>
              <a:spcAft>
                <a:spcPts val="0"/>
              </a:spcAft>
              <a:buSzPts val="1000"/>
              <a:buChar char="■"/>
              <a:defRPr sz="1000"/>
            </a:lvl9pPr>
          </a:lstStyle>
          <a:p/>
        </p:txBody>
      </p:sp>
      <p:sp>
        <p:nvSpPr>
          <p:cNvPr id="44" name="Google Shape;44;g2d3c537dc00_0_20"/>
          <p:cNvSpPr txBox="1"/>
          <p:nvPr>
            <p:ph idx="7" type="subTitle"/>
          </p:nvPr>
        </p:nvSpPr>
        <p:spPr>
          <a:xfrm>
            <a:off x="6130100" y="230925"/>
            <a:ext cx="2892000" cy="4140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2"/>
              </a:buClr>
              <a:buSzPts val="1300"/>
              <a:buNone/>
              <a:defRPr b="1" sz="1300">
                <a:solidFill>
                  <a:schemeClr val="lt2"/>
                </a:solidFill>
              </a:defRPr>
            </a:lvl1pPr>
            <a:lvl2pPr lvl="1" algn="l">
              <a:lnSpc>
                <a:spcPct val="115000"/>
              </a:lnSpc>
              <a:spcBef>
                <a:spcPts val="0"/>
              </a:spcBef>
              <a:spcAft>
                <a:spcPts val="0"/>
              </a:spcAft>
              <a:buSzPts val="1500"/>
              <a:buNone/>
              <a:defRPr/>
            </a:lvl2pPr>
            <a:lvl3pPr lvl="2" algn="l">
              <a:lnSpc>
                <a:spcPct val="115000"/>
              </a:lnSpc>
              <a:spcBef>
                <a:spcPts val="0"/>
              </a:spcBef>
              <a:spcAft>
                <a:spcPts val="0"/>
              </a:spcAft>
              <a:buSzPts val="1500"/>
              <a:buNone/>
              <a:defRPr/>
            </a:lvl3pPr>
            <a:lvl4pPr lvl="3" algn="l">
              <a:lnSpc>
                <a:spcPct val="115000"/>
              </a:lnSpc>
              <a:spcBef>
                <a:spcPts val="0"/>
              </a:spcBef>
              <a:spcAft>
                <a:spcPts val="0"/>
              </a:spcAft>
              <a:buSzPts val="1500"/>
              <a:buNone/>
              <a:defRPr/>
            </a:lvl4pPr>
            <a:lvl5pPr lvl="4" algn="l">
              <a:lnSpc>
                <a:spcPct val="115000"/>
              </a:lnSpc>
              <a:spcBef>
                <a:spcPts val="0"/>
              </a:spcBef>
              <a:spcAft>
                <a:spcPts val="0"/>
              </a:spcAft>
              <a:buSzPts val="1500"/>
              <a:buNone/>
              <a:defRPr/>
            </a:lvl5pPr>
            <a:lvl6pPr lvl="5" algn="l">
              <a:lnSpc>
                <a:spcPct val="115000"/>
              </a:lnSpc>
              <a:spcBef>
                <a:spcPts val="0"/>
              </a:spcBef>
              <a:spcAft>
                <a:spcPts val="0"/>
              </a:spcAft>
              <a:buSzPts val="1500"/>
              <a:buNone/>
              <a:defRPr/>
            </a:lvl6pPr>
            <a:lvl7pPr lvl="6" algn="l">
              <a:lnSpc>
                <a:spcPct val="115000"/>
              </a:lnSpc>
              <a:spcBef>
                <a:spcPts val="0"/>
              </a:spcBef>
              <a:spcAft>
                <a:spcPts val="0"/>
              </a:spcAft>
              <a:buSzPts val="1500"/>
              <a:buNone/>
              <a:defRPr/>
            </a:lvl7pPr>
            <a:lvl8pPr lvl="7" algn="l">
              <a:lnSpc>
                <a:spcPct val="115000"/>
              </a:lnSpc>
              <a:spcBef>
                <a:spcPts val="0"/>
              </a:spcBef>
              <a:spcAft>
                <a:spcPts val="0"/>
              </a:spcAft>
              <a:buSzPts val="1500"/>
              <a:buNone/>
              <a:defRPr/>
            </a:lvl8pPr>
            <a:lvl9pPr lvl="8" algn="l">
              <a:lnSpc>
                <a:spcPct val="115000"/>
              </a:lnSpc>
              <a:spcBef>
                <a:spcPts val="0"/>
              </a:spcBef>
              <a:spcAft>
                <a:spcPts val="0"/>
              </a:spcAft>
              <a:buSzPts val="1500"/>
              <a:buNone/>
              <a:defRPr/>
            </a:lvl9pPr>
          </a:lstStyle>
          <a:p/>
        </p:txBody>
      </p:sp>
      <p:sp>
        <p:nvSpPr>
          <p:cNvPr id="45" name="Google Shape;45;g2d3c537dc00_0_20"/>
          <p:cNvSpPr txBox="1"/>
          <p:nvPr>
            <p:ph idx="8" type="subTitle"/>
          </p:nvPr>
        </p:nvSpPr>
        <p:spPr>
          <a:xfrm>
            <a:off x="6130100" y="568725"/>
            <a:ext cx="2785200" cy="414000"/>
          </a:xfrm>
          <a:prstGeom prst="rect">
            <a:avLst/>
          </a:prstGeom>
          <a:noFill/>
          <a:ln>
            <a:noFill/>
          </a:ln>
        </p:spPr>
        <p:txBody>
          <a:bodyPr anchorCtr="0" anchor="t" bIns="91425" lIns="0" spcFirstLastPara="1" rIns="91425" wrap="square" tIns="0">
            <a:normAutofit/>
          </a:bodyPr>
          <a:lstStyle>
            <a:lvl1pPr lvl="0" algn="l">
              <a:lnSpc>
                <a:spcPct val="115000"/>
              </a:lnSpc>
              <a:spcBef>
                <a:spcPts val="0"/>
              </a:spcBef>
              <a:spcAft>
                <a:spcPts val="0"/>
              </a:spcAft>
              <a:buSzPts val="1600"/>
              <a:buNone/>
              <a:defRPr b="1" sz="1600"/>
            </a:lvl1pPr>
            <a:lvl2pPr lvl="1" algn="l">
              <a:lnSpc>
                <a:spcPct val="115000"/>
              </a:lnSpc>
              <a:spcBef>
                <a:spcPts val="0"/>
              </a:spcBef>
              <a:spcAft>
                <a:spcPts val="0"/>
              </a:spcAft>
              <a:buSzPts val="1600"/>
              <a:buNone/>
              <a:defRPr sz="1600"/>
            </a:lvl2pPr>
            <a:lvl3pPr lvl="2" algn="l">
              <a:lnSpc>
                <a:spcPct val="115000"/>
              </a:lnSpc>
              <a:spcBef>
                <a:spcPts val="0"/>
              </a:spcBef>
              <a:spcAft>
                <a:spcPts val="0"/>
              </a:spcAft>
              <a:buSzPts val="1600"/>
              <a:buNone/>
              <a:defRPr sz="1600"/>
            </a:lvl3pPr>
            <a:lvl4pPr lvl="3" algn="l">
              <a:lnSpc>
                <a:spcPct val="115000"/>
              </a:lnSpc>
              <a:spcBef>
                <a:spcPts val="0"/>
              </a:spcBef>
              <a:spcAft>
                <a:spcPts val="0"/>
              </a:spcAft>
              <a:buSzPts val="1600"/>
              <a:buNone/>
              <a:defRPr sz="1600"/>
            </a:lvl4pPr>
            <a:lvl5pPr lvl="4" algn="l">
              <a:lnSpc>
                <a:spcPct val="115000"/>
              </a:lnSpc>
              <a:spcBef>
                <a:spcPts val="0"/>
              </a:spcBef>
              <a:spcAft>
                <a:spcPts val="0"/>
              </a:spcAft>
              <a:buSzPts val="1600"/>
              <a:buNone/>
              <a:defRPr sz="1600"/>
            </a:lvl5pPr>
            <a:lvl6pPr lvl="5" algn="l">
              <a:lnSpc>
                <a:spcPct val="115000"/>
              </a:lnSpc>
              <a:spcBef>
                <a:spcPts val="0"/>
              </a:spcBef>
              <a:spcAft>
                <a:spcPts val="0"/>
              </a:spcAft>
              <a:buSzPts val="1600"/>
              <a:buNone/>
              <a:defRPr sz="1600"/>
            </a:lvl6pPr>
            <a:lvl7pPr lvl="6" algn="l">
              <a:lnSpc>
                <a:spcPct val="115000"/>
              </a:lnSpc>
              <a:spcBef>
                <a:spcPts val="0"/>
              </a:spcBef>
              <a:spcAft>
                <a:spcPts val="0"/>
              </a:spcAft>
              <a:buSzPts val="1600"/>
              <a:buNone/>
              <a:defRPr sz="1600"/>
            </a:lvl7pPr>
            <a:lvl8pPr lvl="7" algn="l">
              <a:lnSpc>
                <a:spcPct val="115000"/>
              </a:lnSpc>
              <a:spcBef>
                <a:spcPts val="0"/>
              </a:spcBef>
              <a:spcAft>
                <a:spcPts val="0"/>
              </a:spcAft>
              <a:buSzPts val="1600"/>
              <a:buNone/>
              <a:defRPr sz="1600"/>
            </a:lvl8pPr>
            <a:lvl9pPr lvl="8" algn="l">
              <a:lnSpc>
                <a:spcPct val="115000"/>
              </a:lnSpc>
              <a:spcBef>
                <a:spcPts val="0"/>
              </a:spcBef>
              <a:spcAft>
                <a:spcPts val="0"/>
              </a:spcAft>
              <a:buSzPts val="1600"/>
              <a:buNone/>
              <a:defRPr sz="1600"/>
            </a:lvl9pPr>
          </a:lstStyle>
          <a:p/>
        </p:txBody>
      </p:sp>
      <p:sp>
        <p:nvSpPr>
          <p:cNvPr id="46" name="Google Shape;46;g2d3c537dc00_0_20"/>
          <p:cNvSpPr txBox="1"/>
          <p:nvPr>
            <p:ph idx="9" type="body"/>
          </p:nvPr>
        </p:nvSpPr>
        <p:spPr>
          <a:xfrm>
            <a:off x="6130100" y="992025"/>
            <a:ext cx="2785200" cy="1518300"/>
          </a:xfrm>
          <a:prstGeom prst="rect">
            <a:avLst/>
          </a:prstGeom>
          <a:noFill/>
          <a:ln>
            <a:noFill/>
          </a:ln>
        </p:spPr>
        <p:txBody>
          <a:bodyPr anchorCtr="0" anchor="t" bIns="91425" lIns="0" spcFirstLastPara="1" rIns="91425" wrap="square" tIns="0">
            <a:normAutofit/>
          </a:bodyPr>
          <a:lstStyle>
            <a:lvl1pPr indent="-292100" lvl="0" marL="457200" algn="l">
              <a:lnSpc>
                <a:spcPct val="115000"/>
              </a:lnSpc>
              <a:spcBef>
                <a:spcPts val="0"/>
              </a:spcBef>
              <a:spcAft>
                <a:spcPts val="0"/>
              </a:spcAft>
              <a:buSzPts val="1000"/>
              <a:buChar char="●"/>
              <a:defRPr sz="1000"/>
            </a:lvl1pPr>
            <a:lvl2pPr indent="-292100" lvl="1" marL="914400" algn="l">
              <a:lnSpc>
                <a:spcPct val="115000"/>
              </a:lnSpc>
              <a:spcBef>
                <a:spcPts val="0"/>
              </a:spcBef>
              <a:spcAft>
                <a:spcPts val="0"/>
              </a:spcAft>
              <a:buSzPts val="1000"/>
              <a:buChar char="○"/>
              <a:defRPr sz="1000"/>
            </a:lvl2pPr>
            <a:lvl3pPr indent="-292100" lvl="2" marL="1371600" algn="l">
              <a:lnSpc>
                <a:spcPct val="115000"/>
              </a:lnSpc>
              <a:spcBef>
                <a:spcPts val="0"/>
              </a:spcBef>
              <a:spcAft>
                <a:spcPts val="0"/>
              </a:spcAft>
              <a:buSzPts val="1000"/>
              <a:buChar char="■"/>
              <a:defRPr sz="1000"/>
            </a:lvl3pPr>
            <a:lvl4pPr indent="-292100" lvl="3" marL="1828800" algn="l">
              <a:lnSpc>
                <a:spcPct val="115000"/>
              </a:lnSpc>
              <a:spcBef>
                <a:spcPts val="0"/>
              </a:spcBef>
              <a:spcAft>
                <a:spcPts val="0"/>
              </a:spcAft>
              <a:buSzPts val="1000"/>
              <a:buChar char="●"/>
              <a:defRPr sz="1000"/>
            </a:lvl4pPr>
            <a:lvl5pPr indent="-292100" lvl="4" marL="2286000" algn="l">
              <a:lnSpc>
                <a:spcPct val="115000"/>
              </a:lnSpc>
              <a:spcBef>
                <a:spcPts val="0"/>
              </a:spcBef>
              <a:spcAft>
                <a:spcPts val="0"/>
              </a:spcAft>
              <a:buSzPts val="1000"/>
              <a:buChar char="○"/>
              <a:defRPr sz="1000"/>
            </a:lvl5pPr>
            <a:lvl6pPr indent="-292100" lvl="5" marL="2743200" algn="l">
              <a:lnSpc>
                <a:spcPct val="115000"/>
              </a:lnSpc>
              <a:spcBef>
                <a:spcPts val="0"/>
              </a:spcBef>
              <a:spcAft>
                <a:spcPts val="0"/>
              </a:spcAft>
              <a:buSzPts val="1000"/>
              <a:buChar char="■"/>
              <a:defRPr sz="1000"/>
            </a:lvl6pPr>
            <a:lvl7pPr indent="-292100" lvl="6" marL="3200400" algn="l">
              <a:lnSpc>
                <a:spcPct val="115000"/>
              </a:lnSpc>
              <a:spcBef>
                <a:spcPts val="0"/>
              </a:spcBef>
              <a:spcAft>
                <a:spcPts val="0"/>
              </a:spcAft>
              <a:buSzPts val="1000"/>
              <a:buChar char="●"/>
              <a:defRPr sz="1000"/>
            </a:lvl7pPr>
            <a:lvl8pPr indent="-292100" lvl="7" marL="3657600" algn="l">
              <a:lnSpc>
                <a:spcPct val="115000"/>
              </a:lnSpc>
              <a:spcBef>
                <a:spcPts val="0"/>
              </a:spcBef>
              <a:spcAft>
                <a:spcPts val="0"/>
              </a:spcAft>
              <a:buSzPts val="1000"/>
              <a:buChar char="○"/>
              <a:defRPr sz="1000"/>
            </a:lvl8pPr>
            <a:lvl9pPr indent="-292100" lvl="8" marL="4114800" algn="l">
              <a:lnSpc>
                <a:spcPct val="115000"/>
              </a:lnSpc>
              <a:spcBef>
                <a:spcPts val="0"/>
              </a:spcBef>
              <a:spcAft>
                <a:spcPts val="0"/>
              </a:spcAft>
              <a:buSzPts val="1000"/>
              <a:buChar char="■"/>
              <a:defRPr sz="1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4 Chapters">
  <p:cSld name="CUSTOM_1_1">
    <p:spTree>
      <p:nvGrpSpPr>
        <p:cNvPr id="47" name="Shape 47"/>
        <p:cNvGrpSpPr/>
        <p:nvPr/>
      </p:nvGrpSpPr>
      <p:grpSpPr>
        <a:xfrm>
          <a:off x="0" y="0"/>
          <a:ext cx="0" cy="0"/>
          <a:chOff x="0" y="0"/>
          <a:chExt cx="0" cy="0"/>
        </a:xfrm>
      </p:grpSpPr>
      <p:sp>
        <p:nvSpPr>
          <p:cNvPr id="48" name="Google Shape;48;g2d3c537dc00_0_31"/>
          <p:cNvSpPr txBox="1"/>
          <p:nvPr>
            <p:ph type="ctrTitle"/>
          </p:nvPr>
        </p:nvSpPr>
        <p:spPr>
          <a:xfrm>
            <a:off x="228600" y="228600"/>
            <a:ext cx="3522900" cy="17574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4900"/>
              <a:buFont typeface="Inter"/>
              <a:buNone/>
              <a:defRPr b="1" sz="49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sz="7000"/>
            </a:lvl2pPr>
            <a:lvl3pPr lvl="2" algn="l">
              <a:lnSpc>
                <a:spcPct val="100000"/>
              </a:lnSpc>
              <a:spcBef>
                <a:spcPts val="0"/>
              </a:spcBef>
              <a:spcAft>
                <a:spcPts val="0"/>
              </a:spcAft>
              <a:buSzPts val="7000"/>
              <a:buNone/>
              <a:defRPr sz="7000"/>
            </a:lvl3pPr>
            <a:lvl4pPr lvl="3" algn="l">
              <a:lnSpc>
                <a:spcPct val="100000"/>
              </a:lnSpc>
              <a:spcBef>
                <a:spcPts val="0"/>
              </a:spcBef>
              <a:spcAft>
                <a:spcPts val="0"/>
              </a:spcAft>
              <a:buSzPts val="7000"/>
              <a:buNone/>
              <a:defRPr sz="7000"/>
            </a:lvl4pPr>
            <a:lvl5pPr lvl="4" algn="l">
              <a:lnSpc>
                <a:spcPct val="100000"/>
              </a:lnSpc>
              <a:spcBef>
                <a:spcPts val="0"/>
              </a:spcBef>
              <a:spcAft>
                <a:spcPts val="0"/>
              </a:spcAft>
              <a:buSzPts val="7000"/>
              <a:buNone/>
              <a:defRPr sz="7000"/>
            </a:lvl5pPr>
            <a:lvl6pPr lvl="5" algn="l">
              <a:lnSpc>
                <a:spcPct val="100000"/>
              </a:lnSpc>
              <a:spcBef>
                <a:spcPts val="0"/>
              </a:spcBef>
              <a:spcAft>
                <a:spcPts val="0"/>
              </a:spcAft>
              <a:buSzPts val="7000"/>
              <a:buNone/>
              <a:defRPr sz="7000"/>
            </a:lvl6pPr>
            <a:lvl7pPr lvl="6" algn="l">
              <a:lnSpc>
                <a:spcPct val="100000"/>
              </a:lnSpc>
              <a:spcBef>
                <a:spcPts val="0"/>
              </a:spcBef>
              <a:spcAft>
                <a:spcPts val="0"/>
              </a:spcAft>
              <a:buSzPts val="7000"/>
              <a:buNone/>
              <a:defRPr sz="7000"/>
            </a:lvl7pPr>
            <a:lvl8pPr lvl="7" algn="l">
              <a:lnSpc>
                <a:spcPct val="100000"/>
              </a:lnSpc>
              <a:spcBef>
                <a:spcPts val="0"/>
              </a:spcBef>
              <a:spcAft>
                <a:spcPts val="0"/>
              </a:spcAft>
              <a:buSzPts val="7000"/>
              <a:buNone/>
              <a:defRPr sz="7000"/>
            </a:lvl8pPr>
            <a:lvl9pPr lvl="8" algn="l">
              <a:lnSpc>
                <a:spcPct val="100000"/>
              </a:lnSpc>
              <a:spcBef>
                <a:spcPts val="0"/>
              </a:spcBef>
              <a:spcAft>
                <a:spcPts val="0"/>
              </a:spcAft>
              <a:buSzPts val="7000"/>
              <a:buNone/>
              <a:defRPr sz="7000"/>
            </a:lvl9pPr>
          </a:lstStyle>
          <a:p/>
        </p:txBody>
      </p:sp>
      <p:sp>
        <p:nvSpPr>
          <p:cNvPr id="49" name="Google Shape;49;g2d3c537dc00_0_31"/>
          <p:cNvSpPr txBox="1"/>
          <p:nvPr>
            <p:ph idx="1" type="subTitle"/>
          </p:nvPr>
        </p:nvSpPr>
        <p:spPr>
          <a:xfrm>
            <a:off x="3179350" y="230925"/>
            <a:ext cx="2832900" cy="4140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2"/>
              </a:buClr>
              <a:buSzPts val="1300"/>
              <a:buNone/>
              <a:defRPr b="1" sz="1300">
                <a:solidFill>
                  <a:schemeClr val="lt2"/>
                </a:solidFill>
              </a:defRPr>
            </a:lvl1pPr>
            <a:lvl2pPr lvl="1" algn="l">
              <a:lnSpc>
                <a:spcPct val="115000"/>
              </a:lnSpc>
              <a:spcBef>
                <a:spcPts val="0"/>
              </a:spcBef>
              <a:spcAft>
                <a:spcPts val="0"/>
              </a:spcAft>
              <a:buSzPts val="1500"/>
              <a:buNone/>
              <a:defRPr/>
            </a:lvl2pPr>
            <a:lvl3pPr lvl="2" algn="l">
              <a:lnSpc>
                <a:spcPct val="115000"/>
              </a:lnSpc>
              <a:spcBef>
                <a:spcPts val="0"/>
              </a:spcBef>
              <a:spcAft>
                <a:spcPts val="0"/>
              </a:spcAft>
              <a:buSzPts val="1500"/>
              <a:buNone/>
              <a:defRPr/>
            </a:lvl3pPr>
            <a:lvl4pPr lvl="3" algn="l">
              <a:lnSpc>
                <a:spcPct val="115000"/>
              </a:lnSpc>
              <a:spcBef>
                <a:spcPts val="0"/>
              </a:spcBef>
              <a:spcAft>
                <a:spcPts val="0"/>
              </a:spcAft>
              <a:buSzPts val="1500"/>
              <a:buNone/>
              <a:defRPr/>
            </a:lvl4pPr>
            <a:lvl5pPr lvl="4" algn="l">
              <a:lnSpc>
                <a:spcPct val="115000"/>
              </a:lnSpc>
              <a:spcBef>
                <a:spcPts val="0"/>
              </a:spcBef>
              <a:spcAft>
                <a:spcPts val="0"/>
              </a:spcAft>
              <a:buSzPts val="1500"/>
              <a:buNone/>
              <a:defRPr/>
            </a:lvl5pPr>
            <a:lvl6pPr lvl="5" algn="l">
              <a:lnSpc>
                <a:spcPct val="115000"/>
              </a:lnSpc>
              <a:spcBef>
                <a:spcPts val="0"/>
              </a:spcBef>
              <a:spcAft>
                <a:spcPts val="0"/>
              </a:spcAft>
              <a:buSzPts val="1500"/>
              <a:buNone/>
              <a:defRPr/>
            </a:lvl6pPr>
            <a:lvl7pPr lvl="6" algn="l">
              <a:lnSpc>
                <a:spcPct val="115000"/>
              </a:lnSpc>
              <a:spcBef>
                <a:spcPts val="0"/>
              </a:spcBef>
              <a:spcAft>
                <a:spcPts val="0"/>
              </a:spcAft>
              <a:buSzPts val="1500"/>
              <a:buNone/>
              <a:defRPr/>
            </a:lvl7pPr>
            <a:lvl8pPr lvl="7" algn="l">
              <a:lnSpc>
                <a:spcPct val="115000"/>
              </a:lnSpc>
              <a:spcBef>
                <a:spcPts val="0"/>
              </a:spcBef>
              <a:spcAft>
                <a:spcPts val="0"/>
              </a:spcAft>
              <a:buSzPts val="1500"/>
              <a:buNone/>
              <a:defRPr/>
            </a:lvl8pPr>
            <a:lvl9pPr lvl="8" algn="l">
              <a:lnSpc>
                <a:spcPct val="115000"/>
              </a:lnSpc>
              <a:spcBef>
                <a:spcPts val="0"/>
              </a:spcBef>
              <a:spcAft>
                <a:spcPts val="0"/>
              </a:spcAft>
              <a:buSzPts val="1500"/>
              <a:buNone/>
              <a:defRPr/>
            </a:lvl9pPr>
          </a:lstStyle>
          <a:p/>
        </p:txBody>
      </p:sp>
      <p:sp>
        <p:nvSpPr>
          <p:cNvPr id="50" name="Google Shape;50;g2d3c537dc00_0_31"/>
          <p:cNvSpPr txBox="1"/>
          <p:nvPr>
            <p:ph idx="2" type="subTitle"/>
          </p:nvPr>
        </p:nvSpPr>
        <p:spPr>
          <a:xfrm>
            <a:off x="3179350" y="568725"/>
            <a:ext cx="2785200" cy="414000"/>
          </a:xfrm>
          <a:prstGeom prst="rect">
            <a:avLst/>
          </a:prstGeom>
          <a:noFill/>
          <a:ln>
            <a:noFill/>
          </a:ln>
        </p:spPr>
        <p:txBody>
          <a:bodyPr anchorCtr="0" anchor="t" bIns="91425" lIns="0" spcFirstLastPara="1" rIns="91425" wrap="square" tIns="0">
            <a:normAutofit/>
          </a:bodyPr>
          <a:lstStyle>
            <a:lvl1pPr lvl="0" algn="l">
              <a:lnSpc>
                <a:spcPct val="115000"/>
              </a:lnSpc>
              <a:spcBef>
                <a:spcPts val="0"/>
              </a:spcBef>
              <a:spcAft>
                <a:spcPts val="0"/>
              </a:spcAft>
              <a:buSzPts val="1600"/>
              <a:buNone/>
              <a:defRPr b="1" sz="1600"/>
            </a:lvl1pPr>
            <a:lvl2pPr lvl="1" algn="l">
              <a:lnSpc>
                <a:spcPct val="115000"/>
              </a:lnSpc>
              <a:spcBef>
                <a:spcPts val="0"/>
              </a:spcBef>
              <a:spcAft>
                <a:spcPts val="0"/>
              </a:spcAft>
              <a:buSzPts val="1600"/>
              <a:buNone/>
              <a:defRPr sz="1600"/>
            </a:lvl2pPr>
            <a:lvl3pPr lvl="2" algn="l">
              <a:lnSpc>
                <a:spcPct val="115000"/>
              </a:lnSpc>
              <a:spcBef>
                <a:spcPts val="0"/>
              </a:spcBef>
              <a:spcAft>
                <a:spcPts val="0"/>
              </a:spcAft>
              <a:buSzPts val="1600"/>
              <a:buNone/>
              <a:defRPr sz="1600"/>
            </a:lvl3pPr>
            <a:lvl4pPr lvl="3" algn="l">
              <a:lnSpc>
                <a:spcPct val="115000"/>
              </a:lnSpc>
              <a:spcBef>
                <a:spcPts val="0"/>
              </a:spcBef>
              <a:spcAft>
                <a:spcPts val="0"/>
              </a:spcAft>
              <a:buSzPts val="1600"/>
              <a:buNone/>
              <a:defRPr sz="1600"/>
            </a:lvl4pPr>
            <a:lvl5pPr lvl="4" algn="l">
              <a:lnSpc>
                <a:spcPct val="115000"/>
              </a:lnSpc>
              <a:spcBef>
                <a:spcPts val="0"/>
              </a:spcBef>
              <a:spcAft>
                <a:spcPts val="0"/>
              </a:spcAft>
              <a:buSzPts val="1600"/>
              <a:buNone/>
              <a:defRPr sz="1600"/>
            </a:lvl5pPr>
            <a:lvl6pPr lvl="5" algn="l">
              <a:lnSpc>
                <a:spcPct val="115000"/>
              </a:lnSpc>
              <a:spcBef>
                <a:spcPts val="0"/>
              </a:spcBef>
              <a:spcAft>
                <a:spcPts val="0"/>
              </a:spcAft>
              <a:buSzPts val="1600"/>
              <a:buNone/>
              <a:defRPr sz="1600"/>
            </a:lvl6pPr>
            <a:lvl7pPr lvl="6" algn="l">
              <a:lnSpc>
                <a:spcPct val="115000"/>
              </a:lnSpc>
              <a:spcBef>
                <a:spcPts val="0"/>
              </a:spcBef>
              <a:spcAft>
                <a:spcPts val="0"/>
              </a:spcAft>
              <a:buSzPts val="1600"/>
              <a:buNone/>
              <a:defRPr sz="1600"/>
            </a:lvl7pPr>
            <a:lvl8pPr lvl="7" algn="l">
              <a:lnSpc>
                <a:spcPct val="115000"/>
              </a:lnSpc>
              <a:spcBef>
                <a:spcPts val="0"/>
              </a:spcBef>
              <a:spcAft>
                <a:spcPts val="0"/>
              </a:spcAft>
              <a:buSzPts val="1600"/>
              <a:buNone/>
              <a:defRPr sz="1600"/>
            </a:lvl8pPr>
            <a:lvl9pPr lvl="8" algn="l">
              <a:lnSpc>
                <a:spcPct val="115000"/>
              </a:lnSpc>
              <a:spcBef>
                <a:spcPts val="0"/>
              </a:spcBef>
              <a:spcAft>
                <a:spcPts val="0"/>
              </a:spcAft>
              <a:buSzPts val="1600"/>
              <a:buNone/>
              <a:defRPr sz="1600"/>
            </a:lvl9pPr>
          </a:lstStyle>
          <a:p/>
        </p:txBody>
      </p:sp>
      <p:sp>
        <p:nvSpPr>
          <p:cNvPr id="51" name="Google Shape;51;g2d3c537dc00_0_31"/>
          <p:cNvSpPr txBox="1"/>
          <p:nvPr>
            <p:ph idx="3" type="body"/>
          </p:nvPr>
        </p:nvSpPr>
        <p:spPr>
          <a:xfrm>
            <a:off x="3179350" y="992025"/>
            <a:ext cx="2785200" cy="1518300"/>
          </a:xfrm>
          <a:prstGeom prst="rect">
            <a:avLst/>
          </a:prstGeom>
          <a:noFill/>
          <a:ln>
            <a:noFill/>
          </a:ln>
        </p:spPr>
        <p:txBody>
          <a:bodyPr anchorCtr="0" anchor="t" bIns="91425" lIns="0" spcFirstLastPara="1" rIns="91425" wrap="square" tIns="0">
            <a:normAutofit/>
          </a:bodyPr>
          <a:lstStyle>
            <a:lvl1pPr indent="-292100" lvl="0" marL="457200" algn="l">
              <a:lnSpc>
                <a:spcPct val="115000"/>
              </a:lnSpc>
              <a:spcBef>
                <a:spcPts val="0"/>
              </a:spcBef>
              <a:spcAft>
                <a:spcPts val="0"/>
              </a:spcAft>
              <a:buSzPts val="1000"/>
              <a:buChar char="●"/>
              <a:defRPr sz="1000"/>
            </a:lvl1pPr>
            <a:lvl2pPr indent="-292100" lvl="1" marL="914400" algn="l">
              <a:lnSpc>
                <a:spcPct val="115000"/>
              </a:lnSpc>
              <a:spcBef>
                <a:spcPts val="0"/>
              </a:spcBef>
              <a:spcAft>
                <a:spcPts val="0"/>
              </a:spcAft>
              <a:buSzPts val="1000"/>
              <a:buChar char="○"/>
              <a:defRPr sz="1000"/>
            </a:lvl2pPr>
            <a:lvl3pPr indent="-292100" lvl="2" marL="1371600" algn="l">
              <a:lnSpc>
                <a:spcPct val="115000"/>
              </a:lnSpc>
              <a:spcBef>
                <a:spcPts val="0"/>
              </a:spcBef>
              <a:spcAft>
                <a:spcPts val="0"/>
              </a:spcAft>
              <a:buSzPts val="1000"/>
              <a:buChar char="■"/>
              <a:defRPr sz="1000"/>
            </a:lvl3pPr>
            <a:lvl4pPr indent="-292100" lvl="3" marL="1828800" algn="l">
              <a:lnSpc>
                <a:spcPct val="115000"/>
              </a:lnSpc>
              <a:spcBef>
                <a:spcPts val="0"/>
              </a:spcBef>
              <a:spcAft>
                <a:spcPts val="0"/>
              </a:spcAft>
              <a:buSzPts val="1000"/>
              <a:buChar char="●"/>
              <a:defRPr sz="1000"/>
            </a:lvl4pPr>
            <a:lvl5pPr indent="-292100" lvl="4" marL="2286000" algn="l">
              <a:lnSpc>
                <a:spcPct val="115000"/>
              </a:lnSpc>
              <a:spcBef>
                <a:spcPts val="0"/>
              </a:spcBef>
              <a:spcAft>
                <a:spcPts val="0"/>
              </a:spcAft>
              <a:buSzPts val="1000"/>
              <a:buChar char="○"/>
              <a:defRPr sz="1000"/>
            </a:lvl5pPr>
            <a:lvl6pPr indent="-292100" lvl="5" marL="2743200" algn="l">
              <a:lnSpc>
                <a:spcPct val="115000"/>
              </a:lnSpc>
              <a:spcBef>
                <a:spcPts val="0"/>
              </a:spcBef>
              <a:spcAft>
                <a:spcPts val="0"/>
              </a:spcAft>
              <a:buSzPts val="1000"/>
              <a:buChar char="■"/>
              <a:defRPr sz="1000"/>
            </a:lvl6pPr>
            <a:lvl7pPr indent="-292100" lvl="6" marL="3200400" algn="l">
              <a:lnSpc>
                <a:spcPct val="115000"/>
              </a:lnSpc>
              <a:spcBef>
                <a:spcPts val="0"/>
              </a:spcBef>
              <a:spcAft>
                <a:spcPts val="0"/>
              </a:spcAft>
              <a:buSzPts val="1000"/>
              <a:buChar char="●"/>
              <a:defRPr sz="1000"/>
            </a:lvl7pPr>
            <a:lvl8pPr indent="-292100" lvl="7" marL="3657600" algn="l">
              <a:lnSpc>
                <a:spcPct val="115000"/>
              </a:lnSpc>
              <a:spcBef>
                <a:spcPts val="0"/>
              </a:spcBef>
              <a:spcAft>
                <a:spcPts val="0"/>
              </a:spcAft>
              <a:buSzPts val="1000"/>
              <a:buChar char="○"/>
              <a:defRPr sz="1000"/>
            </a:lvl8pPr>
            <a:lvl9pPr indent="-292100" lvl="8" marL="4114800" algn="l">
              <a:lnSpc>
                <a:spcPct val="115000"/>
              </a:lnSpc>
              <a:spcBef>
                <a:spcPts val="0"/>
              </a:spcBef>
              <a:spcAft>
                <a:spcPts val="0"/>
              </a:spcAft>
              <a:buSzPts val="1000"/>
              <a:buChar char="■"/>
              <a:defRPr sz="1000"/>
            </a:lvl9pPr>
          </a:lstStyle>
          <a:p/>
        </p:txBody>
      </p:sp>
      <p:sp>
        <p:nvSpPr>
          <p:cNvPr id="52" name="Google Shape;52;g2d3c537dc00_0_31"/>
          <p:cNvSpPr txBox="1"/>
          <p:nvPr>
            <p:ph idx="4" type="subTitle"/>
          </p:nvPr>
        </p:nvSpPr>
        <p:spPr>
          <a:xfrm>
            <a:off x="3179350" y="2556975"/>
            <a:ext cx="2709000" cy="4140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2"/>
              </a:buClr>
              <a:buSzPts val="1300"/>
              <a:buNone/>
              <a:defRPr b="1" sz="1300">
                <a:solidFill>
                  <a:schemeClr val="lt2"/>
                </a:solidFill>
              </a:defRPr>
            </a:lvl1pPr>
            <a:lvl2pPr lvl="1" algn="l">
              <a:lnSpc>
                <a:spcPct val="115000"/>
              </a:lnSpc>
              <a:spcBef>
                <a:spcPts val="0"/>
              </a:spcBef>
              <a:spcAft>
                <a:spcPts val="0"/>
              </a:spcAft>
              <a:buSzPts val="1500"/>
              <a:buNone/>
              <a:defRPr/>
            </a:lvl2pPr>
            <a:lvl3pPr lvl="2" algn="l">
              <a:lnSpc>
                <a:spcPct val="115000"/>
              </a:lnSpc>
              <a:spcBef>
                <a:spcPts val="0"/>
              </a:spcBef>
              <a:spcAft>
                <a:spcPts val="0"/>
              </a:spcAft>
              <a:buSzPts val="1500"/>
              <a:buNone/>
              <a:defRPr/>
            </a:lvl3pPr>
            <a:lvl4pPr lvl="3" algn="l">
              <a:lnSpc>
                <a:spcPct val="115000"/>
              </a:lnSpc>
              <a:spcBef>
                <a:spcPts val="0"/>
              </a:spcBef>
              <a:spcAft>
                <a:spcPts val="0"/>
              </a:spcAft>
              <a:buSzPts val="1500"/>
              <a:buNone/>
              <a:defRPr/>
            </a:lvl4pPr>
            <a:lvl5pPr lvl="4" algn="l">
              <a:lnSpc>
                <a:spcPct val="115000"/>
              </a:lnSpc>
              <a:spcBef>
                <a:spcPts val="0"/>
              </a:spcBef>
              <a:spcAft>
                <a:spcPts val="0"/>
              </a:spcAft>
              <a:buSzPts val="1500"/>
              <a:buNone/>
              <a:defRPr/>
            </a:lvl5pPr>
            <a:lvl6pPr lvl="5" algn="l">
              <a:lnSpc>
                <a:spcPct val="115000"/>
              </a:lnSpc>
              <a:spcBef>
                <a:spcPts val="0"/>
              </a:spcBef>
              <a:spcAft>
                <a:spcPts val="0"/>
              </a:spcAft>
              <a:buSzPts val="1500"/>
              <a:buNone/>
              <a:defRPr/>
            </a:lvl6pPr>
            <a:lvl7pPr lvl="6" algn="l">
              <a:lnSpc>
                <a:spcPct val="115000"/>
              </a:lnSpc>
              <a:spcBef>
                <a:spcPts val="0"/>
              </a:spcBef>
              <a:spcAft>
                <a:spcPts val="0"/>
              </a:spcAft>
              <a:buSzPts val="1500"/>
              <a:buNone/>
              <a:defRPr/>
            </a:lvl7pPr>
            <a:lvl8pPr lvl="7" algn="l">
              <a:lnSpc>
                <a:spcPct val="115000"/>
              </a:lnSpc>
              <a:spcBef>
                <a:spcPts val="0"/>
              </a:spcBef>
              <a:spcAft>
                <a:spcPts val="0"/>
              </a:spcAft>
              <a:buSzPts val="1500"/>
              <a:buNone/>
              <a:defRPr/>
            </a:lvl8pPr>
            <a:lvl9pPr lvl="8" algn="l">
              <a:lnSpc>
                <a:spcPct val="115000"/>
              </a:lnSpc>
              <a:spcBef>
                <a:spcPts val="0"/>
              </a:spcBef>
              <a:spcAft>
                <a:spcPts val="0"/>
              </a:spcAft>
              <a:buSzPts val="1500"/>
              <a:buNone/>
              <a:defRPr/>
            </a:lvl9pPr>
          </a:lstStyle>
          <a:p/>
        </p:txBody>
      </p:sp>
      <p:sp>
        <p:nvSpPr>
          <p:cNvPr id="53" name="Google Shape;53;g2d3c537dc00_0_31"/>
          <p:cNvSpPr txBox="1"/>
          <p:nvPr>
            <p:ph idx="5" type="subTitle"/>
          </p:nvPr>
        </p:nvSpPr>
        <p:spPr>
          <a:xfrm>
            <a:off x="3179350" y="2894775"/>
            <a:ext cx="2785200" cy="414000"/>
          </a:xfrm>
          <a:prstGeom prst="rect">
            <a:avLst/>
          </a:prstGeom>
          <a:noFill/>
          <a:ln>
            <a:noFill/>
          </a:ln>
        </p:spPr>
        <p:txBody>
          <a:bodyPr anchorCtr="0" anchor="t" bIns="91425" lIns="0" spcFirstLastPara="1" rIns="91425" wrap="square" tIns="0">
            <a:normAutofit/>
          </a:bodyPr>
          <a:lstStyle>
            <a:lvl1pPr lvl="0" algn="l">
              <a:lnSpc>
                <a:spcPct val="115000"/>
              </a:lnSpc>
              <a:spcBef>
                <a:spcPts val="0"/>
              </a:spcBef>
              <a:spcAft>
                <a:spcPts val="0"/>
              </a:spcAft>
              <a:buSzPts val="1600"/>
              <a:buNone/>
              <a:defRPr b="1" sz="1600"/>
            </a:lvl1pPr>
            <a:lvl2pPr lvl="1" algn="l">
              <a:lnSpc>
                <a:spcPct val="115000"/>
              </a:lnSpc>
              <a:spcBef>
                <a:spcPts val="0"/>
              </a:spcBef>
              <a:spcAft>
                <a:spcPts val="0"/>
              </a:spcAft>
              <a:buSzPts val="1600"/>
              <a:buNone/>
              <a:defRPr sz="1600"/>
            </a:lvl2pPr>
            <a:lvl3pPr lvl="2" algn="l">
              <a:lnSpc>
                <a:spcPct val="115000"/>
              </a:lnSpc>
              <a:spcBef>
                <a:spcPts val="0"/>
              </a:spcBef>
              <a:spcAft>
                <a:spcPts val="0"/>
              </a:spcAft>
              <a:buSzPts val="1600"/>
              <a:buNone/>
              <a:defRPr sz="1600"/>
            </a:lvl3pPr>
            <a:lvl4pPr lvl="3" algn="l">
              <a:lnSpc>
                <a:spcPct val="115000"/>
              </a:lnSpc>
              <a:spcBef>
                <a:spcPts val="0"/>
              </a:spcBef>
              <a:spcAft>
                <a:spcPts val="0"/>
              </a:spcAft>
              <a:buSzPts val="1600"/>
              <a:buNone/>
              <a:defRPr sz="1600"/>
            </a:lvl4pPr>
            <a:lvl5pPr lvl="4" algn="l">
              <a:lnSpc>
                <a:spcPct val="115000"/>
              </a:lnSpc>
              <a:spcBef>
                <a:spcPts val="0"/>
              </a:spcBef>
              <a:spcAft>
                <a:spcPts val="0"/>
              </a:spcAft>
              <a:buSzPts val="1600"/>
              <a:buNone/>
              <a:defRPr sz="1600"/>
            </a:lvl5pPr>
            <a:lvl6pPr lvl="5" algn="l">
              <a:lnSpc>
                <a:spcPct val="115000"/>
              </a:lnSpc>
              <a:spcBef>
                <a:spcPts val="0"/>
              </a:spcBef>
              <a:spcAft>
                <a:spcPts val="0"/>
              </a:spcAft>
              <a:buSzPts val="1600"/>
              <a:buNone/>
              <a:defRPr sz="1600"/>
            </a:lvl6pPr>
            <a:lvl7pPr lvl="6" algn="l">
              <a:lnSpc>
                <a:spcPct val="115000"/>
              </a:lnSpc>
              <a:spcBef>
                <a:spcPts val="0"/>
              </a:spcBef>
              <a:spcAft>
                <a:spcPts val="0"/>
              </a:spcAft>
              <a:buSzPts val="1600"/>
              <a:buNone/>
              <a:defRPr sz="1600"/>
            </a:lvl7pPr>
            <a:lvl8pPr lvl="7" algn="l">
              <a:lnSpc>
                <a:spcPct val="115000"/>
              </a:lnSpc>
              <a:spcBef>
                <a:spcPts val="0"/>
              </a:spcBef>
              <a:spcAft>
                <a:spcPts val="0"/>
              </a:spcAft>
              <a:buSzPts val="1600"/>
              <a:buNone/>
              <a:defRPr sz="1600"/>
            </a:lvl8pPr>
            <a:lvl9pPr lvl="8" algn="l">
              <a:lnSpc>
                <a:spcPct val="115000"/>
              </a:lnSpc>
              <a:spcBef>
                <a:spcPts val="0"/>
              </a:spcBef>
              <a:spcAft>
                <a:spcPts val="0"/>
              </a:spcAft>
              <a:buSzPts val="1600"/>
              <a:buNone/>
              <a:defRPr sz="1600"/>
            </a:lvl9pPr>
          </a:lstStyle>
          <a:p/>
        </p:txBody>
      </p:sp>
      <p:sp>
        <p:nvSpPr>
          <p:cNvPr id="54" name="Google Shape;54;g2d3c537dc00_0_31"/>
          <p:cNvSpPr txBox="1"/>
          <p:nvPr>
            <p:ph idx="6" type="body"/>
          </p:nvPr>
        </p:nvSpPr>
        <p:spPr>
          <a:xfrm>
            <a:off x="3179350" y="3318075"/>
            <a:ext cx="2785200" cy="1518300"/>
          </a:xfrm>
          <a:prstGeom prst="rect">
            <a:avLst/>
          </a:prstGeom>
          <a:noFill/>
          <a:ln>
            <a:noFill/>
          </a:ln>
        </p:spPr>
        <p:txBody>
          <a:bodyPr anchorCtr="0" anchor="t" bIns="91425" lIns="0" spcFirstLastPara="1" rIns="91425" wrap="square" tIns="0">
            <a:normAutofit/>
          </a:bodyPr>
          <a:lstStyle>
            <a:lvl1pPr indent="-292100" lvl="0" marL="457200" algn="l">
              <a:lnSpc>
                <a:spcPct val="115000"/>
              </a:lnSpc>
              <a:spcBef>
                <a:spcPts val="0"/>
              </a:spcBef>
              <a:spcAft>
                <a:spcPts val="0"/>
              </a:spcAft>
              <a:buSzPts val="1000"/>
              <a:buChar char="●"/>
              <a:defRPr sz="1000"/>
            </a:lvl1pPr>
            <a:lvl2pPr indent="-292100" lvl="1" marL="914400" algn="l">
              <a:lnSpc>
                <a:spcPct val="115000"/>
              </a:lnSpc>
              <a:spcBef>
                <a:spcPts val="0"/>
              </a:spcBef>
              <a:spcAft>
                <a:spcPts val="0"/>
              </a:spcAft>
              <a:buSzPts val="1000"/>
              <a:buChar char="○"/>
              <a:defRPr sz="1000"/>
            </a:lvl2pPr>
            <a:lvl3pPr indent="-292100" lvl="2" marL="1371600" algn="l">
              <a:lnSpc>
                <a:spcPct val="115000"/>
              </a:lnSpc>
              <a:spcBef>
                <a:spcPts val="0"/>
              </a:spcBef>
              <a:spcAft>
                <a:spcPts val="0"/>
              </a:spcAft>
              <a:buSzPts val="1000"/>
              <a:buChar char="■"/>
              <a:defRPr sz="1000"/>
            </a:lvl3pPr>
            <a:lvl4pPr indent="-292100" lvl="3" marL="1828800" algn="l">
              <a:lnSpc>
                <a:spcPct val="115000"/>
              </a:lnSpc>
              <a:spcBef>
                <a:spcPts val="0"/>
              </a:spcBef>
              <a:spcAft>
                <a:spcPts val="0"/>
              </a:spcAft>
              <a:buSzPts val="1000"/>
              <a:buChar char="●"/>
              <a:defRPr sz="1000"/>
            </a:lvl4pPr>
            <a:lvl5pPr indent="-292100" lvl="4" marL="2286000" algn="l">
              <a:lnSpc>
                <a:spcPct val="115000"/>
              </a:lnSpc>
              <a:spcBef>
                <a:spcPts val="0"/>
              </a:spcBef>
              <a:spcAft>
                <a:spcPts val="0"/>
              </a:spcAft>
              <a:buSzPts val="1000"/>
              <a:buChar char="○"/>
              <a:defRPr sz="1000"/>
            </a:lvl5pPr>
            <a:lvl6pPr indent="-292100" lvl="5" marL="2743200" algn="l">
              <a:lnSpc>
                <a:spcPct val="115000"/>
              </a:lnSpc>
              <a:spcBef>
                <a:spcPts val="0"/>
              </a:spcBef>
              <a:spcAft>
                <a:spcPts val="0"/>
              </a:spcAft>
              <a:buSzPts val="1000"/>
              <a:buChar char="■"/>
              <a:defRPr sz="1000"/>
            </a:lvl6pPr>
            <a:lvl7pPr indent="-292100" lvl="6" marL="3200400" algn="l">
              <a:lnSpc>
                <a:spcPct val="115000"/>
              </a:lnSpc>
              <a:spcBef>
                <a:spcPts val="0"/>
              </a:spcBef>
              <a:spcAft>
                <a:spcPts val="0"/>
              </a:spcAft>
              <a:buSzPts val="1000"/>
              <a:buChar char="●"/>
              <a:defRPr sz="1000"/>
            </a:lvl7pPr>
            <a:lvl8pPr indent="-292100" lvl="7" marL="3657600" algn="l">
              <a:lnSpc>
                <a:spcPct val="115000"/>
              </a:lnSpc>
              <a:spcBef>
                <a:spcPts val="0"/>
              </a:spcBef>
              <a:spcAft>
                <a:spcPts val="0"/>
              </a:spcAft>
              <a:buSzPts val="1000"/>
              <a:buChar char="○"/>
              <a:defRPr sz="1000"/>
            </a:lvl8pPr>
            <a:lvl9pPr indent="-292100" lvl="8" marL="4114800" algn="l">
              <a:lnSpc>
                <a:spcPct val="115000"/>
              </a:lnSpc>
              <a:spcBef>
                <a:spcPts val="0"/>
              </a:spcBef>
              <a:spcAft>
                <a:spcPts val="0"/>
              </a:spcAft>
              <a:buSzPts val="1000"/>
              <a:buChar char="■"/>
              <a:defRPr sz="1000"/>
            </a:lvl9pPr>
          </a:lstStyle>
          <a:p/>
        </p:txBody>
      </p:sp>
      <p:sp>
        <p:nvSpPr>
          <p:cNvPr id="55" name="Google Shape;55;g2d3c537dc00_0_31"/>
          <p:cNvSpPr txBox="1"/>
          <p:nvPr>
            <p:ph idx="7" type="subTitle"/>
          </p:nvPr>
        </p:nvSpPr>
        <p:spPr>
          <a:xfrm>
            <a:off x="6130100" y="230925"/>
            <a:ext cx="2785200" cy="4140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2"/>
              </a:buClr>
              <a:buSzPts val="1300"/>
              <a:buNone/>
              <a:defRPr b="1" sz="1300">
                <a:solidFill>
                  <a:schemeClr val="lt2"/>
                </a:solidFill>
              </a:defRPr>
            </a:lvl1pPr>
            <a:lvl2pPr lvl="1" algn="l">
              <a:lnSpc>
                <a:spcPct val="115000"/>
              </a:lnSpc>
              <a:spcBef>
                <a:spcPts val="0"/>
              </a:spcBef>
              <a:spcAft>
                <a:spcPts val="0"/>
              </a:spcAft>
              <a:buSzPts val="1500"/>
              <a:buNone/>
              <a:defRPr/>
            </a:lvl2pPr>
            <a:lvl3pPr lvl="2" algn="l">
              <a:lnSpc>
                <a:spcPct val="115000"/>
              </a:lnSpc>
              <a:spcBef>
                <a:spcPts val="0"/>
              </a:spcBef>
              <a:spcAft>
                <a:spcPts val="0"/>
              </a:spcAft>
              <a:buSzPts val="1500"/>
              <a:buNone/>
              <a:defRPr/>
            </a:lvl3pPr>
            <a:lvl4pPr lvl="3" algn="l">
              <a:lnSpc>
                <a:spcPct val="115000"/>
              </a:lnSpc>
              <a:spcBef>
                <a:spcPts val="0"/>
              </a:spcBef>
              <a:spcAft>
                <a:spcPts val="0"/>
              </a:spcAft>
              <a:buSzPts val="1500"/>
              <a:buNone/>
              <a:defRPr/>
            </a:lvl4pPr>
            <a:lvl5pPr lvl="4" algn="l">
              <a:lnSpc>
                <a:spcPct val="115000"/>
              </a:lnSpc>
              <a:spcBef>
                <a:spcPts val="0"/>
              </a:spcBef>
              <a:spcAft>
                <a:spcPts val="0"/>
              </a:spcAft>
              <a:buSzPts val="1500"/>
              <a:buNone/>
              <a:defRPr/>
            </a:lvl5pPr>
            <a:lvl6pPr lvl="5" algn="l">
              <a:lnSpc>
                <a:spcPct val="115000"/>
              </a:lnSpc>
              <a:spcBef>
                <a:spcPts val="0"/>
              </a:spcBef>
              <a:spcAft>
                <a:spcPts val="0"/>
              </a:spcAft>
              <a:buSzPts val="1500"/>
              <a:buNone/>
              <a:defRPr/>
            </a:lvl6pPr>
            <a:lvl7pPr lvl="6" algn="l">
              <a:lnSpc>
                <a:spcPct val="115000"/>
              </a:lnSpc>
              <a:spcBef>
                <a:spcPts val="0"/>
              </a:spcBef>
              <a:spcAft>
                <a:spcPts val="0"/>
              </a:spcAft>
              <a:buSzPts val="1500"/>
              <a:buNone/>
              <a:defRPr/>
            </a:lvl7pPr>
            <a:lvl8pPr lvl="7" algn="l">
              <a:lnSpc>
                <a:spcPct val="115000"/>
              </a:lnSpc>
              <a:spcBef>
                <a:spcPts val="0"/>
              </a:spcBef>
              <a:spcAft>
                <a:spcPts val="0"/>
              </a:spcAft>
              <a:buSzPts val="1500"/>
              <a:buNone/>
              <a:defRPr/>
            </a:lvl8pPr>
            <a:lvl9pPr lvl="8" algn="l">
              <a:lnSpc>
                <a:spcPct val="115000"/>
              </a:lnSpc>
              <a:spcBef>
                <a:spcPts val="0"/>
              </a:spcBef>
              <a:spcAft>
                <a:spcPts val="0"/>
              </a:spcAft>
              <a:buSzPts val="1500"/>
              <a:buNone/>
              <a:defRPr/>
            </a:lvl9pPr>
          </a:lstStyle>
          <a:p/>
        </p:txBody>
      </p:sp>
      <p:sp>
        <p:nvSpPr>
          <p:cNvPr id="56" name="Google Shape;56;g2d3c537dc00_0_31"/>
          <p:cNvSpPr txBox="1"/>
          <p:nvPr>
            <p:ph idx="8" type="subTitle"/>
          </p:nvPr>
        </p:nvSpPr>
        <p:spPr>
          <a:xfrm>
            <a:off x="6130100" y="568725"/>
            <a:ext cx="2785200" cy="414000"/>
          </a:xfrm>
          <a:prstGeom prst="rect">
            <a:avLst/>
          </a:prstGeom>
          <a:noFill/>
          <a:ln>
            <a:noFill/>
          </a:ln>
        </p:spPr>
        <p:txBody>
          <a:bodyPr anchorCtr="0" anchor="t" bIns="91425" lIns="0" spcFirstLastPara="1" rIns="91425" wrap="square" tIns="0">
            <a:normAutofit/>
          </a:bodyPr>
          <a:lstStyle>
            <a:lvl1pPr lvl="0" algn="l">
              <a:lnSpc>
                <a:spcPct val="115000"/>
              </a:lnSpc>
              <a:spcBef>
                <a:spcPts val="0"/>
              </a:spcBef>
              <a:spcAft>
                <a:spcPts val="0"/>
              </a:spcAft>
              <a:buSzPts val="1600"/>
              <a:buNone/>
              <a:defRPr b="1" sz="1600"/>
            </a:lvl1pPr>
            <a:lvl2pPr lvl="1" algn="l">
              <a:lnSpc>
                <a:spcPct val="115000"/>
              </a:lnSpc>
              <a:spcBef>
                <a:spcPts val="0"/>
              </a:spcBef>
              <a:spcAft>
                <a:spcPts val="0"/>
              </a:spcAft>
              <a:buSzPts val="1600"/>
              <a:buNone/>
              <a:defRPr sz="1600"/>
            </a:lvl2pPr>
            <a:lvl3pPr lvl="2" algn="l">
              <a:lnSpc>
                <a:spcPct val="115000"/>
              </a:lnSpc>
              <a:spcBef>
                <a:spcPts val="0"/>
              </a:spcBef>
              <a:spcAft>
                <a:spcPts val="0"/>
              </a:spcAft>
              <a:buSzPts val="1600"/>
              <a:buNone/>
              <a:defRPr sz="1600"/>
            </a:lvl3pPr>
            <a:lvl4pPr lvl="3" algn="l">
              <a:lnSpc>
                <a:spcPct val="115000"/>
              </a:lnSpc>
              <a:spcBef>
                <a:spcPts val="0"/>
              </a:spcBef>
              <a:spcAft>
                <a:spcPts val="0"/>
              </a:spcAft>
              <a:buSzPts val="1600"/>
              <a:buNone/>
              <a:defRPr sz="1600"/>
            </a:lvl4pPr>
            <a:lvl5pPr lvl="4" algn="l">
              <a:lnSpc>
                <a:spcPct val="115000"/>
              </a:lnSpc>
              <a:spcBef>
                <a:spcPts val="0"/>
              </a:spcBef>
              <a:spcAft>
                <a:spcPts val="0"/>
              </a:spcAft>
              <a:buSzPts val="1600"/>
              <a:buNone/>
              <a:defRPr sz="1600"/>
            </a:lvl5pPr>
            <a:lvl6pPr lvl="5" algn="l">
              <a:lnSpc>
                <a:spcPct val="115000"/>
              </a:lnSpc>
              <a:spcBef>
                <a:spcPts val="0"/>
              </a:spcBef>
              <a:spcAft>
                <a:spcPts val="0"/>
              </a:spcAft>
              <a:buSzPts val="1600"/>
              <a:buNone/>
              <a:defRPr sz="1600"/>
            </a:lvl6pPr>
            <a:lvl7pPr lvl="6" algn="l">
              <a:lnSpc>
                <a:spcPct val="115000"/>
              </a:lnSpc>
              <a:spcBef>
                <a:spcPts val="0"/>
              </a:spcBef>
              <a:spcAft>
                <a:spcPts val="0"/>
              </a:spcAft>
              <a:buSzPts val="1600"/>
              <a:buNone/>
              <a:defRPr sz="1600"/>
            </a:lvl7pPr>
            <a:lvl8pPr lvl="7" algn="l">
              <a:lnSpc>
                <a:spcPct val="115000"/>
              </a:lnSpc>
              <a:spcBef>
                <a:spcPts val="0"/>
              </a:spcBef>
              <a:spcAft>
                <a:spcPts val="0"/>
              </a:spcAft>
              <a:buSzPts val="1600"/>
              <a:buNone/>
              <a:defRPr sz="1600"/>
            </a:lvl8pPr>
            <a:lvl9pPr lvl="8" algn="l">
              <a:lnSpc>
                <a:spcPct val="115000"/>
              </a:lnSpc>
              <a:spcBef>
                <a:spcPts val="0"/>
              </a:spcBef>
              <a:spcAft>
                <a:spcPts val="0"/>
              </a:spcAft>
              <a:buSzPts val="1600"/>
              <a:buNone/>
              <a:defRPr sz="1600"/>
            </a:lvl9pPr>
          </a:lstStyle>
          <a:p/>
        </p:txBody>
      </p:sp>
      <p:sp>
        <p:nvSpPr>
          <p:cNvPr id="57" name="Google Shape;57;g2d3c537dc00_0_31"/>
          <p:cNvSpPr txBox="1"/>
          <p:nvPr>
            <p:ph idx="9" type="body"/>
          </p:nvPr>
        </p:nvSpPr>
        <p:spPr>
          <a:xfrm>
            <a:off x="6130100" y="992025"/>
            <a:ext cx="2785200" cy="1518300"/>
          </a:xfrm>
          <a:prstGeom prst="rect">
            <a:avLst/>
          </a:prstGeom>
          <a:noFill/>
          <a:ln>
            <a:noFill/>
          </a:ln>
        </p:spPr>
        <p:txBody>
          <a:bodyPr anchorCtr="0" anchor="t" bIns="91425" lIns="0" spcFirstLastPara="1" rIns="91425" wrap="square" tIns="0">
            <a:normAutofit/>
          </a:bodyPr>
          <a:lstStyle>
            <a:lvl1pPr indent="-292100" lvl="0" marL="457200" algn="l">
              <a:lnSpc>
                <a:spcPct val="115000"/>
              </a:lnSpc>
              <a:spcBef>
                <a:spcPts val="0"/>
              </a:spcBef>
              <a:spcAft>
                <a:spcPts val="0"/>
              </a:spcAft>
              <a:buSzPts val="1000"/>
              <a:buChar char="●"/>
              <a:defRPr sz="1000"/>
            </a:lvl1pPr>
            <a:lvl2pPr indent="-292100" lvl="1" marL="914400" algn="l">
              <a:lnSpc>
                <a:spcPct val="115000"/>
              </a:lnSpc>
              <a:spcBef>
                <a:spcPts val="0"/>
              </a:spcBef>
              <a:spcAft>
                <a:spcPts val="0"/>
              </a:spcAft>
              <a:buSzPts val="1000"/>
              <a:buChar char="○"/>
              <a:defRPr sz="1000"/>
            </a:lvl2pPr>
            <a:lvl3pPr indent="-292100" lvl="2" marL="1371600" algn="l">
              <a:lnSpc>
                <a:spcPct val="115000"/>
              </a:lnSpc>
              <a:spcBef>
                <a:spcPts val="0"/>
              </a:spcBef>
              <a:spcAft>
                <a:spcPts val="0"/>
              </a:spcAft>
              <a:buSzPts val="1000"/>
              <a:buChar char="■"/>
              <a:defRPr sz="1000"/>
            </a:lvl3pPr>
            <a:lvl4pPr indent="-292100" lvl="3" marL="1828800" algn="l">
              <a:lnSpc>
                <a:spcPct val="115000"/>
              </a:lnSpc>
              <a:spcBef>
                <a:spcPts val="0"/>
              </a:spcBef>
              <a:spcAft>
                <a:spcPts val="0"/>
              </a:spcAft>
              <a:buSzPts val="1000"/>
              <a:buChar char="●"/>
              <a:defRPr sz="1000"/>
            </a:lvl4pPr>
            <a:lvl5pPr indent="-292100" lvl="4" marL="2286000" algn="l">
              <a:lnSpc>
                <a:spcPct val="115000"/>
              </a:lnSpc>
              <a:spcBef>
                <a:spcPts val="0"/>
              </a:spcBef>
              <a:spcAft>
                <a:spcPts val="0"/>
              </a:spcAft>
              <a:buSzPts val="1000"/>
              <a:buChar char="○"/>
              <a:defRPr sz="1000"/>
            </a:lvl5pPr>
            <a:lvl6pPr indent="-292100" lvl="5" marL="2743200" algn="l">
              <a:lnSpc>
                <a:spcPct val="115000"/>
              </a:lnSpc>
              <a:spcBef>
                <a:spcPts val="0"/>
              </a:spcBef>
              <a:spcAft>
                <a:spcPts val="0"/>
              </a:spcAft>
              <a:buSzPts val="1000"/>
              <a:buChar char="■"/>
              <a:defRPr sz="1000"/>
            </a:lvl6pPr>
            <a:lvl7pPr indent="-292100" lvl="6" marL="3200400" algn="l">
              <a:lnSpc>
                <a:spcPct val="115000"/>
              </a:lnSpc>
              <a:spcBef>
                <a:spcPts val="0"/>
              </a:spcBef>
              <a:spcAft>
                <a:spcPts val="0"/>
              </a:spcAft>
              <a:buSzPts val="1000"/>
              <a:buChar char="●"/>
              <a:defRPr sz="1000"/>
            </a:lvl7pPr>
            <a:lvl8pPr indent="-292100" lvl="7" marL="3657600" algn="l">
              <a:lnSpc>
                <a:spcPct val="115000"/>
              </a:lnSpc>
              <a:spcBef>
                <a:spcPts val="0"/>
              </a:spcBef>
              <a:spcAft>
                <a:spcPts val="0"/>
              </a:spcAft>
              <a:buSzPts val="1000"/>
              <a:buChar char="○"/>
              <a:defRPr sz="1000"/>
            </a:lvl8pPr>
            <a:lvl9pPr indent="-292100" lvl="8" marL="4114800" algn="l">
              <a:lnSpc>
                <a:spcPct val="115000"/>
              </a:lnSpc>
              <a:spcBef>
                <a:spcPts val="0"/>
              </a:spcBef>
              <a:spcAft>
                <a:spcPts val="0"/>
              </a:spcAft>
              <a:buSzPts val="1000"/>
              <a:buChar char="■"/>
              <a:defRPr sz="1000"/>
            </a:lvl9pPr>
          </a:lstStyle>
          <a:p/>
        </p:txBody>
      </p:sp>
      <p:sp>
        <p:nvSpPr>
          <p:cNvPr id="58" name="Google Shape;58;g2d3c537dc00_0_31"/>
          <p:cNvSpPr txBox="1"/>
          <p:nvPr>
            <p:ph idx="13" type="subTitle"/>
          </p:nvPr>
        </p:nvSpPr>
        <p:spPr>
          <a:xfrm>
            <a:off x="6130100" y="2556975"/>
            <a:ext cx="3013800" cy="4140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2"/>
              </a:buClr>
              <a:buSzPts val="1300"/>
              <a:buNone/>
              <a:defRPr b="1" sz="1300">
                <a:solidFill>
                  <a:schemeClr val="lt2"/>
                </a:solidFill>
              </a:defRPr>
            </a:lvl1pPr>
            <a:lvl2pPr lvl="1" algn="l">
              <a:lnSpc>
                <a:spcPct val="115000"/>
              </a:lnSpc>
              <a:spcBef>
                <a:spcPts val="0"/>
              </a:spcBef>
              <a:spcAft>
                <a:spcPts val="0"/>
              </a:spcAft>
              <a:buSzPts val="1500"/>
              <a:buNone/>
              <a:defRPr/>
            </a:lvl2pPr>
            <a:lvl3pPr lvl="2" algn="l">
              <a:lnSpc>
                <a:spcPct val="115000"/>
              </a:lnSpc>
              <a:spcBef>
                <a:spcPts val="0"/>
              </a:spcBef>
              <a:spcAft>
                <a:spcPts val="0"/>
              </a:spcAft>
              <a:buSzPts val="1500"/>
              <a:buNone/>
              <a:defRPr/>
            </a:lvl3pPr>
            <a:lvl4pPr lvl="3" algn="l">
              <a:lnSpc>
                <a:spcPct val="115000"/>
              </a:lnSpc>
              <a:spcBef>
                <a:spcPts val="0"/>
              </a:spcBef>
              <a:spcAft>
                <a:spcPts val="0"/>
              </a:spcAft>
              <a:buSzPts val="1500"/>
              <a:buNone/>
              <a:defRPr/>
            </a:lvl4pPr>
            <a:lvl5pPr lvl="4" algn="l">
              <a:lnSpc>
                <a:spcPct val="115000"/>
              </a:lnSpc>
              <a:spcBef>
                <a:spcPts val="0"/>
              </a:spcBef>
              <a:spcAft>
                <a:spcPts val="0"/>
              </a:spcAft>
              <a:buSzPts val="1500"/>
              <a:buNone/>
              <a:defRPr/>
            </a:lvl5pPr>
            <a:lvl6pPr lvl="5" algn="l">
              <a:lnSpc>
                <a:spcPct val="115000"/>
              </a:lnSpc>
              <a:spcBef>
                <a:spcPts val="0"/>
              </a:spcBef>
              <a:spcAft>
                <a:spcPts val="0"/>
              </a:spcAft>
              <a:buSzPts val="1500"/>
              <a:buNone/>
              <a:defRPr/>
            </a:lvl6pPr>
            <a:lvl7pPr lvl="6" algn="l">
              <a:lnSpc>
                <a:spcPct val="115000"/>
              </a:lnSpc>
              <a:spcBef>
                <a:spcPts val="0"/>
              </a:spcBef>
              <a:spcAft>
                <a:spcPts val="0"/>
              </a:spcAft>
              <a:buSzPts val="1500"/>
              <a:buNone/>
              <a:defRPr/>
            </a:lvl7pPr>
            <a:lvl8pPr lvl="7" algn="l">
              <a:lnSpc>
                <a:spcPct val="115000"/>
              </a:lnSpc>
              <a:spcBef>
                <a:spcPts val="0"/>
              </a:spcBef>
              <a:spcAft>
                <a:spcPts val="0"/>
              </a:spcAft>
              <a:buSzPts val="1500"/>
              <a:buNone/>
              <a:defRPr/>
            </a:lvl8pPr>
            <a:lvl9pPr lvl="8" algn="l">
              <a:lnSpc>
                <a:spcPct val="115000"/>
              </a:lnSpc>
              <a:spcBef>
                <a:spcPts val="0"/>
              </a:spcBef>
              <a:spcAft>
                <a:spcPts val="0"/>
              </a:spcAft>
              <a:buSzPts val="1500"/>
              <a:buNone/>
              <a:defRPr/>
            </a:lvl9pPr>
          </a:lstStyle>
          <a:p/>
        </p:txBody>
      </p:sp>
      <p:sp>
        <p:nvSpPr>
          <p:cNvPr id="59" name="Google Shape;59;g2d3c537dc00_0_31"/>
          <p:cNvSpPr txBox="1"/>
          <p:nvPr>
            <p:ph idx="14" type="subTitle"/>
          </p:nvPr>
        </p:nvSpPr>
        <p:spPr>
          <a:xfrm>
            <a:off x="6130100" y="2894775"/>
            <a:ext cx="2785200" cy="414000"/>
          </a:xfrm>
          <a:prstGeom prst="rect">
            <a:avLst/>
          </a:prstGeom>
          <a:noFill/>
          <a:ln>
            <a:noFill/>
          </a:ln>
        </p:spPr>
        <p:txBody>
          <a:bodyPr anchorCtr="0" anchor="t" bIns="91425" lIns="0" spcFirstLastPara="1" rIns="91425" wrap="square" tIns="0">
            <a:normAutofit/>
          </a:bodyPr>
          <a:lstStyle>
            <a:lvl1pPr lvl="0" algn="l">
              <a:lnSpc>
                <a:spcPct val="115000"/>
              </a:lnSpc>
              <a:spcBef>
                <a:spcPts val="0"/>
              </a:spcBef>
              <a:spcAft>
                <a:spcPts val="0"/>
              </a:spcAft>
              <a:buSzPts val="1600"/>
              <a:buNone/>
              <a:defRPr b="1" sz="1600"/>
            </a:lvl1pPr>
            <a:lvl2pPr lvl="1" algn="l">
              <a:lnSpc>
                <a:spcPct val="115000"/>
              </a:lnSpc>
              <a:spcBef>
                <a:spcPts val="0"/>
              </a:spcBef>
              <a:spcAft>
                <a:spcPts val="0"/>
              </a:spcAft>
              <a:buSzPts val="1600"/>
              <a:buNone/>
              <a:defRPr sz="1600"/>
            </a:lvl2pPr>
            <a:lvl3pPr lvl="2" algn="l">
              <a:lnSpc>
                <a:spcPct val="115000"/>
              </a:lnSpc>
              <a:spcBef>
                <a:spcPts val="0"/>
              </a:spcBef>
              <a:spcAft>
                <a:spcPts val="0"/>
              </a:spcAft>
              <a:buSzPts val="1600"/>
              <a:buNone/>
              <a:defRPr sz="1600"/>
            </a:lvl3pPr>
            <a:lvl4pPr lvl="3" algn="l">
              <a:lnSpc>
                <a:spcPct val="115000"/>
              </a:lnSpc>
              <a:spcBef>
                <a:spcPts val="0"/>
              </a:spcBef>
              <a:spcAft>
                <a:spcPts val="0"/>
              </a:spcAft>
              <a:buSzPts val="1600"/>
              <a:buNone/>
              <a:defRPr sz="1600"/>
            </a:lvl4pPr>
            <a:lvl5pPr lvl="4" algn="l">
              <a:lnSpc>
                <a:spcPct val="115000"/>
              </a:lnSpc>
              <a:spcBef>
                <a:spcPts val="0"/>
              </a:spcBef>
              <a:spcAft>
                <a:spcPts val="0"/>
              </a:spcAft>
              <a:buSzPts val="1600"/>
              <a:buNone/>
              <a:defRPr sz="1600"/>
            </a:lvl5pPr>
            <a:lvl6pPr lvl="5" algn="l">
              <a:lnSpc>
                <a:spcPct val="115000"/>
              </a:lnSpc>
              <a:spcBef>
                <a:spcPts val="0"/>
              </a:spcBef>
              <a:spcAft>
                <a:spcPts val="0"/>
              </a:spcAft>
              <a:buSzPts val="1600"/>
              <a:buNone/>
              <a:defRPr sz="1600"/>
            </a:lvl6pPr>
            <a:lvl7pPr lvl="6" algn="l">
              <a:lnSpc>
                <a:spcPct val="115000"/>
              </a:lnSpc>
              <a:spcBef>
                <a:spcPts val="0"/>
              </a:spcBef>
              <a:spcAft>
                <a:spcPts val="0"/>
              </a:spcAft>
              <a:buSzPts val="1600"/>
              <a:buNone/>
              <a:defRPr sz="1600"/>
            </a:lvl7pPr>
            <a:lvl8pPr lvl="7" algn="l">
              <a:lnSpc>
                <a:spcPct val="115000"/>
              </a:lnSpc>
              <a:spcBef>
                <a:spcPts val="0"/>
              </a:spcBef>
              <a:spcAft>
                <a:spcPts val="0"/>
              </a:spcAft>
              <a:buSzPts val="1600"/>
              <a:buNone/>
              <a:defRPr sz="1600"/>
            </a:lvl8pPr>
            <a:lvl9pPr lvl="8" algn="l">
              <a:lnSpc>
                <a:spcPct val="115000"/>
              </a:lnSpc>
              <a:spcBef>
                <a:spcPts val="0"/>
              </a:spcBef>
              <a:spcAft>
                <a:spcPts val="0"/>
              </a:spcAft>
              <a:buSzPts val="1600"/>
              <a:buNone/>
              <a:defRPr sz="1600"/>
            </a:lvl9pPr>
          </a:lstStyle>
          <a:p/>
        </p:txBody>
      </p:sp>
      <p:sp>
        <p:nvSpPr>
          <p:cNvPr id="60" name="Google Shape;60;g2d3c537dc00_0_31"/>
          <p:cNvSpPr txBox="1"/>
          <p:nvPr>
            <p:ph idx="15" type="body"/>
          </p:nvPr>
        </p:nvSpPr>
        <p:spPr>
          <a:xfrm>
            <a:off x="6130100" y="3318075"/>
            <a:ext cx="2785200" cy="1518300"/>
          </a:xfrm>
          <a:prstGeom prst="rect">
            <a:avLst/>
          </a:prstGeom>
          <a:noFill/>
          <a:ln>
            <a:noFill/>
          </a:ln>
        </p:spPr>
        <p:txBody>
          <a:bodyPr anchorCtr="0" anchor="t" bIns="91425" lIns="0" spcFirstLastPara="1" rIns="91425" wrap="square" tIns="0">
            <a:normAutofit/>
          </a:bodyPr>
          <a:lstStyle>
            <a:lvl1pPr indent="-292100" lvl="0" marL="457200" algn="l">
              <a:lnSpc>
                <a:spcPct val="115000"/>
              </a:lnSpc>
              <a:spcBef>
                <a:spcPts val="0"/>
              </a:spcBef>
              <a:spcAft>
                <a:spcPts val="0"/>
              </a:spcAft>
              <a:buSzPts val="1000"/>
              <a:buChar char="●"/>
              <a:defRPr sz="1000"/>
            </a:lvl1pPr>
            <a:lvl2pPr indent="-292100" lvl="1" marL="914400" algn="l">
              <a:lnSpc>
                <a:spcPct val="115000"/>
              </a:lnSpc>
              <a:spcBef>
                <a:spcPts val="0"/>
              </a:spcBef>
              <a:spcAft>
                <a:spcPts val="0"/>
              </a:spcAft>
              <a:buSzPts val="1000"/>
              <a:buChar char="○"/>
              <a:defRPr sz="1000"/>
            </a:lvl2pPr>
            <a:lvl3pPr indent="-292100" lvl="2" marL="1371600" algn="l">
              <a:lnSpc>
                <a:spcPct val="115000"/>
              </a:lnSpc>
              <a:spcBef>
                <a:spcPts val="0"/>
              </a:spcBef>
              <a:spcAft>
                <a:spcPts val="0"/>
              </a:spcAft>
              <a:buSzPts val="1000"/>
              <a:buChar char="■"/>
              <a:defRPr sz="1000"/>
            </a:lvl3pPr>
            <a:lvl4pPr indent="-292100" lvl="3" marL="1828800" algn="l">
              <a:lnSpc>
                <a:spcPct val="115000"/>
              </a:lnSpc>
              <a:spcBef>
                <a:spcPts val="0"/>
              </a:spcBef>
              <a:spcAft>
                <a:spcPts val="0"/>
              </a:spcAft>
              <a:buSzPts val="1000"/>
              <a:buChar char="●"/>
              <a:defRPr sz="1000"/>
            </a:lvl4pPr>
            <a:lvl5pPr indent="-292100" lvl="4" marL="2286000" algn="l">
              <a:lnSpc>
                <a:spcPct val="115000"/>
              </a:lnSpc>
              <a:spcBef>
                <a:spcPts val="0"/>
              </a:spcBef>
              <a:spcAft>
                <a:spcPts val="0"/>
              </a:spcAft>
              <a:buSzPts val="1000"/>
              <a:buChar char="○"/>
              <a:defRPr sz="1000"/>
            </a:lvl5pPr>
            <a:lvl6pPr indent="-292100" lvl="5" marL="2743200" algn="l">
              <a:lnSpc>
                <a:spcPct val="115000"/>
              </a:lnSpc>
              <a:spcBef>
                <a:spcPts val="0"/>
              </a:spcBef>
              <a:spcAft>
                <a:spcPts val="0"/>
              </a:spcAft>
              <a:buSzPts val="1000"/>
              <a:buChar char="■"/>
              <a:defRPr sz="1000"/>
            </a:lvl6pPr>
            <a:lvl7pPr indent="-292100" lvl="6" marL="3200400" algn="l">
              <a:lnSpc>
                <a:spcPct val="115000"/>
              </a:lnSpc>
              <a:spcBef>
                <a:spcPts val="0"/>
              </a:spcBef>
              <a:spcAft>
                <a:spcPts val="0"/>
              </a:spcAft>
              <a:buSzPts val="1000"/>
              <a:buChar char="●"/>
              <a:defRPr sz="1000"/>
            </a:lvl7pPr>
            <a:lvl8pPr indent="-292100" lvl="7" marL="3657600" algn="l">
              <a:lnSpc>
                <a:spcPct val="115000"/>
              </a:lnSpc>
              <a:spcBef>
                <a:spcPts val="0"/>
              </a:spcBef>
              <a:spcAft>
                <a:spcPts val="0"/>
              </a:spcAft>
              <a:buSzPts val="1000"/>
              <a:buChar char="○"/>
              <a:defRPr sz="1000"/>
            </a:lvl8pPr>
            <a:lvl9pPr indent="-292100" lvl="8" marL="4114800" algn="l">
              <a:lnSpc>
                <a:spcPct val="115000"/>
              </a:lnSpc>
              <a:spcBef>
                <a:spcPts val="0"/>
              </a:spcBef>
              <a:spcAft>
                <a:spcPts val="0"/>
              </a:spcAft>
              <a:buSzPts val="1000"/>
              <a:buChar char="■"/>
              <a:defRPr sz="10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Chapters Only">
  <p:cSld name="CUSTOM_1_1_1">
    <p:spTree>
      <p:nvGrpSpPr>
        <p:cNvPr id="61" name="Shape 61"/>
        <p:cNvGrpSpPr/>
        <p:nvPr/>
      </p:nvGrpSpPr>
      <p:grpSpPr>
        <a:xfrm>
          <a:off x="0" y="0"/>
          <a:ext cx="0" cy="0"/>
          <a:chOff x="0" y="0"/>
          <a:chExt cx="0" cy="0"/>
        </a:xfrm>
      </p:grpSpPr>
      <p:sp>
        <p:nvSpPr>
          <p:cNvPr id="62" name="Google Shape;62;g2d3c537dc00_0_45"/>
          <p:cNvSpPr txBox="1"/>
          <p:nvPr>
            <p:ph type="ctrTitle"/>
          </p:nvPr>
        </p:nvSpPr>
        <p:spPr>
          <a:xfrm>
            <a:off x="228600" y="228600"/>
            <a:ext cx="3522900" cy="17574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4900"/>
              <a:buFont typeface="Inter"/>
              <a:buNone/>
              <a:defRPr b="1" sz="49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sz="7000"/>
            </a:lvl2pPr>
            <a:lvl3pPr lvl="2" algn="l">
              <a:lnSpc>
                <a:spcPct val="100000"/>
              </a:lnSpc>
              <a:spcBef>
                <a:spcPts val="0"/>
              </a:spcBef>
              <a:spcAft>
                <a:spcPts val="0"/>
              </a:spcAft>
              <a:buSzPts val="7000"/>
              <a:buNone/>
              <a:defRPr sz="7000"/>
            </a:lvl3pPr>
            <a:lvl4pPr lvl="3" algn="l">
              <a:lnSpc>
                <a:spcPct val="100000"/>
              </a:lnSpc>
              <a:spcBef>
                <a:spcPts val="0"/>
              </a:spcBef>
              <a:spcAft>
                <a:spcPts val="0"/>
              </a:spcAft>
              <a:buSzPts val="7000"/>
              <a:buNone/>
              <a:defRPr sz="7000"/>
            </a:lvl4pPr>
            <a:lvl5pPr lvl="4" algn="l">
              <a:lnSpc>
                <a:spcPct val="100000"/>
              </a:lnSpc>
              <a:spcBef>
                <a:spcPts val="0"/>
              </a:spcBef>
              <a:spcAft>
                <a:spcPts val="0"/>
              </a:spcAft>
              <a:buSzPts val="7000"/>
              <a:buNone/>
              <a:defRPr sz="7000"/>
            </a:lvl5pPr>
            <a:lvl6pPr lvl="5" algn="l">
              <a:lnSpc>
                <a:spcPct val="100000"/>
              </a:lnSpc>
              <a:spcBef>
                <a:spcPts val="0"/>
              </a:spcBef>
              <a:spcAft>
                <a:spcPts val="0"/>
              </a:spcAft>
              <a:buSzPts val="7000"/>
              <a:buNone/>
              <a:defRPr sz="7000"/>
            </a:lvl6pPr>
            <a:lvl7pPr lvl="6" algn="l">
              <a:lnSpc>
                <a:spcPct val="100000"/>
              </a:lnSpc>
              <a:spcBef>
                <a:spcPts val="0"/>
              </a:spcBef>
              <a:spcAft>
                <a:spcPts val="0"/>
              </a:spcAft>
              <a:buSzPts val="7000"/>
              <a:buNone/>
              <a:defRPr sz="7000"/>
            </a:lvl7pPr>
            <a:lvl8pPr lvl="7" algn="l">
              <a:lnSpc>
                <a:spcPct val="100000"/>
              </a:lnSpc>
              <a:spcBef>
                <a:spcPts val="0"/>
              </a:spcBef>
              <a:spcAft>
                <a:spcPts val="0"/>
              </a:spcAft>
              <a:buSzPts val="7000"/>
              <a:buNone/>
              <a:defRPr sz="7000"/>
            </a:lvl8pPr>
            <a:lvl9pPr lvl="8" algn="l">
              <a:lnSpc>
                <a:spcPct val="100000"/>
              </a:lnSpc>
              <a:spcBef>
                <a:spcPts val="0"/>
              </a:spcBef>
              <a:spcAft>
                <a:spcPts val="0"/>
              </a:spcAft>
              <a:buSzPts val="7000"/>
              <a:buNone/>
              <a:defRPr sz="7000"/>
            </a:lvl9pPr>
          </a:lstStyle>
          <a:p/>
        </p:txBody>
      </p:sp>
      <p:sp>
        <p:nvSpPr>
          <p:cNvPr id="63" name="Google Shape;63;g2d3c537dc00_0_45"/>
          <p:cNvSpPr txBox="1"/>
          <p:nvPr>
            <p:ph idx="1" type="subTitle"/>
          </p:nvPr>
        </p:nvSpPr>
        <p:spPr>
          <a:xfrm>
            <a:off x="3179350" y="230925"/>
            <a:ext cx="567000" cy="4140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2"/>
              </a:buClr>
              <a:buSzPts val="1300"/>
              <a:buNone/>
              <a:defRPr b="1" sz="1300">
                <a:solidFill>
                  <a:schemeClr val="lt2"/>
                </a:solidFill>
              </a:defRPr>
            </a:lvl1pPr>
            <a:lvl2pPr lvl="1" algn="l">
              <a:lnSpc>
                <a:spcPct val="115000"/>
              </a:lnSpc>
              <a:spcBef>
                <a:spcPts val="0"/>
              </a:spcBef>
              <a:spcAft>
                <a:spcPts val="0"/>
              </a:spcAft>
              <a:buSzPts val="1500"/>
              <a:buNone/>
              <a:defRPr/>
            </a:lvl2pPr>
            <a:lvl3pPr lvl="2" algn="l">
              <a:lnSpc>
                <a:spcPct val="115000"/>
              </a:lnSpc>
              <a:spcBef>
                <a:spcPts val="0"/>
              </a:spcBef>
              <a:spcAft>
                <a:spcPts val="0"/>
              </a:spcAft>
              <a:buSzPts val="1500"/>
              <a:buNone/>
              <a:defRPr/>
            </a:lvl3pPr>
            <a:lvl4pPr lvl="3" algn="l">
              <a:lnSpc>
                <a:spcPct val="115000"/>
              </a:lnSpc>
              <a:spcBef>
                <a:spcPts val="0"/>
              </a:spcBef>
              <a:spcAft>
                <a:spcPts val="0"/>
              </a:spcAft>
              <a:buSzPts val="1500"/>
              <a:buNone/>
              <a:defRPr/>
            </a:lvl4pPr>
            <a:lvl5pPr lvl="4" algn="l">
              <a:lnSpc>
                <a:spcPct val="115000"/>
              </a:lnSpc>
              <a:spcBef>
                <a:spcPts val="0"/>
              </a:spcBef>
              <a:spcAft>
                <a:spcPts val="0"/>
              </a:spcAft>
              <a:buSzPts val="1500"/>
              <a:buNone/>
              <a:defRPr/>
            </a:lvl5pPr>
            <a:lvl6pPr lvl="5" algn="l">
              <a:lnSpc>
                <a:spcPct val="115000"/>
              </a:lnSpc>
              <a:spcBef>
                <a:spcPts val="0"/>
              </a:spcBef>
              <a:spcAft>
                <a:spcPts val="0"/>
              </a:spcAft>
              <a:buSzPts val="1500"/>
              <a:buNone/>
              <a:defRPr/>
            </a:lvl6pPr>
            <a:lvl7pPr lvl="6" algn="l">
              <a:lnSpc>
                <a:spcPct val="115000"/>
              </a:lnSpc>
              <a:spcBef>
                <a:spcPts val="0"/>
              </a:spcBef>
              <a:spcAft>
                <a:spcPts val="0"/>
              </a:spcAft>
              <a:buSzPts val="1500"/>
              <a:buNone/>
              <a:defRPr/>
            </a:lvl7pPr>
            <a:lvl8pPr lvl="7" algn="l">
              <a:lnSpc>
                <a:spcPct val="115000"/>
              </a:lnSpc>
              <a:spcBef>
                <a:spcPts val="0"/>
              </a:spcBef>
              <a:spcAft>
                <a:spcPts val="0"/>
              </a:spcAft>
              <a:buSzPts val="1500"/>
              <a:buNone/>
              <a:defRPr/>
            </a:lvl8pPr>
            <a:lvl9pPr lvl="8" algn="l">
              <a:lnSpc>
                <a:spcPct val="115000"/>
              </a:lnSpc>
              <a:spcBef>
                <a:spcPts val="0"/>
              </a:spcBef>
              <a:spcAft>
                <a:spcPts val="0"/>
              </a:spcAft>
              <a:buSzPts val="1500"/>
              <a:buNone/>
              <a:defRPr/>
            </a:lvl9pPr>
          </a:lstStyle>
          <a:p/>
        </p:txBody>
      </p:sp>
      <p:sp>
        <p:nvSpPr>
          <p:cNvPr id="64" name="Google Shape;64;g2d3c537dc00_0_45"/>
          <p:cNvSpPr txBox="1"/>
          <p:nvPr>
            <p:ph idx="2" type="subTitle"/>
          </p:nvPr>
        </p:nvSpPr>
        <p:spPr>
          <a:xfrm>
            <a:off x="3179350" y="568725"/>
            <a:ext cx="2785200" cy="414000"/>
          </a:xfrm>
          <a:prstGeom prst="rect">
            <a:avLst/>
          </a:prstGeom>
          <a:noFill/>
          <a:ln>
            <a:noFill/>
          </a:ln>
        </p:spPr>
        <p:txBody>
          <a:bodyPr anchorCtr="0" anchor="t" bIns="91425" lIns="0" spcFirstLastPara="1" rIns="91425" wrap="square" tIns="0">
            <a:normAutofit/>
          </a:bodyPr>
          <a:lstStyle>
            <a:lvl1pPr lvl="0" algn="l">
              <a:lnSpc>
                <a:spcPct val="115000"/>
              </a:lnSpc>
              <a:spcBef>
                <a:spcPts val="0"/>
              </a:spcBef>
              <a:spcAft>
                <a:spcPts val="0"/>
              </a:spcAft>
              <a:buSzPts val="1600"/>
              <a:buNone/>
              <a:defRPr b="1" sz="1600"/>
            </a:lvl1pPr>
            <a:lvl2pPr lvl="1" algn="l">
              <a:lnSpc>
                <a:spcPct val="115000"/>
              </a:lnSpc>
              <a:spcBef>
                <a:spcPts val="0"/>
              </a:spcBef>
              <a:spcAft>
                <a:spcPts val="0"/>
              </a:spcAft>
              <a:buSzPts val="1600"/>
              <a:buNone/>
              <a:defRPr sz="1600"/>
            </a:lvl2pPr>
            <a:lvl3pPr lvl="2" algn="l">
              <a:lnSpc>
                <a:spcPct val="115000"/>
              </a:lnSpc>
              <a:spcBef>
                <a:spcPts val="0"/>
              </a:spcBef>
              <a:spcAft>
                <a:spcPts val="0"/>
              </a:spcAft>
              <a:buSzPts val="1600"/>
              <a:buNone/>
              <a:defRPr sz="1600"/>
            </a:lvl3pPr>
            <a:lvl4pPr lvl="3" algn="l">
              <a:lnSpc>
                <a:spcPct val="115000"/>
              </a:lnSpc>
              <a:spcBef>
                <a:spcPts val="0"/>
              </a:spcBef>
              <a:spcAft>
                <a:spcPts val="0"/>
              </a:spcAft>
              <a:buSzPts val="1600"/>
              <a:buNone/>
              <a:defRPr sz="1600"/>
            </a:lvl4pPr>
            <a:lvl5pPr lvl="4" algn="l">
              <a:lnSpc>
                <a:spcPct val="115000"/>
              </a:lnSpc>
              <a:spcBef>
                <a:spcPts val="0"/>
              </a:spcBef>
              <a:spcAft>
                <a:spcPts val="0"/>
              </a:spcAft>
              <a:buSzPts val="1600"/>
              <a:buNone/>
              <a:defRPr sz="1600"/>
            </a:lvl5pPr>
            <a:lvl6pPr lvl="5" algn="l">
              <a:lnSpc>
                <a:spcPct val="115000"/>
              </a:lnSpc>
              <a:spcBef>
                <a:spcPts val="0"/>
              </a:spcBef>
              <a:spcAft>
                <a:spcPts val="0"/>
              </a:spcAft>
              <a:buSzPts val="1600"/>
              <a:buNone/>
              <a:defRPr sz="1600"/>
            </a:lvl6pPr>
            <a:lvl7pPr lvl="6" algn="l">
              <a:lnSpc>
                <a:spcPct val="115000"/>
              </a:lnSpc>
              <a:spcBef>
                <a:spcPts val="0"/>
              </a:spcBef>
              <a:spcAft>
                <a:spcPts val="0"/>
              </a:spcAft>
              <a:buSzPts val="1600"/>
              <a:buNone/>
              <a:defRPr sz="1600"/>
            </a:lvl7pPr>
            <a:lvl8pPr lvl="7" algn="l">
              <a:lnSpc>
                <a:spcPct val="115000"/>
              </a:lnSpc>
              <a:spcBef>
                <a:spcPts val="0"/>
              </a:spcBef>
              <a:spcAft>
                <a:spcPts val="0"/>
              </a:spcAft>
              <a:buSzPts val="1600"/>
              <a:buNone/>
              <a:defRPr sz="1600"/>
            </a:lvl8pPr>
            <a:lvl9pPr lvl="8" algn="l">
              <a:lnSpc>
                <a:spcPct val="115000"/>
              </a:lnSpc>
              <a:spcBef>
                <a:spcPts val="0"/>
              </a:spcBef>
              <a:spcAft>
                <a:spcPts val="0"/>
              </a:spcAft>
              <a:buSzPts val="1600"/>
              <a:buNone/>
              <a:defRPr sz="1600"/>
            </a:lvl9pPr>
          </a:lstStyle>
          <a:p/>
        </p:txBody>
      </p:sp>
      <p:sp>
        <p:nvSpPr>
          <p:cNvPr id="65" name="Google Shape;65;g2d3c537dc00_0_45"/>
          <p:cNvSpPr txBox="1"/>
          <p:nvPr>
            <p:ph idx="3" type="subTitle"/>
          </p:nvPr>
        </p:nvSpPr>
        <p:spPr>
          <a:xfrm>
            <a:off x="3179350" y="1535625"/>
            <a:ext cx="567000" cy="4140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2"/>
              </a:buClr>
              <a:buSzPts val="1300"/>
              <a:buNone/>
              <a:defRPr b="1" sz="1300">
                <a:solidFill>
                  <a:schemeClr val="lt2"/>
                </a:solidFill>
              </a:defRPr>
            </a:lvl1pPr>
            <a:lvl2pPr lvl="1" algn="l">
              <a:lnSpc>
                <a:spcPct val="115000"/>
              </a:lnSpc>
              <a:spcBef>
                <a:spcPts val="0"/>
              </a:spcBef>
              <a:spcAft>
                <a:spcPts val="0"/>
              </a:spcAft>
              <a:buSzPts val="1500"/>
              <a:buNone/>
              <a:defRPr/>
            </a:lvl2pPr>
            <a:lvl3pPr lvl="2" algn="l">
              <a:lnSpc>
                <a:spcPct val="115000"/>
              </a:lnSpc>
              <a:spcBef>
                <a:spcPts val="0"/>
              </a:spcBef>
              <a:spcAft>
                <a:spcPts val="0"/>
              </a:spcAft>
              <a:buSzPts val="1500"/>
              <a:buNone/>
              <a:defRPr/>
            </a:lvl3pPr>
            <a:lvl4pPr lvl="3" algn="l">
              <a:lnSpc>
                <a:spcPct val="115000"/>
              </a:lnSpc>
              <a:spcBef>
                <a:spcPts val="0"/>
              </a:spcBef>
              <a:spcAft>
                <a:spcPts val="0"/>
              </a:spcAft>
              <a:buSzPts val="1500"/>
              <a:buNone/>
              <a:defRPr/>
            </a:lvl4pPr>
            <a:lvl5pPr lvl="4" algn="l">
              <a:lnSpc>
                <a:spcPct val="115000"/>
              </a:lnSpc>
              <a:spcBef>
                <a:spcPts val="0"/>
              </a:spcBef>
              <a:spcAft>
                <a:spcPts val="0"/>
              </a:spcAft>
              <a:buSzPts val="1500"/>
              <a:buNone/>
              <a:defRPr/>
            </a:lvl5pPr>
            <a:lvl6pPr lvl="5" algn="l">
              <a:lnSpc>
                <a:spcPct val="115000"/>
              </a:lnSpc>
              <a:spcBef>
                <a:spcPts val="0"/>
              </a:spcBef>
              <a:spcAft>
                <a:spcPts val="0"/>
              </a:spcAft>
              <a:buSzPts val="1500"/>
              <a:buNone/>
              <a:defRPr/>
            </a:lvl6pPr>
            <a:lvl7pPr lvl="6" algn="l">
              <a:lnSpc>
                <a:spcPct val="115000"/>
              </a:lnSpc>
              <a:spcBef>
                <a:spcPts val="0"/>
              </a:spcBef>
              <a:spcAft>
                <a:spcPts val="0"/>
              </a:spcAft>
              <a:buSzPts val="1500"/>
              <a:buNone/>
              <a:defRPr/>
            </a:lvl7pPr>
            <a:lvl8pPr lvl="7" algn="l">
              <a:lnSpc>
                <a:spcPct val="115000"/>
              </a:lnSpc>
              <a:spcBef>
                <a:spcPts val="0"/>
              </a:spcBef>
              <a:spcAft>
                <a:spcPts val="0"/>
              </a:spcAft>
              <a:buSzPts val="1500"/>
              <a:buNone/>
              <a:defRPr/>
            </a:lvl8pPr>
            <a:lvl9pPr lvl="8" algn="l">
              <a:lnSpc>
                <a:spcPct val="115000"/>
              </a:lnSpc>
              <a:spcBef>
                <a:spcPts val="0"/>
              </a:spcBef>
              <a:spcAft>
                <a:spcPts val="0"/>
              </a:spcAft>
              <a:buSzPts val="1500"/>
              <a:buNone/>
              <a:defRPr/>
            </a:lvl9pPr>
          </a:lstStyle>
          <a:p/>
        </p:txBody>
      </p:sp>
      <p:sp>
        <p:nvSpPr>
          <p:cNvPr id="66" name="Google Shape;66;g2d3c537dc00_0_45"/>
          <p:cNvSpPr txBox="1"/>
          <p:nvPr>
            <p:ph idx="4" type="subTitle"/>
          </p:nvPr>
        </p:nvSpPr>
        <p:spPr>
          <a:xfrm>
            <a:off x="3179350" y="1873425"/>
            <a:ext cx="2785200" cy="414000"/>
          </a:xfrm>
          <a:prstGeom prst="rect">
            <a:avLst/>
          </a:prstGeom>
          <a:noFill/>
          <a:ln>
            <a:noFill/>
          </a:ln>
        </p:spPr>
        <p:txBody>
          <a:bodyPr anchorCtr="0" anchor="t" bIns="91425" lIns="0" spcFirstLastPara="1" rIns="91425" wrap="square" tIns="0">
            <a:normAutofit/>
          </a:bodyPr>
          <a:lstStyle>
            <a:lvl1pPr lvl="0" algn="l">
              <a:lnSpc>
                <a:spcPct val="115000"/>
              </a:lnSpc>
              <a:spcBef>
                <a:spcPts val="0"/>
              </a:spcBef>
              <a:spcAft>
                <a:spcPts val="0"/>
              </a:spcAft>
              <a:buSzPts val="1600"/>
              <a:buNone/>
              <a:defRPr b="1" sz="1600"/>
            </a:lvl1pPr>
            <a:lvl2pPr lvl="1" algn="l">
              <a:lnSpc>
                <a:spcPct val="115000"/>
              </a:lnSpc>
              <a:spcBef>
                <a:spcPts val="0"/>
              </a:spcBef>
              <a:spcAft>
                <a:spcPts val="0"/>
              </a:spcAft>
              <a:buSzPts val="1600"/>
              <a:buNone/>
              <a:defRPr sz="1600"/>
            </a:lvl2pPr>
            <a:lvl3pPr lvl="2" algn="l">
              <a:lnSpc>
                <a:spcPct val="115000"/>
              </a:lnSpc>
              <a:spcBef>
                <a:spcPts val="0"/>
              </a:spcBef>
              <a:spcAft>
                <a:spcPts val="0"/>
              </a:spcAft>
              <a:buSzPts val="1600"/>
              <a:buNone/>
              <a:defRPr sz="1600"/>
            </a:lvl3pPr>
            <a:lvl4pPr lvl="3" algn="l">
              <a:lnSpc>
                <a:spcPct val="115000"/>
              </a:lnSpc>
              <a:spcBef>
                <a:spcPts val="0"/>
              </a:spcBef>
              <a:spcAft>
                <a:spcPts val="0"/>
              </a:spcAft>
              <a:buSzPts val="1600"/>
              <a:buNone/>
              <a:defRPr sz="1600"/>
            </a:lvl4pPr>
            <a:lvl5pPr lvl="4" algn="l">
              <a:lnSpc>
                <a:spcPct val="115000"/>
              </a:lnSpc>
              <a:spcBef>
                <a:spcPts val="0"/>
              </a:spcBef>
              <a:spcAft>
                <a:spcPts val="0"/>
              </a:spcAft>
              <a:buSzPts val="1600"/>
              <a:buNone/>
              <a:defRPr sz="1600"/>
            </a:lvl5pPr>
            <a:lvl6pPr lvl="5" algn="l">
              <a:lnSpc>
                <a:spcPct val="115000"/>
              </a:lnSpc>
              <a:spcBef>
                <a:spcPts val="0"/>
              </a:spcBef>
              <a:spcAft>
                <a:spcPts val="0"/>
              </a:spcAft>
              <a:buSzPts val="1600"/>
              <a:buNone/>
              <a:defRPr sz="1600"/>
            </a:lvl6pPr>
            <a:lvl7pPr lvl="6" algn="l">
              <a:lnSpc>
                <a:spcPct val="115000"/>
              </a:lnSpc>
              <a:spcBef>
                <a:spcPts val="0"/>
              </a:spcBef>
              <a:spcAft>
                <a:spcPts val="0"/>
              </a:spcAft>
              <a:buSzPts val="1600"/>
              <a:buNone/>
              <a:defRPr sz="1600"/>
            </a:lvl7pPr>
            <a:lvl8pPr lvl="7" algn="l">
              <a:lnSpc>
                <a:spcPct val="115000"/>
              </a:lnSpc>
              <a:spcBef>
                <a:spcPts val="0"/>
              </a:spcBef>
              <a:spcAft>
                <a:spcPts val="0"/>
              </a:spcAft>
              <a:buSzPts val="1600"/>
              <a:buNone/>
              <a:defRPr sz="1600"/>
            </a:lvl8pPr>
            <a:lvl9pPr lvl="8" algn="l">
              <a:lnSpc>
                <a:spcPct val="115000"/>
              </a:lnSpc>
              <a:spcBef>
                <a:spcPts val="0"/>
              </a:spcBef>
              <a:spcAft>
                <a:spcPts val="0"/>
              </a:spcAft>
              <a:buSzPts val="1600"/>
              <a:buNone/>
              <a:defRPr sz="1600"/>
            </a:lvl9pPr>
          </a:lstStyle>
          <a:p/>
        </p:txBody>
      </p:sp>
      <p:sp>
        <p:nvSpPr>
          <p:cNvPr id="67" name="Google Shape;67;g2d3c537dc00_0_45"/>
          <p:cNvSpPr txBox="1"/>
          <p:nvPr>
            <p:ph idx="5" type="subTitle"/>
          </p:nvPr>
        </p:nvSpPr>
        <p:spPr>
          <a:xfrm>
            <a:off x="3179350" y="2782200"/>
            <a:ext cx="567000" cy="4140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2"/>
              </a:buClr>
              <a:buSzPts val="1300"/>
              <a:buNone/>
              <a:defRPr b="1" sz="1300">
                <a:solidFill>
                  <a:schemeClr val="lt2"/>
                </a:solidFill>
              </a:defRPr>
            </a:lvl1pPr>
            <a:lvl2pPr lvl="1" algn="l">
              <a:lnSpc>
                <a:spcPct val="115000"/>
              </a:lnSpc>
              <a:spcBef>
                <a:spcPts val="0"/>
              </a:spcBef>
              <a:spcAft>
                <a:spcPts val="0"/>
              </a:spcAft>
              <a:buSzPts val="1500"/>
              <a:buNone/>
              <a:defRPr/>
            </a:lvl2pPr>
            <a:lvl3pPr lvl="2" algn="l">
              <a:lnSpc>
                <a:spcPct val="115000"/>
              </a:lnSpc>
              <a:spcBef>
                <a:spcPts val="0"/>
              </a:spcBef>
              <a:spcAft>
                <a:spcPts val="0"/>
              </a:spcAft>
              <a:buSzPts val="1500"/>
              <a:buNone/>
              <a:defRPr/>
            </a:lvl3pPr>
            <a:lvl4pPr lvl="3" algn="l">
              <a:lnSpc>
                <a:spcPct val="115000"/>
              </a:lnSpc>
              <a:spcBef>
                <a:spcPts val="0"/>
              </a:spcBef>
              <a:spcAft>
                <a:spcPts val="0"/>
              </a:spcAft>
              <a:buSzPts val="1500"/>
              <a:buNone/>
              <a:defRPr/>
            </a:lvl4pPr>
            <a:lvl5pPr lvl="4" algn="l">
              <a:lnSpc>
                <a:spcPct val="115000"/>
              </a:lnSpc>
              <a:spcBef>
                <a:spcPts val="0"/>
              </a:spcBef>
              <a:spcAft>
                <a:spcPts val="0"/>
              </a:spcAft>
              <a:buSzPts val="1500"/>
              <a:buNone/>
              <a:defRPr/>
            </a:lvl5pPr>
            <a:lvl6pPr lvl="5" algn="l">
              <a:lnSpc>
                <a:spcPct val="115000"/>
              </a:lnSpc>
              <a:spcBef>
                <a:spcPts val="0"/>
              </a:spcBef>
              <a:spcAft>
                <a:spcPts val="0"/>
              </a:spcAft>
              <a:buSzPts val="1500"/>
              <a:buNone/>
              <a:defRPr/>
            </a:lvl6pPr>
            <a:lvl7pPr lvl="6" algn="l">
              <a:lnSpc>
                <a:spcPct val="115000"/>
              </a:lnSpc>
              <a:spcBef>
                <a:spcPts val="0"/>
              </a:spcBef>
              <a:spcAft>
                <a:spcPts val="0"/>
              </a:spcAft>
              <a:buSzPts val="1500"/>
              <a:buNone/>
              <a:defRPr/>
            </a:lvl7pPr>
            <a:lvl8pPr lvl="7" algn="l">
              <a:lnSpc>
                <a:spcPct val="115000"/>
              </a:lnSpc>
              <a:spcBef>
                <a:spcPts val="0"/>
              </a:spcBef>
              <a:spcAft>
                <a:spcPts val="0"/>
              </a:spcAft>
              <a:buSzPts val="1500"/>
              <a:buNone/>
              <a:defRPr/>
            </a:lvl8pPr>
            <a:lvl9pPr lvl="8" algn="l">
              <a:lnSpc>
                <a:spcPct val="115000"/>
              </a:lnSpc>
              <a:spcBef>
                <a:spcPts val="0"/>
              </a:spcBef>
              <a:spcAft>
                <a:spcPts val="0"/>
              </a:spcAft>
              <a:buSzPts val="1500"/>
              <a:buNone/>
              <a:defRPr/>
            </a:lvl9pPr>
          </a:lstStyle>
          <a:p/>
        </p:txBody>
      </p:sp>
      <p:sp>
        <p:nvSpPr>
          <p:cNvPr id="68" name="Google Shape;68;g2d3c537dc00_0_45"/>
          <p:cNvSpPr txBox="1"/>
          <p:nvPr>
            <p:ph idx="6" type="subTitle"/>
          </p:nvPr>
        </p:nvSpPr>
        <p:spPr>
          <a:xfrm>
            <a:off x="3179350" y="3120000"/>
            <a:ext cx="2785200" cy="414000"/>
          </a:xfrm>
          <a:prstGeom prst="rect">
            <a:avLst/>
          </a:prstGeom>
          <a:noFill/>
          <a:ln>
            <a:noFill/>
          </a:ln>
        </p:spPr>
        <p:txBody>
          <a:bodyPr anchorCtr="0" anchor="t" bIns="91425" lIns="0" spcFirstLastPara="1" rIns="91425" wrap="square" tIns="0">
            <a:normAutofit/>
          </a:bodyPr>
          <a:lstStyle>
            <a:lvl1pPr lvl="0" algn="l">
              <a:lnSpc>
                <a:spcPct val="115000"/>
              </a:lnSpc>
              <a:spcBef>
                <a:spcPts val="0"/>
              </a:spcBef>
              <a:spcAft>
                <a:spcPts val="0"/>
              </a:spcAft>
              <a:buSzPts val="1600"/>
              <a:buNone/>
              <a:defRPr b="1" sz="1600"/>
            </a:lvl1pPr>
            <a:lvl2pPr lvl="1" algn="l">
              <a:lnSpc>
                <a:spcPct val="115000"/>
              </a:lnSpc>
              <a:spcBef>
                <a:spcPts val="0"/>
              </a:spcBef>
              <a:spcAft>
                <a:spcPts val="0"/>
              </a:spcAft>
              <a:buSzPts val="1600"/>
              <a:buNone/>
              <a:defRPr sz="1600"/>
            </a:lvl2pPr>
            <a:lvl3pPr lvl="2" algn="l">
              <a:lnSpc>
                <a:spcPct val="115000"/>
              </a:lnSpc>
              <a:spcBef>
                <a:spcPts val="0"/>
              </a:spcBef>
              <a:spcAft>
                <a:spcPts val="0"/>
              </a:spcAft>
              <a:buSzPts val="1600"/>
              <a:buNone/>
              <a:defRPr sz="1600"/>
            </a:lvl3pPr>
            <a:lvl4pPr lvl="3" algn="l">
              <a:lnSpc>
                <a:spcPct val="115000"/>
              </a:lnSpc>
              <a:spcBef>
                <a:spcPts val="0"/>
              </a:spcBef>
              <a:spcAft>
                <a:spcPts val="0"/>
              </a:spcAft>
              <a:buSzPts val="1600"/>
              <a:buNone/>
              <a:defRPr sz="1600"/>
            </a:lvl4pPr>
            <a:lvl5pPr lvl="4" algn="l">
              <a:lnSpc>
                <a:spcPct val="115000"/>
              </a:lnSpc>
              <a:spcBef>
                <a:spcPts val="0"/>
              </a:spcBef>
              <a:spcAft>
                <a:spcPts val="0"/>
              </a:spcAft>
              <a:buSzPts val="1600"/>
              <a:buNone/>
              <a:defRPr sz="1600"/>
            </a:lvl5pPr>
            <a:lvl6pPr lvl="5" algn="l">
              <a:lnSpc>
                <a:spcPct val="115000"/>
              </a:lnSpc>
              <a:spcBef>
                <a:spcPts val="0"/>
              </a:spcBef>
              <a:spcAft>
                <a:spcPts val="0"/>
              </a:spcAft>
              <a:buSzPts val="1600"/>
              <a:buNone/>
              <a:defRPr sz="1600"/>
            </a:lvl6pPr>
            <a:lvl7pPr lvl="6" algn="l">
              <a:lnSpc>
                <a:spcPct val="115000"/>
              </a:lnSpc>
              <a:spcBef>
                <a:spcPts val="0"/>
              </a:spcBef>
              <a:spcAft>
                <a:spcPts val="0"/>
              </a:spcAft>
              <a:buSzPts val="1600"/>
              <a:buNone/>
              <a:defRPr sz="1600"/>
            </a:lvl7pPr>
            <a:lvl8pPr lvl="7" algn="l">
              <a:lnSpc>
                <a:spcPct val="115000"/>
              </a:lnSpc>
              <a:spcBef>
                <a:spcPts val="0"/>
              </a:spcBef>
              <a:spcAft>
                <a:spcPts val="0"/>
              </a:spcAft>
              <a:buSzPts val="1600"/>
              <a:buNone/>
              <a:defRPr sz="1600"/>
            </a:lvl8pPr>
            <a:lvl9pPr lvl="8" algn="l">
              <a:lnSpc>
                <a:spcPct val="115000"/>
              </a:lnSpc>
              <a:spcBef>
                <a:spcPts val="0"/>
              </a:spcBef>
              <a:spcAft>
                <a:spcPts val="0"/>
              </a:spcAft>
              <a:buSzPts val="1600"/>
              <a:buNone/>
              <a:defRPr sz="1600"/>
            </a:lvl9pPr>
          </a:lstStyle>
          <a:p/>
        </p:txBody>
      </p:sp>
      <p:sp>
        <p:nvSpPr>
          <p:cNvPr id="69" name="Google Shape;69;g2d3c537dc00_0_45"/>
          <p:cNvSpPr txBox="1"/>
          <p:nvPr>
            <p:ph idx="7" type="subTitle"/>
          </p:nvPr>
        </p:nvSpPr>
        <p:spPr>
          <a:xfrm>
            <a:off x="3179350" y="4086900"/>
            <a:ext cx="567000" cy="4140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2"/>
              </a:buClr>
              <a:buSzPts val="1300"/>
              <a:buNone/>
              <a:defRPr b="1" sz="1300">
                <a:solidFill>
                  <a:schemeClr val="lt2"/>
                </a:solidFill>
              </a:defRPr>
            </a:lvl1pPr>
            <a:lvl2pPr lvl="1" algn="l">
              <a:lnSpc>
                <a:spcPct val="115000"/>
              </a:lnSpc>
              <a:spcBef>
                <a:spcPts val="0"/>
              </a:spcBef>
              <a:spcAft>
                <a:spcPts val="0"/>
              </a:spcAft>
              <a:buSzPts val="1500"/>
              <a:buNone/>
              <a:defRPr/>
            </a:lvl2pPr>
            <a:lvl3pPr lvl="2" algn="l">
              <a:lnSpc>
                <a:spcPct val="115000"/>
              </a:lnSpc>
              <a:spcBef>
                <a:spcPts val="0"/>
              </a:spcBef>
              <a:spcAft>
                <a:spcPts val="0"/>
              </a:spcAft>
              <a:buSzPts val="1500"/>
              <a:buNone/>
              <a:defRPr/>
            </a:lvl3pPr>
            <a:lvl4pPr lvl="3" algn="l">
              <a:lnSpc>
                <a:spcPct val="115000"/>
              </a:lnSpc>
              <a:spcBef>
                <a:spcPts val="0"/>
              </a:spcBef>
              <a:spcAft>
                <a:spcPts val="0"/>
              </a:spcAft>
              <a:buSzPts val="1500"/>
              <a:buNone/>
              <a:defRPr/>
            </a:lvl4pPr>
            <a:lvl5pPr lvl="4" algn="l">
              <a:lnSpc>
                <a:spcPct val="115000"/>
              </a:lnSpc>
              <a:spcBef>
                <a:spcPts val="0"/>
              </a:spcBef>
              <a:spcAft>
                <a:spcPts val="0"/>
              </a:spcAft>
              <a:buSzPts val="1500"/>
              <a:buNone/>
              <a:defRPr/>
            </a:lvl5pPr>
            <a:lvl6pPr lvl="5" algn="l">
              <a:lnSpc>
                <a:spcPct val="115000"/>
              </a:lnSpc>
              <a:spcBef>
                <a:spcPts val="0"/>
              </a:spcBef>
              <a:spcAft>
                <a:spcPts val="0"/>
              </a:spcAft>
              <a:buSzPts val="1500"/>
              <a:buNone/>
              <a:defRPr/>
            </a:lvl6pPr>
            <a:lvl7pPr lvl="6" algn="l">
              <a:lnSpc>
                <a:spcPct val="115000"/>
              </a:lnSpc>
              <a:spcBef>
                <a:spcPts val="0"/>
              </a:spcBef>
              <a:spcAft>
                <a:spcPts val="0"/>
              </a:spcAft>
              <a:buSzPts val="1500"/>
              <a:buNone/>
              <a:defRPr/>
            </a:lvl7pPr>
            <a:lvl8pPr lvl="7" algn="l">
              <a:lnSpc>
                <a:spcPct val="115000"/>
              </a:lnSpc>
              <a:spcBef>
                <a:spcPts val="0"/>
              </a:spcBef>
              <a:spcAft>
                <a:spcPts val="0"/>
              </a:spcAft>
              <a:buSzPts val="1500"/>
              <a:buNone/>
              <a:defRPr/>
            </a:lvl8pPr>
            <a:lvl9pPr lvl="8" algn="l">
              <a:lnSpc>
                <a:spcPct val="115000"/>
              </a:lnSpc>
              <a:spcBef>
                <a:spcPts val="0"/>
              </a:spcBef>
              <a:spcAft>
                <a:spcPts val="0"/>
              </a:spcAft>
              <a:buSzPts val="1500"/>
              <a:buNone/>
              <a:defRPr/>
            </a:lvl9pPr>
          </a:lstStyle>
          <a:p/>
        </p:txBody>
      </p:sp>
      <p:sp>
        <p:nvSpPr>
          <p:cNvPr id="70" name="Google Shape;70;g2d3c537dc00_0_45"/>
          <p:cNvSpPr txBox="1"/>
          <p:nvPr>
            <p:ph idx="8" type="subTitle"/>
          </p:nvPr>
        </p:nvSpPr>
        <p:spPr>
          <a:xfrm>
            <a:off x="3179350" y="4424700"/>
            <a:ext cx="2785200" cy="414000"/>
          </a:xfrm>
          <a:prstGeom prst="rect">
            <a:avLst/>
          </a:prstGeom>
          <a:noFill/>
          <a:ln>
            <a:noFill/>
          </a:ln>
        </p:spPr>
        <p:txBody>
          <a:bodyPr anchorCtr="0" anchor="t" bIns="91425" lIns="0" spcFirstLastPara="1" rIns="91425" wrap="square" tIns="0">
            <a:normAutofit/>
          </a:bodyPr>
          <a:lstStyle>
            <a:lvl1pPr lvl="0" algn="l">
              <a:lnSpc>
                <a:spcPct val="115000"/>
              </a:lnSpc>
              <a:spcBef>
                <a:spcPts val="0"/>
              </a:spcBef>
              <a:spcAft>
                <a:spcPts val="0"/>
              </a:spcAft>
              <a:buSzPts val="1600"/>
              <a:buNone/>
              <a:defRPr b="1" sz="1600"/>
            </a:lvl1pPr>
            <a:lvl2pPr lvl="1" algn="l">
              <a:lnSpc>
                <a:spcPct val="115000"/>
              </a:lnSpc>
              <a:spcBef>
                <a:spcPts val="0"/>
              </a:spcBef>
              <a:spcAft>
                <a:spcPts val="0"/>
              </a:spcAft>
              <a:buSzPts val="1600"/>
              <a:buNone/>
              <a:defRPr sz="1600"/>
            </a:lvl2pPr>
            <a:lvl3pPr lvl="2" algn="l">
              <a:lnSpc>
                <a:spcPct val="115000"/>
              </a:lnSpc>
              <a:spcBef>
                <a:spcPts val="0"/>
              </a:spcBef>
              <a:spcAft>
                <a:spcPts val="0"/>
              </a:spcAft>
              <a:buSzPts val="1600"/>
              <a:buNone/>
              <a:defRPr sz="1600"/>
            </a:lvl3pPr>
            <a:lvl4pPr lvl="3" algn="l">
              <a:lnSpc>
                <a:spcPct val="115000"/>
              </a:lnSpc>
              <a:spcBef>
                <a:spcPts val="0"/>
              </a:spcBef>
              <a:spcAft>
                <a:spcPts val="0"/>
              </a:spcAft>
              <a:buSzPts val="1600"/>
              <a:buNone/>
              <a:defRPr sz="1600"/>
            </a:lvl4pPr>
            <a:lvl5pPr lvl="4" algn="l">
              <a:lnSpc>
                <a:spcPct val="115000"/>
              </a:lnSpc>
              <a:spcBef>
                <a:spcPts val="0"/>
              </a:spcBef>
              <a:spcAft>
                <a:spcPts val="0"/>
              </a:spcAft>
              <a:buSzPts val="1600"/>
              <a:buNone/>
              <a:defRPr sz="1600"/>
            </a:lvl5pPr>
            <a:lvl6pPr lvl="5" algn="l">
              <a:lnSpc>
                <a:spcPct val="115000"/>
              </a:lnSpc>
              <a:spcBef>
                <a:spcPts val="0"/>
              </a:spcBef>
              <a:spcAft>
                <a:spcPts val="0"/>
              </a:spcAft>
              <a:buSzPts val="1600"/>
              <a:buNone/>
              <a:defRPr sz="1600"/>
            </a:lvl6pPr>
            <a:lvl7pPr lvl="6" algn="l">
              <a:lnSpc>
                <a:spcPct val="115000"/>
              </a:lnSpc>
              <a:spcBef>
                <a:spcPts val="0"/>
              </a:spcBef>
              <a:spcAft>
                <a:spcPts val="0"/>
              </a:spcAft>
              <a:buSzPts val="1600"/>
              <a:buNone/>
              <a:defRPr sz="1600"/>
            </a:lvl7pPr>
            <a:lvl8pPr lvl="7" algn="l">
              <a:lnSpc>
                <a:spcPct val="115000"/>
              </a:lnSpc>
              <a:spcBef>
                <a:spcPts val="0"/>
              </a:spcBef>
              <a:spcAft>
                <a:spcPts val="0"/>
              </a:spcAft>
              <a:buSzPts val="1600"/>
              <a:buNone/>
              <a:defRPr sz="1600"/>
            </a:lvl8pPr>
            <a:lvl9pPr lvl="8" algn="l">
              <a:lnSpc>
                <a:spcPct val="115000"/>
              </a:lnSpc>
              <a:spcBef>
                <a:spcPts val="0"/>
              </a:spcBef>
              <a:spcAft>
                <a:spcPts val="0"/>
              </a:spcAft>
              <a:buSzPts val="1600"/>
              <a:buNone/>
              <a:defRPr sz="1600"/>
            </a:lvl9pPr>
          </a:lstStyle>
          <a:p/>
        </p:txBody>
      </p:sp>
      <p:sp>
        <p:nvSpPr>
          <p:cNvPr id="71" name="Google Shape;71;g2d3c537dc00_0_45"/>
          <p:cNvSpPr txBox="1"/>
          <p:nvPr>
            <p:ph idx="9" type="subTitle"/>
          </p:nvPr>
        </p:nvSpPr>
        <p:spPr>
          <a:xfrm>
            <a:off x="6130100" y="230925"/>
            <a:ext cx="567000" cy="4140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2"/>
              </a:buClr>
              <a:buSzPts val="1300"/>
              <a:buNone/>
              <a:defRPr b="1" sz="1300">
                <a:solidFill>
                  <a:schemeClr val="lt2"/>
                </a:solidFill>
              </a:defRPr>
            </a:lvl1pPr>
            <a:lvl2pPr lvl="1" algn="l">
              <a:lnSpc>
                <a:spcPct val="115000"/>
              </a:lnSpc>
              <a:spcBef>
                <a:spcPts val="0"/>
              </a:spcBef>
              <a:spcAft>
                <a:spcPts val="0"/>
              </a:spcAft>
              <a:buSzPts val="1500"/>
              <a:buNone/>
              <a:defRPr/>
            </a:lvl2pPr>
            <a:lvl3pPr lvl="2" algn="l">
              <a:lnSpc>
                <a:spcPct val="115000"/>
              </a:lnSpc>
              <a:spcBef>
                <a:spcPts val="0"/>
              </a:spcBef>
              <a:spcAft>
                <a:spcPts val="0"/>
              </a:spcAft>
              <a:buSzPts val="1500"/>
              <a:buNone/>
              <a:defRPr/>
            </a:lvl3pPr>
            <a:lvl4pPr lvl="3" algn="l">
              <a:lnSpc>
                <a:spcPct val="115000"/>
              </a:lnSpc>
              <a:spcBef>
                <a:spcPts val="0"/>
              </a:spcBef>
              <a:spcAft>
                <a:spcPts val="0"/>
              </a:spcAft>
              <a:buSzPts val="1500"/>
              <a:buNone/>
              <a:defRPr/>
            </a:lvl4pPr>
            <a:lvl5pPr lvl="4" algn="l">
              <a:lnSpc>
                <a:spcPct val="115000"/>
              </a:lnSpc>
              <a:spcBef>
                <a:spcPts val="0"/>
              </a:spcBef>
              <a:spcAft>
                <a:spcPts val="0"/>
              </a:spcAft>
              <a:buSzPts val="1500"/>
              <a:buNone/>
              <a:defRPr/>
            </a:lvl5pPr>
            <a:lvl6pPr lvl="5" algn="l">
              <a:lnSpc>
                <a:spcPct val="115000"/>
              </a:lnSpc>
              <a:spcBef>
                <a:spcPts val="0"/>
              </a:spcBef>
              <a:spcAft>
                <a:spcPts val="0"/>
              </a:spcAft>
              <a:buSzPts val="1500"/>
              <a:buNone/>
              <a:defRPr/>
            </a:lvl6pPr>
            <a:lvl7pPr lvl="6" algn="l">
              <a:lnSpc>
                <a:spcPct val="115000"/>
              </a:lnSpc>
              <a:spcBef>
                <a:spcPts val="0"/>
              </a:spcBef>
              <a:spcAft>
                <a:spcPts val="0"/>
              </a:spcAft>
              <a:buSzPts val="1500"/>
              <a:buNone/>
              <a:defRPr/>
            </a:lvl7pPr>
            <a:lvl8pPr lvl="7" algn="l">
              <a:lnSpc>
                <a:spcPct val="115000"/>
              </a:lnSpc>
              <a:spcBef>
                <a:spcPts val="0"/>
              </a:spcBef>
              <a:spcAft>
                <a:spcPts val="0"/>
              </a:spcAft>
              <a:buSzPts val="1500"/>
              <a:buNone/>
              <a:defRPr/>
            </a:lvl8pPr>
            <a:lvl9pPr lvl="8" algn="l">
              <a:lnSpc>
                <a:spcPct val="115000"/>
              </a:lnSpc>
              <a:spcBef>
                <a:spcPts val="0"/>
              </a:spcBef>
              <a:spcAft>
                <a:spcPts val="0"/>
              </a:spcAft>
              <a:buSzPts val="1500"/>
              <a:buNone/>
              <a:defRPr/>
            </a:lvl9pPr>
          </a:lstStyle>
          <a:p/>
        </p:txBody>
      </p:sp>
      <p:sp>
        <p:nvSpPr>
          <p:cNvPr id="72" name="Google Shape;72;g2d3c537dc00_0_45"/>
          <p:cNvSpPr txBox="1"/>
          <p:nvPr>
            <p:ph idx="13" type="subTitle"/>
          </p:nvPr>
        </p:nvSpPr>
        <p:spPr>
          <a:xfrm>
            <a:off x="6130100" y="568725"/>
            <a:ext cx="2785200" cy="414000"/>
          </a:xfrm>
          <a:prstGeom prst="rect">
            <a:avLst/>
          </a:prstGeom>
          <a:noFill/>
          <a:ln>
            <a:noFill/>
          </a:ln>
        </p:spPr>
        <p:txBody>
          <a:bodyPr anchorCtr="0" anchor="t" bIns="91425" lIns="0" spcFirstLastPara="1" rIns="91425" wrap="square" tIns="0">
            <a:normAutofit/>
          </a:bodyPr>
          <a:lstStyle>
            <a:lvl1pPr lvl="0" algn="l">
              <a:lnSpc>
                <a:spcPct val="115000"/>
              </a:lnSpc>
              <a:spcBef>
                <a:spcPts val="0"/>
              </a:spcBef>
              <a:spcAft>
                <a:spcPts val="0"/>
              </a:spcAft>
              <a:buSzPts val="1600"/>
              <a:buNone/>
              <a:defRPr b="1" sz="1600"/>
            </a:lvl1pPr>
            <a:lvl2pPr lvl="1" algn="l">
              <a:lnSpc>
                <a:spcPct val="115000"/>
              </a:lnSpc>
              <a:spcBef>
                <a:spcPts val="0"/>
              </a:spcBef>
              <a:spcAft>
                <a:spcPts val="0"/>
              </a:spcAft>
              <a:buSzPts val="1600"/>
              <a:buNone/>
              <a:defRPr sz="1600"/>
            </a:lvl2pPr>
            <a:lvl3pPr lvl="2" algn="l">
              <a:lnSpc>
                <a:spcPct val="115000"/>
              </a:lnSpc>
              <a:spcBef>
                <a:spcPts val="0"/>
              </a:spcBef>
              <a:spcAft>
                <a:spcPts val="0"/>
              </a:spcAft>
              <a:buSzPts val="1600"/>
              <a:buNone/>
              <a:defRPr sz="1600"/>
            </a:lvl3pPr>
            <a:lvl4pPr lvl="3" algn="l">
              <a:lnSpc>
                <a:spcPct val="115000"/>
              </a:lnSpc>
              <a:spcBef>
                <a:spcPts val="0"/>
              </a:spcBef>
              <a:spcAft>
                <a:spcPts val="0"/>
              </a:spcAft>
              <a:buSzPts val="1600"/>
              <a:buNone/>
              <a:defRPr sz="1600"/>
            </a:lvl4pPr>
            <a:lvl5pPr lvl="4" algn="l">
              <a:lnSpc>
                <a:spcPct val="115000"/>
              </a:lnSpc>
              <a:spcBef>
                <a:spcPts val="0"/>
              </a:spcBef>
              <a:spcAft>
                <a:spcPts val="0"/>
              </a:spcAft>
              <a:buSzPts val="1600"/>
              <a:buNone/>
              <a:defRPr sz="1600"/>
            </a:lvl5pPr>
            <a:lvl6pPr lvl="5" algn="l">
              <a:lnSpc>
                <a:spcPct val="115000"/>
              </a:lnSpc>
              <a:spcBef>
                <a:spcPts val="0"/>
              </a:spcBef>
              <a:spcAft>
                <a:spcPts val="0"/>
              </a:spcAft>
              <a:buSzPts val="1600"/>
              <a:buNone/>
              <a:defRPr sz="1600"/>
            </a:lvl6pPr>
            <a:lvl7pPr lvl="6" algn="l">
              <a:lnSpc>
                <a:spcPct val="115000"/>
              </a:lnSpc>
              <a:spcBef>
                <a:spcPts val="0"/>
              </a:spcBef>
              <a:spcAft>
                <a:spcPts val="0"/>
              </a:spcAft>
              <a:buSzPts val="1600"/>
              <a:buNone/>
              <a:defRPr sz="1600"/>
            </a:lvl7pPr>
            <a:lvl8pPr lvl="7" algn="l">
              <a:lnSpc>
                <a:spcPct val="115000"/>
              </a:lnSpc>
              <a:spcBef>
                <a:spcPts val="0"/>
              </a:spcBef>
              <a:spcAft>
                <a:spcPts val="0"/>
              </a:spcAft>
              <a:buSzPts val="1600"/>
              <a:buNone/>
              <a:defRPr sz="1600"/>
            </a:lvl8pPr>
            <a:lvl9pPr lvl="8" algn="l">
              <a:lnSpc>
                <a:spcPct val="115000"/>
              </a:lnSpc>
              <a:spcBef>
                <a:spcPts val="0"/>
              </a:spcBef>
              <a:spcAft>
                <a:spcPts val="0"/>
              </a:spcAft>
              <a:buSzPts val="1600"/>
              <a:buNone/>
              <a:defRPr sz="1600"/>
            </a:lvl9pPr>
          </a:lstStyle>
          <a:p/>
        </p:txBody>
      </p:sp>
      <p:sp>
        <p:nvSpPr>
          <p:cNvPr id="73" name="Google Shape;73;g2d3c537dc00_0_45"/>
          <p:cNvSpPr txBox="1"/>
          <p:nvPr>
            <p:ph idx="14" type="subTitle"/>
          </p:nvPr>
        </p:nvSpPr>
        <p:spPr>
          <a:xfrm>
            <a:off x="6130100" y="1535625"/>
            <a:ext cx="567000" cy="4140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2"/>
              </a:buClr>
              <a:buSzPts val="1300"/>
              <a:buNone/>
              <a:defRPr b="1" sz="1300">
                <a:solidFill>
                  <a:schemeClr val="lt2"/>
                </a:solidFill>
              </a:defRPr>
            </a:lvl1pPr>
            <a:lvl2pPr lvl="1" algn="l">
              <a:lnSpc>
                <a:spcPct val="115000"/>
              </a:lnSpc>
              <a:spcBef>
                <a:spcPts val="0"/>
              </a:spcBef>
              <a:spcAft>
                <a:spcPts val="0"/>
              </a:spcAft>
              <a:buSzPts val="1500"/>
              <a:buNone/>
              <a:defRPr/>
            </a:lvl2pPr>
            <a:lvl3pPr lvl="2" algn="l">
              <a:lnSpc>
                <a:spcPct val="115000"/>
              </a:lnSpc>
              <a:spcBef>
                <a:spcPts val="0"/>
              </a:spcBef>
              <a:spcAft>
                <a:spcPts val="0"/>
              </a:spcAft>
              <a:buSzPts val="1500"/>
              <a:buNone/>
              <a:defRPr/>
            </a:lvl3pPr>
            <a:lvl4pPr lvl="3" algn="l">
              <a:lnSpc>
                <a:spcPct val="115000"/>
              </a:lnSpc>
              <a:spcBef>
                <a:spcPts val="0"/>
              </a:spcBef>
              <a:spcAft>
                <a:spcPts val="0"/>
              </a:spcAft>
              <a:buSzPts val="1500"/>
              <a:buNone/>
              <a:defRPr/>
            </a:lvl4pPr>
            <a:lvl5pPr lvl="4" algn="l">
              <a:lnSpc>
                <a:spcPct val="115000"/>
              </a:lnSpc>
              <a:spcBef>
                <a:spcPts val="0"/>
              </a:spcBef>
              <a:spcAft>
                <a:spcPts val="0"/>
              </a:spcAft>
              <a:buSzPts val="1500"/>
              <a:buNone/>
              <a:defRPr/>
            </a:lvl5pPr>
            <a:lvl6pPr lvl="5" algn="l">
              <a:lnSpc>
                <a:spcPct val="115000"/>
              </a:lnSpc>
              <a:spcBef>
                <a:spcPts val="0"/>
              </a:spcBef>
              <a:spcAft>
                <a:spcPts val="0"/>
              </a:spcAft>
              <a:buSzPts val="1500"/>
              <a:buNone/>
              <a:defRPr/>
            </a:lvl6pPr>
            <a:lvl7pPr lvl="6" algn="l">
              <a:lnSpc>
                <a:spcPct val="115000"/>
              </a:lnSpc>
              <a:spcBef>
                <a:spcPts val="0"/>
              </a:spcBef>
              <a:spcAft>
                <a:spcPts val="0"/>
              </a:spcAft>
              <a:buSzPts val="1500"/>
              <a:buNone/>
              <a:defRPr/>
            </a:lvl7pPr>
            <a:lvl8pPr lvl="7" algn="l">
              <a:lnSpc>
                <a:spcPct val="115000"/>
              </a:lnSpc>
              <a:spcBef>
                <a:spcPts val="0"/>
              </a:spcBef>
              <a:spcAft>
                <a:spcPts val="0"/>
              </a:spcAft>
              <a:buSzPts val="1500"/>
              <a:buNone/>
              <a:defRPr/>
            </a:lvl8pPr>
            <a:lvl9pPr lvl="8" algn="l">
              <a:lnSpc>
                <a:spcPct val="115000"/>
              </a:lnSpc>
              <a:spcBef>
                <a:spcPts val="0"/>
              </a:spcBef>
              <a:spcAft>
                <a:spcPts val="0"/>
              </a:spcAft>
              <a:buSzPts val="1500"/>
              <a:buNone/>
              <a:defRPr/>
            </a:lvl9pPr>
          </a:lstStyle>
          <a:p/>
        </p:txBody>
      </p:sp>
      <p:sp>
        <p:nvSpPr>
          <p:cNvPr id="74" name="Google Shape;74;g2d3c537dc00_0_45"/>
          <p:cNvSpPr txBox="1"/>
          <p:nvPr>
            <p:ph idx="15" type="subTitle"/>
          </p:nvPr>
        </p:nvSpPr>
        <p:spPr>
          <a:xfrm>
            <a:off x="6130100" y="1873425"/>
            <a:ext cx="2785200" cy="414000"/>
          </a:xfrm>
          <a:prstGeom prst="rect">
            <a:avLst/>
          </a:prstGeom>
          <a:noFill/>
          <a:ln>
            <a:noFill/>
          </a:ln>
        </p:spPr>
        <p:txBody>
          <a:bodyPr anchorCtr="0" anchor="t" bIns="91425" lIns="0" spcFirstLastPara="1" rIns="91425" wrap="square" tIns="0">
            <a:normAutofit/>
          </a:bodyPr>
          <a:lstStyle>
            <a:lvl1pPr lvl="0" algn="l">
              <a:lnSpc>
                <a:spcPct val="115000"/>
              </a:lnSpc>
              <a:spcBef>
                <a:spcPts val="0"/>
              </a:spcBef>
              <a:spcAft>
                <a:spcPts val="0"/>
              </a:spcAft>
              <a:buSzPts val="1600"/>
              <a:buNone/>
              <a:defRPr b="1" sz="1600"/>
            </a:lvl1pPr>
            <a:lvl2pPr lvl="1" algn="l">
              <a:lnSpc>
                <a:spcPct val="115000"/>
              </a:lnSpc>
              <a:spcBef>
                <a:spcPts val="0"/>
              </a:spcBef>
              <a:spcAft>
                <a:spcPts val="0"/>
              </a:spcAft>
              <a:buSzPts val="1600"/>
              <a:buNone/>
              <a:defRPr sz="1600"/>
            </a:lvl2pPr>
            <a:lvl3pPr lvl="2" algn="l">
              <a:lnSpc>
                <a:spcPct val="115000"/>
              </a:lnSpc>
              <a:spcBef>
                <a:spcPts val="0"/>
              </a:spcBef>
              <a:spcAft>
                <a:spcPts val="0"/>
              </a:spcAft>
              <a:buSzPts val="1600"/>
              <a:buNone/>
              <a:defRPr sz="1600"/>
            </a:lvl3pPr>
            <a:lvl4pPr lvl="3" algn="l">
              <a:lnSpc>
                <a:spcPct val="115000"/>
              </a:lnSpc>
              <a:spcBef>
                <a:spcPts val="0"/>
              </a:spcBef>
              <a:spcAft>
                <a:spcPts val="0"/>
              </a:spcAft>
              <a:buSzPts val="1600"/>
              <a:buNone/>
              <a:defRPr sz="1600"/>
            </a:lvl4pPr>
            <a:lvl5pPr lvl="4" algn="l">
              <a:lnSpc>
                <a:spcPct val="115000"/>
              </a:lnSpc>
              <a:spcBef>
                <a:spcPts val="0"/>
              </a:spcBef>
              <a:spcAft>
                <a:spcPts val="0"/>
              </a:spcAft>
              <a:buSzPts val="1600"/>
              <a:buNone/>
              <a:defRPr sz="1600"/>
            </a:lvl5pPr>
            <a:lvl6pPr lvl="5" algn="l">
              <a:lnSpc>
                <a:spcPct val="115000"/>
              </a:lnSpc>
              <a:spcBef>
                <a:spcPts val="0"/>
              </a:spcBef>
              <a:spcAft>
                <a:spcPts val="0"/>
              </a:spcAft>
              <a:buSzPts val="1600"/>
              <a:buNone/>
              <a:defRPr sz="1600"/>
            </a:lvl6pPr>
            <a:lvl7pPr lvl="6" algn="l">
              <a:lnSpc>
                <a:spcPct val="115000"/>
              </a:lnSpc>
              <a:spcBef>
                <a:spcPts val="0"/>
              </a:spcBef>
              <a:spcAft>
                <a:spcPts val="0"/>
              </a:spcAft>
              <a:buSzPts val="1600"/>
              <a:buNone/>
              <a:defRPr sz="1600"/>
            </a:lvl7pPr>
            <a:lvl8pPr lvl="7" algn="l">
              <a:lnSpc>
                <a:spcPct val="115000"/>
              </a:lnSpc>
              <a:spcBef>
                <a:spcPts val="0"/>
              </a:spcBef>
              <a:spcAft>
                <a:spcPts val="0"/>
              </a:spcAft>
              <a:buSzPts val="1600"/>
              <a:buNone/>
              <a:defRPr sz="1600"/>
            </a:lvl8pPr>
            <a:lvl9pPr lvl="8" algn="l">
              <a:lnSpc>
                <a:spcPct val="115000"/>
              </a:lnSpc>
              <a:spcBef>
                <a:spcPts val="0"/>
              </a:spcBef>
              <a:spcAft>
                <a:spcPts val="0"/>
              </a:spcAft>
              <a:buSzPts val="1600"/>
              <a:buNone/>
              <a:defRPr sz="1600"/>
            </a:lvl9pPr>
          </a:lstStyle>
          <a:p/>
        </p:txBody>
      </p:sp>
      <p:sp>
        <p:nvSpPr>
          <p:cNvPr id="75" name="Google Shape;75;g2d3c537dc00_0_45"/>
          <p:cNvSpPr txBox="1"/>
          <p:nvPr>
            <p:ph idx="16" type="subTitle"/>
          </p:nvPr>
        </p:nvSpPr>
        <p:spPr>
          <a:xfrm>
            <a:off x="6130100" y="2782200"/>
            <a:ext cx="567000" cy="4140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2"/>
              </a:buClr>
              <a:buSzPts val="1300"/>
              <a:buNone/>
              <a:defRPr b="1" sz="1300">
                <a:solidFill>
                  <a:schemeClr val="lt2"/>
                </a:solidFill>
              </a:defRPr>
            </a:lvl1pPr>
            <a:lvl2pPr lvl="1" algn="l">
              <a:lnSpc>
                <a:spcPct val="115000"/>
              </a:lnSpc>
              <a:spcBef>
                <a:spcPts val="0"/>
              </a:spcBef>
              <a:spcAft>
                <a:spcPts val="0"/>
              </a:spcAft>
              <a:buSzPts val="1500"/>
              <a:buNone/>
              <a:defRPr/>
            </a:lvl2pPr>
            <a:lvl3pPr lvl="2" algn="l">
              <a:lnSpc>
                <a:spcPct val="115000"/>
              </a:lnSpc>
              <a:spcBef>
                <a:spcPts val="0"/>
              </a:spcBef>
              <a:spcAft>
                <a:spcPts val="0"/>
              </a:spcAft>
              <a:buSzPts val="1500"/>
              <a:buNone/>
              <a:defRPr/>
            </a:lvl3pPr>
            <a:lvl4pPr lvl="3" algn="l">
              <a:lnSpc>
                <a:spcPct val="115000"/>
              </a:lnSpc>
              <a:spcBef>
                <a:spcPts val="0"/>
              </a:spcBef>
              <a:spcAft>
                <a:spcPts val="0"/>
              </a:spcAft>
              <a:buSzPts val="1500"/>
              <a:buNone/>
              <a:defRPr/>
            </a:lvl4pPr>
            <a:lvl5pPr lvl="4" algn="l">
              <a:lnSpc>
                <a:spcPct val="115000"/>
              </a:lnSpc>
              <a:spcBef>
                <a:spcPts val="0"/>
              </a:spcBef>
              <a:spcAft>
                <a:spcPts val="0"/>
              </a:spcAft>
              <a:buSzPts val="1500"/>
              <a:buNone/>
              <a:defRPr/>
            </a:lvl5pPr>
            <a:lvl6pPr lvl="5" algn="l">
              <a:lnSpc>
                <a:spcPct val="115000"/>
              </a:lnSpc>
              <a:spcBef>
                <a:spcPts val="0"/>
              </a:spcBef>
              <a:spcAft>
                <a:spcPts val="0"/>
              </a:spcAft>
              <a:buSzPts val="1500"/>
              <a:buNone/>
              <a:defRPr/>
            </a:lvl6pPr>
            <a:lvl7pPr lvl="6" algn="l">
              <a:lnSpc>
                <a:spcPct val="115000"/>
              </a:lnSpc>
              <a:spcBef>
                <a:spcPts val="0"/>
              </a:spcBef>
              <a:spcAft>
                <a:spcPts val="0"/>
              </a:spcAft>
              <a:buSzPts val="1500"/>
              <a:buNone/>
              <a:defRPr/>
            </a:lvl7pPr>
            <a:lvl8pPr lvl="7" algn="l">
              <a:lnSpc>
                <a:spcPct val="115000"/>
              </a:lnSpc>
              <a:spcBef>
                <a:spcPts val="0"/>
              </a:spcBef>
              <a:spcAft>
                <a:spcPts val="0"/>
              </a:spcAft>
              <a:buSzPts val="1500"/>
              <a:buNone/>
              <a:defRPr/>
            </a:lvl8pPr>
            <a:lvl9pPr lvl="8" algn="l">
              <a:lnSpc>
                <a:spcPct val="115000"/>
              </a:lnSpc>
              <a:spcBef>
                <a:spcPts val="0"/>
              </a:spcBef>
              <a:spcAft>
                <a:spcPts val="0"/>
              </a:spcAft>
              <a:buSzPts val="1500"/>
              <a:buNone/>
              <a:defRPr/>
            </a:lvl9pPr>
          </a:lstStyle>
          <a:p/>
        </p:txBody>
      </p:sp>
      <p:sp>
        <p:nvSpPr>
          <p:cNvPr id="76" name="Google Shape;76;g2d3c537dc00_0_45"/>
          <p:cNvSpPr txBox="1"/>
          <p:nvPr>
            <p:ph idx="17" type="subTitle"/>
          </p:nvPr>
        </p:nvSpPr>
        <p:spPr>
          <a:xfrm>
            <a:off x="6130100" y="3120000"/>
            <a:ext cx="2785200" cy="414000"/>
          </a:xfrm>
          <a:prstGeom prst="rect">
            <a:avLst/>
          </a:prstGeom>
          <a:noFill/>
          <a:ln>
            <a:noFill/>
          </a:ln>
        </p:spPr>
        <p:txBody>
          <a:bodyPr anchorCtr="0" anchor="t" bIns="91425" lIns="0" spcFirstLastPara="1" rIns="91425" wrap="square" tIns="0">
            <a:normAutofit/>
          </a:bodyPr>
          <a:lstStyle>
            <a:lvl1pPr lvl="0" algn="l">
              <a:lnSpc>
                <a:spcPct val="115000"/>
              </a:lnSpc>
              <a:spcBef>
                <a:spcPts val="0"/>
              </a:spcBef>
              <a:spcAft>
                <a:spcPts val="0"/>
              </a:spcAft>
              <a:buSzPts val="1600"/>
              <a:buNone/>
              <a:defRPr b="1" sz="1600"/>
            </a:lvl1pPr>
            <a:lvl2pPr lvl="1" algn="l">
              <a:lnSpc>
                <a:spcPct val="115000"/>
              </a:lnSpc>
              <a:spcBef>
                <a:spcPts val="0"/>
              </a:spcBef>
              <a:spcAft>
                <a:spcPts val="0"/>
              </a:spcAft>
              <a:buSzPts val="1600"/>
              <a:buNone/>
              <a:defRPr sz="1600"/>
            </a:lvl2pPr>
            <a:lvl3pPr lvl="2" algn="l">
              <a:lnSpc>
                <a:spcPct val="115000"/>
              </a:lnSpc>
              <a:spcBef>
                <a:spcPts val="0"/>
              </a:spcBef>
              <a:spcAft>
                <a:spcPts val="0"/>
              </a:spcAft>
              <a:buSzPts val="1600"/>
              <a:buNone/>
              <a:defRPr sz="1600"/>
            </a:lvl3pPr>
            <a:lvl4pPr lvl="3" algn="l">
              <a:lnSpc>
                <a:spcPct val="115000"/>
              </a:lnSpc>
              <a:spcBef>
                <a:spcPts val="0"/>
              </a:spcBef>
              <a:spcAft>
                <a:spcPts val="0"/>
              </a:spcAft>
              <a:buSzPts val="1600"/>
              <a:buNone/>
              <a:defRPr sz="1600"/>
            </a:lvl4pPr>
            <a:lvl5pPr lvl="4" algn="l">
              <a:lnSpc>
                <a:spcPct val="115000"/>
              </a:lnSpc>
              <a:spcBef>
                <a:spcPts val="0"/>
              </a:spcBef>
              <a:spcAft>
                <a:spcPts val="0"/>
              </a:spcAft>
              <a:buSzPts val="1600"/>
              <a:buNone/>
              <a:defRPr sz="1600"/>
            </a:lvl5pPr>
            <a:lvl6pPr lvl="5" algn="l">
              <a:lnSpc>
                <a:spcPct val="115000"/>
              </a:lnSpc>
              <a:spcBef>
                <a:spcPts val="0"/>
              </a:spcBef>
              <a:spcAft>
                <a:spcPts val="0"/>
              </a:spcAft>
              <a:buSzPts val="1600"/>
              <a:buNone/>
              <a:defRPr sz="1600"/>
            </a:lvl6pPr>
            <a:lvl7pPr lvl="6" algn="l">
              <a:lnSpc>
                <a:spcPct val="115000"/>
              </a:lnSpc>
              <a:spcBef>
                <a:spcPts val="0"/>
              </a:spcBef>
              <a:spcAft>
                <a:spcPts val="0"/>
              </a:spcAft>
              <a:buSzPts val="1600"/>
              <a:buNone/>
              <a:defRPr sz="1600"/>
            </a:lvl7pPr>
            <a:lvl8pPr lvl="7" algn="l">
              <a:lnSpc>
                <a:spcPct val="115000"/>
              </a:lnSpc>
              <a:spcBef>
                <a:spcPts val="0"/>
              </a:spcBef>
              <a:spcAft>
                <a:spcPts val="0"/>
              </a:spcAft>
              <a:buSzPts val="1600"/>
              <a:buNone/>
              <a:defRPr sz="1600"/>
            </a:lvl8pPr>
            <a:lvl9pPr lvl="8" algn="l">
              <a:lnSpc>
                <a:spcPct val="115000"/>
              </a:lnSpc>
              <a:spcBef>
                <a:spcPts val="0"/>
              </a:spcBef>
              <a:spcAft>
                <a:spcPts val="0"/>
              </a:spcAft>
              <a:buSzPts val="1600"/>
              <a:buNone/>
              <a:defRPr sz="1600"/>
            </a:lvl9pPr>
          </a:lstStyle>
          <a:p/>
        </p:txBody>
      </p:sp>
      <p:sp>
        <p:nvSpPr>
          <p:cNvPr id="77" name="Google Shape;77;g2d3c537dc00_0_45"/>
          <p:cNvSpPr txBox="1"/>
          <p:nvPr>
            <p:ph idx="18" type="subTitle"/>
          </p:nvPr>
        </p:nvSpPr>
        <p:spPr>
          <a:xfrm>
            <a:off x="6130100" y="4086900"/>
            <a:ext cx="567000" cy="414000"/>
          </a:xfrm>
          <a:prstGeom prst="rect">
            <a:avLst/>
          </a:prstGeom>
          <a:noFill/>
          <a:ln>
            <a:noFill/>
          </a:ln>
        </p:spPr>
        <p:txBody>
          <a:bodyPr anchorCtr="0" anchor="t" bIns="91425" lIns="0" spcFirstLastPara="1" rIns="91425" wrap="square" tIns="91425">
            <a:normAutofit/>
          </a:bodyPr>
          <a:lstStyle>
            <a:lvl1pPr lvl="0" algn="l">
              <a:lnSpc>
                <a:spcPct val="115000"/>
              </a:lnSpc>
              <a:spcBef>
                <a:spcPts val="0"/>
              </a:spcBef>
              <a:spcAft>
                <a:spcPts val="0"/>
              </a:spcAft>
              <a:buClr>
                <a:schemeClr val="lt2"/>
              </a:buClr>
              <a:buSzPts val="1300"/>
              <a:buNone/>
              <a:defRPr b="1" sz="1300">
                <a:solidFill>
                  <a:schemeClr val="lt2"/>
                </a:solidFill>
              </a:defRPr>
            </a:lvl1pPr>
            <a:lvl2pPr lvl="1" algn="l">
              <a:lnSpc>
                <a:spcPct val="115000"/>
              </a:lnSpc>
              <a:spcBef>
                <a:spcPts val="0"/>
              </a:spcBef>
              <a:spcAft>
                <a:spcPts val="0"/>
              </a:spcAft>
              <a:buSzPts val="1500"/>
              <a:buNone/>
              <a:defRPr/>
            </a:lvl2pPr>
            <a:lvl3pPr lvl="2" algn="l">
              <a:lnSpc>
                <a:spcPct val="115000"/>
              </a:lnSpc>
              <a:spcBef>
                <a:spcPts val="0"/>
              </a:spcBef>
              <a:spcAft>
                <a:spcPts val="0"/>
              </a:spcAft>
              <a:buSzPts val="1500"/>
              <a:buNone/>
              <a:defRPr/>
            </a:lvl3pPr>
            <a:lvl4pPr lvl="3" algn="l">
              <a:lnSpc>
                <a:spcPct val="115000"/>
              </a:lnSpc>
              <a:spcBef>
                <a:spcPts val="0"/>
              </a:spcBef>
              <a:spcAft>
                <a:spcPts val="0"/>
              </a:spcAft>
              <a:buSzPts val="1500"/>
              <a:buNone/>
              <a:defRPr/>
            </a:lvl4pPr>
            <a:lvl5pPr lvl="4" algn="l">
              <a:lnSpc>
                <a:spcPct val="115000"/>
              </a:lnSpc>
              <a:spcBef>
                <a:spcPts val="0"/>
              </a:spcBef>
              <a:spcAft>
                <a:spcPts val="0"/>
              </a:spcAft>
              <a:buSzPts val="1500"/>
              <a:buNone/>
              <a:defRPr/>
            </a:lvl5pPr>
            <a:lvl6pPr lvl="5" algn="l">
              <a:lnSpc>
                <a:spcPct val="115000"/>
              </a:lnSpc>
              <a:spcBef>
                <a:spcPts val="0"/>
              </a:spcBef>
              <a:spcAft>
                <a:spcPts val="0"/>
              </a:spcAft>
              <a:buSzPts val="1500"/>
              <a:buNone/>
              <a:defRPr/>
            </a:lvl6pPr>
            <a:lvl7pPr lvl="6" algn="l">
              <a:lnSpc>
                <a:spcPct val="115000"/>
              </a:lnSpc>
              <a:spcBef>
                <a:spcPts val="0"/>
              </a:spcBef>
              <a:spcAft>
                <a:spcPts val="0"/>
              </a:spcAft>
              <a:buSzPts val="1500"/>
              <a:buNone/>
              <a:defRPr/>
            </a:lvl7pPr>
            <a:lvl8pPr lvl="7" algn="l">
              <a:lnSpc>
                <a:spcPct val="115000"/>
              </a:lnSpc>
              <a:spcBef>
                <a:spcPts val="0"/>
              </a:spcBef>
              <a:spcAft>
                <a:spcPts val="0"/>
              </a:spcAft>
              <a:buSzPts val="1500"/>
              <a:buNone/>
              <a:defRPr/>
            </a:lvl8pPr>
            <a:lvl9pPr lvl="8" algn="l">
              <a:lnSpc>
                <a:spcPct val="115000"/>
              </a:lnSpc>
              <a:spcBef>
                <a:spcPts val="0"/>
              </a:spcBef>
              <a:spcAft>
                <a:spcPts val="0"/>
              </a:spcAft>
              <a:buSzPts val="1500"/>
              <a:buNone/>
              <a:defRPr/>
            </a:lvl9pPr>
          </a:lstStyle>
          <a:p/>
        </p:txBody>
      </p:sp>
      <p:sp>
        <p:nvSpPr>
          <p:cNvPr id="78" name="Google Shape;78;g2d3c537dc00_0_45"/>
          <p:cNvSpPr txBox="1"/>
          <p:nvPr>
            <p:ph idx="19" type="subTitle"/>
          </p:nvPr>
        </p:nvSpPr>
        <p:spPr>
          <a:xfrm>
            <a:off x="6130100" y="4424700"/>
            <a:ext cx="2785200" cy="414000"/>
          </a:xfrm>
          <a:prstGeom prst="rect">
            <a:avLst/>
          </a:prstGeom>
          <a:noFill/>
          <a:ln>
            <a:noFill/>
          </a:ln>
        </p:spPr>
        <p:txBody>
          <a:bodyPr anchorCtr="0" anchor="t" bIns="91425" lIns="0" spcFirstLastPara="1" rIns="91425" wrap="square" tIns="0">
            <a:normAutofit/>
          </a:bodyPr>
          <a:lstStyle>
            <a:lvl1pPr lvl="0" algn="l">
              <a:lnSpc>
                <a:spcPct val="115000"/>
              </a:lnSpc>
              <a:spcBef>
                <a:spcPts val="0"/>
              </a:spcBef>
              <a:spcAft>
                <a:spcPts val="0"/>
              </a:spcAft>
              <a:buSzPts val="1600"/>
              <a:buNone/>
              <a:defRPr b="1" sz="1600"/>
            </a:lvl1pPr>
            <a:lvl2pPr lvl="1" algn="l">
              <a:lnSpc>
                <a:spcPct val="115000"/>
              </a:lnSpc>
              <a:spcBef>
                <a:spcPts val="0"/>
              </a:spcBef>
              <a:spcAft>
                <a:spcPts val="0"/>
              </a:spcAft>
              <a:buSzPts val="1600"/>
              <a:buNone/>
              <a:defRPr sz="1600"/>
            </a:lvl2pPr>
            <a:lvl3pPr lvl="2" algn="l">
              <a:lnSpc>
                <a:spcPct val="115000"/>
              </a:lnSpc>
              <a:spcBef>
                <a:spcPts val="0"/>
              </a:spcBef>
              <a:spcAft>
                <a:spcPts val="0"/>
              </a:spcAft>
              <a:buSzPts val="1600"/>
              <a:buNone/>
              <a:defRPr sz="1600"/>
            </a:lvl3pPr>
            <a:lvl4pPr lvl="3" algn="l">
              <a:lnSpc>
                <a:spcPct val="115000"/>
              </a:lnSpc>
              <a:spcBef>
                <a:spcPts val="0"/>
              </a:spcBef>
              <a:spcAft>
                <a:spcPts val="0"/>
              </a:spcAft>
              <a:buSzPts val="1600"/>
              <a:buNone/>
              <a:defRPr sz="1600"/>
            </a:lvl4pPr>
            <a:lvl5pPr lvl="4" algn="l">
              <a:lnSpc>
                <a:spcPct val="115000"/>
              </a:lnSpc>
              <a:spcBef>
                <a:spcPts val="0"/>
              </a:spcBef>
              <a:spcAft>
                <a:spcPts val="0"/>
              </a:spcAft>
              <a:buSzPts val="1600"/>
              <a:buNone/>
              <a:defRPr sz="1600"/>
            </a:lvl5pPr>
            <a:lvl6pPr lvl="5" algn="l">
              <a:lnSpc>
                <a:spcPct val="115000"/>
              </a:lnSpc>
              <a:spcBef>
                <a:spcPts val="0"/>
              </a:spcBef>
              <a:spcAft>
                <a:spcPts val="0"/>
              </a:spcAft>
              <a:buSzPts val="1600"/>
              <a:buNone/>
              <a:defRPr sz="1600"/>
            </a:lvl6pPr>
            <a:lvl7pPr lvl="6" algn="l">
              <a:lnSpc>
                <a:spcPct val="115000"/>
              </a:lnSpc>
              <a:spcBef>
                <a:spcPts val="0"/>
              </a:spcBef>
              <a:spcAft>
                <a:spcPts val="0"/>
              </a:spcAft>
              <a:buSzPts val="1600"/>
              <a:buNone/>
              <a:defRPr sz="1600"/>
            </a:lvl7pPr>
            <a:lvl8pPr lvl="7" algn="l">
              <a:lnSpc>
                <a:spcPct val="115000"/>
              </a:lnSpc>
              <a:spcBef>
                <a:spcPts val="0"/>
              </a:spcBef>
              <a:spcAft>
                <a:spcPts val="0"/>
              </a:spcAft>
              <a:buSzPts val="1600"/>
              <a:buNone/>
              <a:defRPr sz="1600"/>
            </a:lvl8pPr>
            <a:lvl9pPr lvl="8" algn="l">
              <a:lnSpc>
                <a:spcPct val="115000"/>
              </a:lnSpc>
              <a:spcBef>
                <a:spcPts val="0"/>
              </a:spcBef>
              <a:spcAft>
                <a:spcPts val="0"/>
              </a:spcAft>
              <a:buSzPts val="1600"/>
              <a:buNone/>
              <a:defRPr sz="16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age">
  <p:cSld name="CUSTOM_2">
    <p:bg>
      <p:bgPr>
        <a:solidFill>
          <a:schemeClr val="accent2"/>
        </a:solidFill>
      </p:bgPr>
    </p:bg>
    <p:spTree>
      <p:nvGrpSpPr>
        <p:cNvPr id="79" name="Shape 79"/>
        <p:cNvGrpSpPr/>
        <p:nvPr/>
      </p:nvGrpSpPr>
      <p:grpSpPr>
        <a:xfrm>
          <a:off x="0" y="0"/>
          <a:ext cx="0" cy="0"/>
          <a:chOff x="0" y="0"/>
          <a:chExt cx="0" cy="0"/>
        </a:xfrm>
      </p:grpSpPr>
      <p:sp>
        <p:nvSpPr>
          <p:cNvPr id="80" name="Google Shape;80;g2d3c537dc00_0_63"/>
          <p:cNvSpPr txBox="1"/>
          <p:nvPr>
            <p:ph type="ctrTitle"/>
          </p:nvPr>
        </p:nvSpPr>
        <p:spPr>
          <a:xfrm>
            <a:off x="228600" y="2745200"/>
            <a:ext cx="8686800" cy="2208300"/>
          </a:xfrm>
          <a:prstGeom prst="rect">
            <a:avLst/>
          </a:prstGeom>
          <a:noFill/>
          <a:ln>
            <a:noFill/>
          </a:ln>
        </p:spPr>
        <p:txBody>
          <a:bodyPr anchorCtr="0" anchor="b" bIns="0" lIns="0" spcFirstLastPara="1" rIns="91425" wrap="square" tIns="0">
            <a:normAutofit/>
          </a:bodyPr>
          <a:lstStyle>
            <a:lvl1pPr lvl="0" algn="l">
              <a:lnSpc>
                <a:spcPct val="100000"/>
              </a:lnSpc>
              <a:spcBef>
                <a:spcPts val="0"/>
              </a:spcBef>
              <a:spcAft>
                <a:spcPts val="0"/>
              </a:spcAft>
              <a:buClr>
                <a:schemeClr val="lt1"/>
              </a:buClr>
              <a:buSzPts val="6100"/>
              <a:buFont typeface="Inter"/>
              <a:buNone/>
              <a:defRPr b="1" sz="6100">
                <a:solidFill>
                  <a:schemeClr val="lt1"/>
                </a:solidFill>
                <a:latin typeface="Inter"/>
                <a:ea typeface="Inter"/>
                <a:cs typeface="Inter"/>
                <a:sym typeface="Inter"/>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81" name="Google Shape;81;g2d3c537dc00_0_63"/>
          <p:cNvSpPr/>
          <p:nvPr>
            <p:ph idx="2" type="pic"/>
          </p:nvPr>
        </p:nvSpPr>
        <p:spPr>
          <a:xfrm>
            <a:off x="228600" y="304800"/>
            <a:ext cx="1309800" cy="1265100"/>
          </a:xfrm>
          <a:prstGeom prst="rect">
            <a:avLst/>
          </a:prstGeom>
          <a:noFill/>
          <a:ln>
            <a:noFill/>
          </a:ln>
        </p:spPr>
      </p:sp>
      <p:sp>
        <p:nvSpPr>
          <p:cNvPr id="82" name="Google Shape;82;g2d3c537dc00_0_63"/>
          <p:cNvSpPr/>
          <p:nvPr>
            <p:ph idx="3" type="pic"/>
          </p:nvPr>
        </p:nvSpPr>
        <p:spPr>
          <a:xfrm>
            <a:off x="3917100" y="304800"/>
            <a:ext cx="1309800" cy="1265100"/>
          </a:xfrm>
          <a:prstGeom prst="rect">
            <a:avLst/>
          </a:prstGeom>
          <a:noFill/>
          <a:ln>
            <a:noFill/>
          </a:ln>
        </p:spPr>
      </p:sp>
      <p:pic>
        <p:nvPicPr>
          <p:cNvPr id="83" name="Google Shape;83;g2d3c537dc00_0_63"/>
          <p:cNvPicPr preferRelativeResize="0"/>
          <p:nvPr/>
        </p:nvPicPr>
        <p:blipFill rotWithShape="1">
          <a:blip r:embed="rId2">
            <a:alphaModFix/>
          </a:blip>
          <a:srcRect b="0" l="0" r="0" t="0"/>
          <a:stretch/>
        </p:blipFill>
        <p:spPr>
          <a:xfrm>
            <a:off x="7605274" y="228599"/>
            <a:ext cx="1310126" cy="354530"/>
          </a:xfrm>
          <a:prstGeom prst="rect">
            <a:avLst/>
          </a:prstGeom>
          <a:noFill/>
          <a:ln>
            <a:noFill/>
          </a:ln>
        </p:spPr>
      </p:pic>
      <p:sp>
        <p:nvSpPr>
          <p:cNvPr id="84" name="Google Shape;84;g2d3c537dc00_0_63"/>
          <p:cNvSpPr/>
          <p:nvPr/>
        </p:nvSpPr>
        <p:spPr>
          <a:xfrm>
            <a:off x="228600" y="1569978"/>
            <a:ext cx="1309800" cy="151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g2d3c537dc00_0_63"/>
          <p:cNvSpPr/>
          <p:nvPr/>
        </p:nvSpPr>
        <p:spPr>
          <a:xfrm>
            <a:off x="3917100" y="1569903"/>
            <a:ext cx="1309800" cy="151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g2d3c537dc00_0_63"/>
          <p:cNvSpPr txBox="1"/>
          <p:nvPr>
            <p:ph idx="1" type="subTitle"/>
          </p:nvPr>
        </p:nvSpPr>
        <p:spPr>
          <a:xfrm>
            <a:off x="1706324" y="1063950"/>
            <a:ext cx="3169200" cy="294300"/>
          </a:xfrm>
          <a:prstGeom prst="rect">
            <a:avLst/>
          </a:prstGeom>
          <a:noFill/>
          <a:ln>
            <a:noFill/>
          </a:ln>
        </p:spPr>
        <p:txBody>
          <a:bodyPr anchorCtr="0" anchor="t" bIns="91425" lIns="0" spcFirstLastPara="1" rIns="91425" wrap="square" tIns="0">
            <a:normAutofit/>
          </a:bodyPr>
          <a:lstStyle>
            <a:lvl1pPr lvl="0" algn="l">
              <a:lnSpc>
                <a:spcPct val="115000"/>
              </a:lnSpc>
              <a:spcBef>
                <a:spcPts val="0"/>
              </a:spcBef>
              <a:spcAft>
                <a:spcPts val="0"/>
              </a:spcAft>
              <a:buClr>
                <a:schemeClr val="lt1"/>
              </a:buClr>
              <a:buSzPts val="1300"/>
              <a:buNone/>
              <a:defRPr b="1" sz="1300">
                <a:solidFill>
                  <a:schemeClr val="lt1"/>
                </a:solidFill>
              </a:defRPr>
            </a:lvl1pPr>
            <a:lvl2pPr lvl="1" algn="l">
              <a:lnSpc>
                <a:spcPct val="115000"/>
              </a:lnSpc>
              <a:spcBef>
                <a:spcPts val="0"/>
              </a:spcBef>
              <a:spcAft>
                <a:spcPts val="0"/>
              </a:spcAft>
              <a:buSzPts val="1500"/>
              <a:buNone/>
              <a:defRPr/>
            </a:lvl2pPr>
            <a:lvl3pPr lvl="2" algn="l">
              <a:lnSpc>
                <a:spcPct val="115000"/>
              </a:lnSpc>
              <a:spcBef>
                <a:spcPts val="0"/>
              </a:spcBef>
              <a:spcAft>
                <a:spcPts val="0"/>
              </a:spcAft>
              <a:buSzPts val="1500"/>
              <a:buNone/>
              <a:defRPr/>
            </a:lvl3pPr>
            <a:lvl4pPr lvl="3" algn="l">
              <a:lnSpc>
                <a:spcPct val="115000"/>
              </a:lnSpc>
              <a:spcBef>
                <a:spcPts val="0"/>
              </a:spcBef>
              <a:spcAft>
                <a:spcPts val="0"/>
              </a:spcAft>
              <a:buSzPts val="1500"/>
              <a:buNone/>
              <a:defRPr/>
            </a:lvl4pPr>
            <a:lvl5pPr lvl="4" algn="l">
              <a:lnSpc>
                <a:spcPct val="115000"/>
              </a:lnSpc>
              <a:spcBef>
                <a:spcPts val="0"/>
              </a:spcBef>
              <a:spcAft>
                <a:spcPts val="0"/>
              </a:spcAft>
              <a:buSzPts val="1500"/>
              <a:buNone/>
              <a:defRPr/>
            </a:lvl5pPr>
            <a:lvl6pPr lvl="5" algn="l">
              <a:lnSpc>
                <a:spcPct val="115000"/>
              </a:lnSpc>
              <a:spcBef>
                <a:spcPts val="0"/>
              </a:spcBef>
              <a:spcAft>
                <a:spcPts val="0"/>
              </a:spcAft>
              <a:buSzPts val="1500"/>
              <a:buNone/>
              <a:defRPr/>
            </a:lvl6pPr>
            <a:lvl7pPr lvl="6" algn="l">
              <a:lnSpc>
                <a:spcPct val="115000"/>
              </a:lnSpc>
              <a:spcBef>
                <a:spcPts val="0"/>
              </a:spcBef>
              <a:spcAft>
                <a:spcPts val="0"/>
              </a:spcAft>
              <a:buSzPts val="1500"/>
              <a:buNone/>
              <a:defRPr/>
            </a:lvl7pPr>
            <a:lvl8pPr lvl="7" algn="l">
              <a:lnSpc>
                <a:spcPct val="115000"/>
              </a:lnSpc>
              <a:spcBef>
                <a:spcPts val="0"/>
              </a:spcBef>
              <a:spcAft>
                <a:spcPts val="0"/>
              </a:spcAft>
              <a:buSzPts val="1500"/>
              <a:buNone/>
              <a:defRPr/>
            </a:lvl8pPr>
            <a:lvl9pPr lvl="8" algn="l">
              <a:lnSpc>
                <a:spcPct val="115000"/>
              </a:lnSpc>
              <a:spcBef>
                <a:spcPts val="0"/>
              </a:spcBef>
              <a:spcAft>
                <a:spcPts val="0"/>
              </a:spcAft>
              <a:buSzPts val="1500"/>
              <a:buNone/>
              <a:defRPr/>
            </a:lvl9pPr>
          </a:lstStyle>
          <a:p/>
        </p:txBody>
      </p:sp>
      <p:sp>
        <p:nvSpPr>
          <p:cNvPr id="87" name="Google Shape;87;g2d3c537dc00_0_63"/>
          <p:cNvSpPr txBox="1"/>
          <p:nvPr>
            <p:ph idx="4" type="subTitle"/>
          </p:nvPr>
        </p:nvSpPr>
        <p:spPr>
          <a:xfrm>
            <a:off x="1706325" y="1282050"/>
            <a:ext cx="1775700" cy="468300"/>
          </a:xfrm>
          <a:prstGeom prst="rect">
            <a:avLst/>
          </a:prstGeom>
          <a:noFill/>
          <a:ln>
            <a:noFill/>
          </a:ln>
        </p:spPr>
        <p:txBody>
          <a:bodyPr anchorCtr="0" anchor="b" bIns="0" lIns="0" spcFirstLastPara="1" rIns="0" wrap="square" tIns="0">
            <a:normAutofit/>
          </a:bodyPr>
          <a:lstStyle>
            <a:lvl1pPr lvl="0" algn="l">
              <a:lnSpc>
                <a:spcPct val="100000"/>
              </a:lnSpc>
              <a:spcBef>
                <a:spcPts val="0"/>
              </a:spcBef>
              <a:spcAft>
                <a:spcPts val="0"/>
              </a:spcAft>
              <a:buClr>
                <a:schemeClr val="lt1"/>
              </a:buClr>
              <a:buSzPts val="1000"/>
              <a:buNone/>
              <a:defRPr sz="1000">
                <a:solidFill>
                  <a:schemeClr val="lt1"/>
                </a:solidFill>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88" name="Google Shape;88;g2d3c537dc00_0_63"/>
          <p:cNvSpPr txBox="1"/>
          <p:nvPr>
            <p:ph idx="5" type="subTitle"/>
          </p:nvPr>
        </p:nvSpPr>
        <p:spPr>
          <a:xfrm>
            <a:off x="5392400" y="1063950"/>
            <a:ext cx="3045900" cy="294300"/>
          </a:xfrm>
          <a:prstGeom prst="rect">
            <a:avLst/>
          </a:prstGeom>
          <a:noFill/>
          <a:ln>
            <a:noFill/>
          </a:ln>
        </p:spPr>
        <p:txBody>
          <a:bodyPr anchorCtr="0" anchor="t" bIns="91425" lIns="0" spcFirstLastPara="1" rIns="91425" wrap="square" tIns="0">
            <a:normAutofit/>
          </a:bodyPr>
          <a:lstStyle>
            <a:lvl1pPr lvl="0" algn="l">
              <a:lnSpc>
                <a:spcPct val="115000"/>
              </a:lnSpc>
              <a:spcBef>
                <a:spcPts val="0"/>
              </a:spcBef>
              <a:spcAft>
                <a:spcPts val="0"/>
              </a:spcAft>
              <a:buClr>
                <a:schemeClr val="lt1"/>
              </a:buClr>
              <a:buSzPts val="1300"/>
              <a:buNone/>
              <a:defRPr b="1" sz="1300">
                <a:solidFill>
                  <a:schemeClr val="lt1"/>
                </a:solidFill>
              </a:defRPr>
            </a:lvl1pPr>
            <a:lvl2pPr lvl="1" algn="l">
              <a:lnSpc>
                <a:spcPct val="115000"/>
              </a:lnSpc>
              <a:spcBef>
                <a:spcPts val="0"/>
              </a:spcBef>
              <a:spcAft>
                <a:spcPts val="0"/>
              </a:spcAft>
              <a:buSzPts val="1500"/>
              <a:buNone/>
              <a:defRPr/>
            </a:lvl2pPr>
            <a:lvl3pPr lvl="2" algn="l">
              <a:lnSpc>
                <a:spcPct val="115000"/>
              </a:lnSpc>
              <a:spcBef>
                <a:spcPts val="0"/>
              </a:spcBef>
              <a:spcAft>
                <a:spcPts val="0"/>
              </a:spcAft>
              <a:buSzPts val="1500"/>
              <a:buNone/>
              <a:defRPr/>
            </a:lvl3pPr>
            <a:lvl4pPr lvl="3" algn="l">
              <a:lnSpc>
                <a:spcPct val="115000"/>
              </a:lnSpc>
              <a:spcBef>
                <a:spcPts val="0"/>
              </a:spcBef>
              <a:spcAft>
                <a:spcPts val="0"/>
              </a:spcAft>
              <a:buSzPts val="1500"/>
              <a:buNone/>
              <a:defRPr/>
            </a:lvl4pPr>
            <a:lvl5pPr lvl="4" algn="l">
              <a:lnSpc>
                <a:spcPct val="115000"/>
              </a:lnSpc>
              <a:spcBef>
                <a:spcPts val="0"/>
              </a:spcBef>
              <a:spcAft>
                <a:spcPts val="0"/>
              </a:spcAft>
              <a:buSzPts val="1500"/>
              <a:buNone/>
              <a:defRPr/>
            </a:lvl5pPr>
            <a:lvl6pPr lvl="5" algn="l">
              <a:lnSpc>
                <a:spcPct val="115000"/>
              </a:lnSpc>
              <a:spcBef>
                <a:spcPts val="0"/>
              </a:spcBef>
              <a:spcAft>
                <a:spcPts val="0"/>
              </a:spcAft>
              <a:buSzPts val="1500"/>
              <a:buNone/>
              <a:defRPr/>
            </a:lvl6pPr>
            <a:lvl7pPr lvl="6" algn="l">
              <a:lnSpc>
                <a:spcPct val="115000"/>
              </a:lnSpc>
              <a:spcBef>
                <a:spcPts val="0"/>
              </a:spcBef>
              <a:spcAft>
                <a:spcPts val="0"/>
              </a:spcAft>
              <a:buSzPts val="1500"/>
              <a:buNone/>
              <a:defRPr/>
            </a:lvl7pPr>
            <a:lvl8pPr lvl="7" algn="l">
              <a:lnSpc>
                <a:spcPct val="115000"/>
              </a:lnSpc>
              <a:spcBef>
                <a:spcPts val="0"/>
              </a:spcBef>
              <a:spcAft>
                <a:spcPts val="0"/>
              </a:spcAft>
              <a:buSzPts val="1500"/>
              <a:buNone/>
              <a:defRPr/>
            </a:lvl8pPr>
            <a:lvl9pPr lvl="8" algn="l">
              <a:lnSpc>
                <a:spcPct val="115000"/>
              </a:lnSpc>
              <a:spcBef>
                <a:spcPts val="0"/>
              </a:spcBef>
              <a:spcAft>
                <a:spcPts val="0"/>
              </a:spcAft>
              <a:buSzPts val="1500"/>
              <a:buNone/>
              <a:defRPr/>
            </a:lvl9pPr>
          </a:lstStyle>
          <a:p/>
        </p:txBody>
      </p:sp>
      <p:sp>
        <p:nvSpPr>
          <p:cNvPr id="89" name="Google Shape;89;g2d3c537dc00_0_63"/>
          <p:cNvSpPr txBox="1"/>
          <p:nvPr>
            <p:ph idx="6" type="subTitle"/>
          </p:nvPr>
        </p:nvSpPr>
        <p:spPr>
          <a:xfrm>
            <a:off x="5392400" y="1282050"/>
            <a:ext cx="1775700" cy="468300"/>
          </a:xfrm>
          <a:prstGeom prst="rect">
            <a:avLst/>
          </a:prstGeom>
          <a:noFill/>
          <a:ln>
            <a:noFill/>
          </a:ln>
        </p:spPr>
        <p:txBody>
          <a:bodyPr anchorCtr="0" anchor="b" bIns="0" lIns="0" spcFirstLastPara="1" rIns="0" wrap="square" tIns="0">
            <a:normAutofit/>
          </a:bodyPr>
          <a:lstStyle>
            <a:lvl1pPr lvl="0" algn="l">
              <a:lnSpc>
                <a:spcPct val="100000"/>
              </a:lnSpc>
              <a:spcBef>
                <a:spcPts val="0"/>
              </a:spcBef>
              <a:spcAft>
                <a:spcPts val="0"/>
              </a:spcAft>
              <a:buClr>
                <a:schemeClr val="lt1"/>
              </a:buClr>
              <a:buSzPts val="1000"/>
              <a:buNone/>
              <a:defRPr sz="1000">
                <a:solidFill>
                  <a:schemeClr val="lt1"/>
                </a:solidFill>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 Bckgr - 1">
  <p:cSld name="CUSTOM_3">
    <p:spTree>
      <p:nvGrpSpPr>
        <p:cNvPr id="90" name="Shape 90"/>
        <p:cNvGrpSpPr/>
        <p:nvPr/>
      </p:nvGrpSpPr>
      <p:grpSpPr>
        <a:xfrm>
          <a:off x="0" y="0"/>
          <a:ext cx="0" cy="0"/>
          <a:chOff x="0" y="0"/>
          <a:chExt cx="0" cy="0"/>
        </a:xfrm>
      </p:grpSpPr>
      <p:sp>
        <p:nvSpPr>
          <p:cNvPr id="91" name="Google Shape;91;g2d3c537dc00_0_74"/>
          <p:cNvSpPr/>
          <p:nvPr>
            <p:ph idx="2" type="pic"/>
          </p:nvPr>
        </p:nvSpPr>
        <p:spPr>
          <a:xfrm>
            <a:off x="-60325" y="-43375"/>
            <a:ext cx="9226800" cy="5190300"/>
          </a:xfrm>
          <a:prstGeom prst="rect">
            <a:avLst/>
          </a:prstGeom>
          <a:noFill/>
          <a:ln>
            <a:noFill/>
          </a:ln>
        </p:spPr>
      </p:sp>
      <p:sp>
        <p:nvSpPr>
          <p:cNvPr id="92" name="Google Shape;92;g2d3c537dc00_0_74"/>
          <p:cNvSpPr/>
          <p:nvPr/>
        </p:nvSpPr>
        <p:spPr>
          <a:xfrm>
            <a:off x="-60325" y="-43375"/>
            <a:ext cx="9226800" cy="5190300"/>
          </a:xfrm>
          <a:prstGeom prst="rect">
            <a:avLst/>
          </a:prstGeom>
          <a:solidFill>
            <a:srgbClr val="201515">
              <a:alpha val="3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g2d3c537dc00_0_74"/>
          <p:cNvSpPr txBox="1"/>
          <p:nvPr>
            <p:ph type="ctrTitle"/>
          </p:nvPr>
        </p:nvSpPr>
        <p:spPr>
          <a:xfrm>
            <a:off x="228600" y="2001000"/>
            <a:ext cx="8686800" cy="2208300"/>
          </a:xfrm>
          <a:prstGeom prst="rect">
            <a:avLst/>
          </a:prstGeom>
          <a:noFill/>
          <a:ln>
            <a:noFill/>
          </a:ln>
        </p:spPr>
        <p:txBody>
          <a:bodyPr anchorCtr="0" anchor="t" bIns="0" lIns="0" spcFirstLastPara="1" rIns="91425" wrap="square" tIns="0">
            <a:normAutofit/>
          </a:bodyPr>
          <a:lstStyle>
            <a:lvl1pPr lvl="0" algn="ctr">
              <a:lnSpc>
                <a:spcPct val="100000"/>
              </a:lnSpc>
              <a:spcBef>
                <a:spcPts val="0"/>
              </a:spcBef>
              <a:spcAft>
                <a:spcPts val="0"/>
              </a:spcAft>
              <a:buClr>
                <a:schemeClr val="lt1"/>
              </a:buClr>
              <a:buSzPts val="6100"/>
              <a:buFont typeface="Inter"/>
              <a:buNone/>
              <a:defRPr b="1" sz="61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3000"/>
              <a:buNone/>
              <a:defRPr sz="3000">
                <a:solidFill>
                  <a:schemeClr val="lt1"/>
                </a:solidFill>
              </a:defRPr>
            </a:lvl2pPr>
            <a:lvl3pPr lvl="2" algn="ctr">
              <a:lnSpc>
                <a:spcPct val="100000"/>
              </a:lnSpc>
              <a:spcBef>
                <a:spcPts val="0"/>
              </a:spcBef>
              <a:spcAft>
                <a:spcPts val="0"/>
              </a:spcAft>
              <a:buClr>
                <a:schemeClr val="lt1"/>
              </a:buClr>
              <a:buSzPts val="3000"/>
              <a:buNone/>
              <a:defRPr sz="3000">
                <a:solidFill>
                  <a:schemeClr val="lt1"/>
                </a:solidFill>
              </a:defRPr>
            </a:lvl3pPr>
            <a:lvl4pPr lvl="3" algn="ctr">
              <a:lnSpc>
                <a:spcPct val="100000"/>
              </a:lnSpc>
              <a:spcBef>
                <a:spcPts val="0"/>
              </a:spcBef>
              <a:spcAft>
                <a:spcPts val="0"/>
              </a:spcAft>
              <a:buClr>
                <a:schemeClr val="lt1"/>
              </a:buClr>
              <a:buSzPts val="3000"/>
              <a:buNone/>
              <a:defRPr sz="3000">
                <a:solidFill>
                  <a:schemeClr val="lt1"/>
                </a:solidFill>
              </a:defRPr>
            </a:lvl4pPr>
            <a:lvl5pPr lvl="4" algn="ctr">
              <a:lnSpc>
                <a:spcPct val="100000"/>
              </a:lnSpc>
              <a:spcBef>
                <a:spcPts val="0"/>
              </a:spcBef>
              <a:spcAft>
                <a:spcPts val="0"/>
              </a:spcAft>
              <a:buClr>
                <a:schemeClr val="lt1"/>
              </a:buClr>
              <a:buSzPts val="3000"/>
              <a:buNone/>
              <a:defRPr sz="3000">
                <a:solidFill>
                  <a:schemeClr val="lt1"/>
                </a:solidFill>
              </a:defRPr>
            </a:lvl5pPr>
            <a:lvl6pPr lvl="5" algn="ctr">
              <a:lnSpc>
                <a:spcPct val="100000"/>
              </a:lnSpc>
              <a:spcBef>
                <a:spcPts val="0"/>
              </a:spcBef>
              <a:spcAft>
                <a:spcPts val="0"/>
              </a:spcAft>
              <a:buClr>
                <a:schemeClr val="lt1"/>
              </a:buClr>
              <a:buSzPts val="3000"/>
              <a:buNone/>
              <a:defRPr sz="3000">
                <a:solidFill>
                  <a:schemeClr val="lt1"/>
                </a:solidFill>
              </a:defRPr>
            </a:lvl6pPr>
            <a:lvl7pPr lvl="6" algn="ctr">
              <a:lnSpc>
                <a:spcPct val="100000"/>
              </a:lnSpc>
              <a:spcBef>
                <a:spcPts val="0"/>
              </a:spcBef>
              <a:spcAft>
                <a:spcPts val="0"/>
              </a:spcAft>
              <a:buClr>
                <a:schemeClr val="lt1"/>
              </a:buClr>
              <a:buSzPts val="3000"/>
              <a:buNone/>
              <a:defRPr sz="3000">
                <a:solidFill>
                  <a:schemeClr val="lt1"/>
                </a:solidFill>
              </a:defRPr>
            </a:lvl7pPr>
            <a:lvl8pPr lvl="7" algn="ctr">
              <a:lnSpc>
                <a:spcPct val="100000"/>
              </a:lnSpc>
              <a:spcBef>
                <a:spcPts val="0"/>
              </a:spcBef>
              <a:spcAft>
                <a:spcPts val="0"/>
              </a:spcAft>
              <a:buClr>
                <a:schemeClr val="lt1"/>
              </a:buClr>
              <a:buSzPts val="3000"/>
              <a:buNone/>
              <a:defRPr sz="3000">
                <a:solidFill>
                  <a:schemeClr val="lt1"/>
                </a:solidFill>
              </a:defRPr>
            </a:lvl8pPr>
            <a:lvl9pPr lvl="8" algn="ctr">
              <a:lnSpc>
                <a:spcPct val="100000"/>
              </a:lnSpc>
              <a:spcBef>
                <a:spcPts val="0"/>
              </a:spcBef>
              <a:spcAft>
                <a:spcPts val="0"/>
              </a:spcAft>
              <a:buClr>
                <a:schemeClr val="lt1"/>
              </a:buClr>
              <a:buSzPts val="3000"/>
              <a:buNone/>
              <a:defRPr sz="3000">
                <a:solidFill>
                  <a:schemeClr val="lt1"/>
                </a:solidFill>
              </a:defRPr>
            </a:lvl9pPr>
          </a:lstStyle>
          <a:p/>
        </p:txBody>
      </p:sp>
      <p:sp>
        <p:nvSpPr>
          <p:cNvPr id="94" name="Google Shape;94;g2d3c537dc00_0_74"/>
          <p:cNvSpPr txBox="1"/>
          <p:nvPr>
            <p:ph idx="3" type="ctrTitle"/>
          </p:nvPr>
        </p:nvSpPr>
        <p:spPr>
          <a:xfrm>
            <a:off x="228600" y="1623750"/>
            <a:ext cx="8686800" cy="377400"/>
          </a:xfrm>
          <a:prstGeom prst="rect">
            <a:avLst/>
          </a:prstGeom>
          <a:noFill/>
          <a:ln>
            <a:noFill/>
          </a:ln>
        </p:spPr>
        <p:txBody>
          <a:bodyPr anchorCtr="0" anchor="b" bIns="0" lIns="0" spcFirstLastPara="1" rIns="91425" wrap="square" tIns="0">
            <a:normAutofit/>
          </a:bodyPr>
          <a:lstStyle>
            <a:lvl1pPr lvl="0" algn="ctr">
              <a:lnSpc>
                <a:spcPct val="100000"/>
              </a:lnSpc>
              <a:spcBef>
                <a:spcPts val="0"/>
              </a:spcBef>
              <a:spcAft>
                <a:spcPts val="0"/>
              </a:spcAft>
              <a:buClr>
                <a:schemeClr val="lt1"/>
              </a:buClr>
              <a:buSzPts val="2000"/>
              <a:buFont typeface="Inter"/>
              <a:buNone/>
              <a:defRPr b="1" sz="2000">
                <a:solidFill>
                  <a:schemeClr val="lt1"/>
                </a:solidFill>
                <a:latin typeface="Inter"/>
                <a:ea typeface="Inter"/>
                <a:cs typeface="Inter"/>
                <a:sym typeface="Inter"/>
              </a:defRPr>
            </a:lvl1pPr>
            <a:lvl2pPr lvl="1" algn="ctr">
              <a:lnSpc>
                <a:spcPct val="100000"/>
              </a:lnSpc>
              <a:spcBef>
                <a:spcPts val="0"/>
              </a:spcBef>
              <a:spcAft>
                <a:spcPts val="0"/>
              </a:spcAft>
              <a:buClr>
                <a:schemeClr val="lt1"/>
              </a:buClr>
              <a:buSzPts val="2000"/>
              <a:buNone/>
              <a:defRPr sz="2000">
                <a:solidFill>
                  <a:schemeClr val="lt1"/>
                </a:solidFill>
              </a:defRPr>
            </a:lvl2pPr>
            <a:lvl3pPr lvl="2" algn="ctr">
              <a:lnSpc>
                <a:spcPct val="100000"/>
              </a:lnSpc>
              <a:spcBef>
                <a:spcPts val="0"/>
              </a:spcBef>
              <a:spcAft>
                <a:spcPts val="0"/>
              </a:spcAft>
              <a:buClr>
                <a:schemeClr val="lt1"/>
              </a:buClr>
              <a:buSzPts val="2000"/>
              <a:buNone/>
              <a:defRPr sz="2000">
                <a:solidFill>
                  <a:schemeClr val="lt1"/>
                </a:solidFill>
              </a:defRPr>
            </a:lvl3pPr>
            <a:lvl4pPr lvl="3" algn="ctr">
              <a:lnSpc>
                <a:spcPct val="100000"/>
              </a:lnSpc>
              <a:spcBef>
                <a:spcPts val="0"/>
              </a:spcBef>
              <a:spcAft>
                <a:spcPts val="0"/>
              </a:spcAft>
              <a:buClr>
                <a:schemeClr val="lt1"/>
              </a:buClr>
              <a:buSzPts val="2000"/>
              <a:buNone/>
              <a:defRPr sz="2000">
                <a:solidFill>
                  <a:schemeClr val="lt1"/>
                </a:solidFill>
              </a:defRPr>
            </a:lvl4pPr>
            <a:lvl5pPr lvl="4" algn="ctr">
              <a:lnSpc>
                <a:spcPct val="100000"/>
              </a:lnSpc>
              <a:spcBef>
                <a:spcPts val="0"/>
              </a:spcBef>
              <a:spcAft>
                <a:spcPts val="0"/>
              </a:spcAft>
              <a:buClr>
                <a:schemeClr val="lt1"/>
              </a:buClr>
              <a:buSzPts val="2000"/>
              <a:buNone/>
              <a:defRPr sz="2000">
                <a:solidFill>
                  <a:schemeClr val="lt1"/>
                </a:solidFill>
              </a:defRPr>
            </a:lvl5pPr>
            <a:lvl6pPr lvl="5" algn="ctr">
              <a:lnSpc>
                <a:spcPct val="100000"/>
              </a:lnSpc>
              <a:spcBef>
                <a:spcPts val="0"/>
              </a:spcBef>
              <a:spcAft>
                <a:spcPts val="0"/>
              </a:spcAft>
              <a:buClr>
                <a:schemeClr val="lt1"/>
              </a:buClr>
              <a:buSzPts val="2000"/>
              <a:buNone/>
              <a:defRPr sz="2000">
                <a:solidFill>
                  <a:schemeClr val="lt1"/>
                </a:solidFill>
              </a:defRPr>
            </a:lvl6pPr>
            <a:lvl7pPr lvl="6" algn="ctr">
              <a:lnSpc>
                <a:spcPct val="100000"/>
              </a:lnSpc>
              <a:spcBef>
                <a:spcPts val="0"/>
              </a:spcBef>
              <a:spcAft>
                <a:spcPts val="0"/>
              </a:spcAft>
              <a:buClr>
                <a:schemeClr val="lt1"/>
              </a:buClr>
              <a:buSzPts val="2000"/>
              <a:buNone/>
              <a:defRPr sz="2000">
                <a:solidFill>
                  <a:schemeClr val="lt1"/>
                </a:solidFill>
              </a:defRPr>
            </a:lvl7pPr>
            <a:lvl8pPr lvl="7" algn="ctr">
              <a:lnSpc>
                <a:spcPct val="100000"/>
              </a:lnSpc>
              <a:spcBef>
                <a:spcPts val="0"/>
              </a:spcBef>
              <a:spcAft>
                <a:spcPts val="0"/>
              </a:spcAft>
              <a:buClr>
                <a:schemeClr val="lt1"/>
              </a:buClr>
              <a:buSzPts val="2000"/>
              <a:buNone/>
              <a:defRPr sz="2000">
                <a:solidFill>
                  <a:schemeClr val="lt1"/>
                </a:solidFill>
              </a:defRPr>
            </a:lvl8pPr>
            <a:lvl9pPr lvl="8" algn="ctr">
              <a:lnSpc>
                <a:spcPct val="100000"/>
              </a:lnSpc>
              <a:spcBef>
                <a:spcPts val="0"/>
              </a:spcBef>
              <a:spcAft>
                <a:spcPts val="0"/>
              </a:spcAft>
              <a:buClr>
                <a:schemeClr val="lt1"/>
              </a:buClr>
              <a:buSzPts val="2000"/>
              <a:buNone/>
              <a:defRPr sz="2000">
                <a:solidFill>
                  <a:schemeClr val="lt1"/>
                </a:solidFill>
              </a:defRPr>
            </a:lvl9pPr>
          </a:lstStyle>
          <a:p/>
        </p:txBody>
      </p:sp>
      <p:sp>
        <p:nvSpPr>
          <p:cNvPr id="95" name="Google Shape;95;g2d3c537dc00_0_74"/>
          <p:cNvSpPr txBox="1"/>
          <p:nvPr>
            <p:ph idx="4" type="ctrTitle"/>
          </p:nvPr>
        </p:nvSpPr>
        <p:spPr>
          <a:xfrm>
            <a:off x="228600" y="4689900"/>
            <a:ext cx="8686800" cy="377400"/>
          </a:xfrm>
          <a:prstGeom prst="rect">
            <a:avLst/>
          </a:prstGeom>
          <a:noFill/>
          <a:ln>
            <a:noFill/>
          </a:ln>
        </p:spPr>
        <p:txBody>
          <a:bodyPr anchorCtr="0" anchor="b" bIns="0" lIns="0" spcFirstLastPara="1" rIns="91425" wrap="square" tIns="0">
            <a:normAutofit/>
          </a:bodyPr>
          <a:lstStyle>
            <a:lvl1pPr lvl="0" algn="l">
              <a:lnSpc>
                <a:spcPct val="100000"/>
              </a:lnSpc>
              <a:spcBef>
                <a:spcPts val="0"/>
              </a:spcBef>
              <a:spcAft>
                <a:spcPts val="0"/>
              </a:spcAft>
              <a:buClr>
                <a:schemeClr val="lt1"/>
              </a:buClr>
              <a:buSzPts val="1000"/>
              <a:buFont typeface="Inter"/>
              <a:buNone/>
              <a:defRPr b="1" sz="1000">
                <a:solidFill>
                  <a:schemeClr val="lt1"/>
                </a:solidFill>
                <a:latin typeface="Inter"/>
                <a:ea typeface="Inter"/>
                <a:cs typeface="Inter"/>
                <a:sym typeface="Inter"/>
              </a:defRPr>
            </a:lvl1pPr>
            <a:lvl2pPr lvl="1" algn="l">
              <a:lnSpc>
                <a:spcPct val="100000"/>
              </a:lnSpc>
              <a:spcBef>
                <a:spcPts val="0"/>
              </a:spcBef>
              <a:spcAft>
                <a:spcPts val="0"/>
              </a:spcAft>
              <a:buClr>
                <a:schemeClr val="lt1"/>
              </a:buClr>
              <a:buSzPts val="2000"/>
              <a:buNone/>
              <a:defRPr sz="2000">
                <a:solidFill>
                  <a:schemeClr val="lt1"/>
                </a:solidFill>
              </a:defRPr>
            </a:lvl2pPr>
            <a:lvl3pPr lvl="2" algn="l">
              <a:lnSpc>
                <a:spcPct val="100000"/>
              </a:lnSpc>
              <a:spcBef>
                <a:spcPts val="0"/>
              </a:spcBef>
              <a:spcAft>
                <a:spcPts val="0"/>
              </a:spcAft>
              <a:buClr>
                <a:schemeClr val="lt1"/>
              </a:buClr>
              <a:buSzPts val="2000"/>
              <a:buNone/>
              <a:defRPr sz="2000">
                <a:solidFill>
                  <a:schemeClr val="lt1"/>
                </a:solidFill>
              </a:defRPr>
            </a:lvl3pPr>
            <a:lvl4pPr lvl="3" algn="l">
              <a:lnSpc>
                <a:spcPct val="100000"/>
              </a:lnSpc>
              <a:spcBef>
                <a:spcPts val="0"/>
              </a:spcBef>
              <a:spcAft>
                <a:spcPts val="0"/>
              </a:spcAft>
              <a:buClr>
                <a:schemeClr val="lt1"/>
              </a:buClr>
              <a:buSzPts val="2000"/>
              <a:buNone/>
              <a:defRPr sz="2000">
                <a:solidFill>
                  <a:schemeClr val="lt1"/>
                </a:solidFill>
              </a:defRPr>
            </a:lvl4pPr>
            <a:lvl5pPr lvl="4" algn="l">
              <a:lnSpc>
                <a:spcPct val="100000"/>
              </a:lnSpc>
              <a:spcBef>
                <a:spcPts val="0"/>
              </a:spcBef>
              <a:spcAft>
                <a:spcPts val="0"/>
              </a:spcAft>
              <a:buClr>
                <a:schemeClr val="lt1"/>
              </a:buClr>
              <a:buSzPts val="2000"/>
              <a:buNone/>
              <a:defRPr sz="2000">
                <a:solidFill>
                  <a:schemeClr val="lt1"/>
                </a:solidFill>
              </a:defRPr>
            </a:lvl5pPr>
            <a:lvl6pPr lvl="5" algn="l">
              <a:lnSpc>
                <a:spcPct val="100000"/>
              </a:lnSpc>
              <a:spcBef>
                <a:spcPts val="0"/>
              </a:spcBef>
              <a:spcAft>
                <a:spcPts val="0"/>
              </a:spcAft>
              <a:buClr>
                <a:schemeClr val="lt1"/>
              </a:buClr>
              <a:buSzPts val="2000"/>
              <a:buNone/>
              <a:defRPr sz="2000">
                <a:solidFill>
                  <a:schemeClr val="lt1"/>
                </a:solidFill>
              </a:defRPr>
            </a:lvl6pPr>
            <a:lvl7pPr lvl="6" algn="l">
              <a:lnSpc>
                <a:spcPct val="100000"/>
              </a:lnSpc>
              <a:spcBef>
                <a:spcPts val="0"/>
              </a:spcBef>
              <a:spcAft>
                <a:spcPts val="0"/>
              </a:spcAft>
              <a:buClr>
                <a:schemeClr val="lt1"/>
              </a:buClr>
              <a:buSzPts val="2000"/>
              <a:buNone/>
              <a:defRPr sz="2000">
                <a:solidFill>
                  <a:schemeClr val="lt1"/>
                </a:solidFill>
              </a:defRPr>
            </a:lvl7pPr>
            <a:lvl8pPr lvl="7" algn="l">
              <a:lnSpc>
                <a:spcPct val="100000"/>
              </a:lnSpc>
              <a:spcBef>
                <a:spcPts val="0"/>
              </a:spcBef>
              <a:spcAft>
                <a:spcPts val="0"/>
              </a:spcAft>
              <a:buClr>
                <a:schemeClr val="lt1"/>
              </a:buClr>
              <a:buSzPts val="2000"/>
              <a:buNone/>
              <a:defRPr sz="2000">
                <a:solidFill>
                  <a:schemeClr val="lt1"/>
                </a:solidFill>
              </a:defRPr>
            </a:lvl8pPr>
            <a:lvl9pPr lvl="8" algn="l">
              <a:lnSpc>
                <a:spcPct val="100000"/>
              </a:lnSpc>
              <a:spcBef>
                <a:spcPts val="0"/>
              </a:spcBef>
              <a:spcAft>
                <a:spcPts val="0"/>
              </a:spcAft>
              <a:buClr>
                <a:schemeClr val="lt1"/>
              </a:buClr>
              <a:buSzPts val="2000"/>
              <a:buNone/>
              <a:defRPr sz="2000">
                <a:solidFill>
                  <a:schemeClr val="lt1"/>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 Bckgr - 2">
  <p:cSld name="CUSTOM_3_1">
    <p:spTree>
      <p:nvGrpSpPr>
        <p:cNvPr id="96" name="Shape 96"/>
        <p:cNvGrpSpPr/>
        <p:nvPr/>
      </p:nvGrpSpPr>
      <p:grpSpPr>
        <a:xfrm>
          <a:off x="0" y="0"/>
          <a:ext cx="0" cy="0"/>
          <a:chOff x="0" y="0"/>
          <a:chExt cx="0" cy="0"/>
        </a:xfrm>
      </p:grpSpPr>
      <p:sp>
        <p:nvSpPr>
          <p:cNvPr id="97" name="Google Shape;97;g2d3c537dc00_0_80"/>
          <p:cNvSpPr/>
          <p:nvPr>
            <p:ph idx="2" type="pic"/>
          </p:nvPr>
        </p:nvSpPr>
        <p:spPr>
          <a:xfrm>
            <a:off x="-60325" y="-43375"/>
            <a:ext cx="9226800" cy="5190300"/>
          </a:xfrm>
          <a:prstGeom prst="rect">
            <a:avLst/>
          </a:prstGeom>
          <a:noFill/>
          <a:ln>
            <a:noFill/>
          </a:ln>
        </p:spPr>
      </p:sp>
      <p:sp>
        <p:nvSpPr>
          <p:cNvPr id="98" name="Google Shape;98;g2d3c537dc00_0_80"/>
          <p:cNvSpPr/>
          <p:nvPr/>
        </p:nvSpPr>
        <p:spPr>
          <a:xfrm>
            <a:off x="-60325" y="-43375"/>
            <a:ext cx="9226800" cy="5190300"/>
          </a:xfrm>
          <a:prstGeom prst="rect">
            <a:avLst/>
          </a:prstGeom>
          <a:solidFill>
            <a:srgbClr val="201515">
              <a:alpha val="3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g2d3c537dc00_0_80"/>
          <p:cNvSpPr txBox="1"/>
          <p:nvPr>
            <p:ph type="ctrTitle"/>
          </p:nvPr>
        </p:nvSpPr>
        <p:spPr>
          <a:xfrm>
            <a:off x="228600" y="228600"/>
            <a:ext cx="8686800" cy="1834800"/>
          </a:xfrm>
          <a:prstGeom prst="rect">
            <a:avLst/>
          </a:prstGeom>
          <a:noFill/>
          <a:ln>
            <a:noFill/>
          </a:ln>
        </p:spPr>
        <p:txBody>
          <a:bodyPr anchorCtr="0" anchor="t" bIns="0" lIns="0" spcFirstLastPara="1" rIns="91425" wrap="square" tIns="0">
            <a:normAutofit/>
          </a:bodyPr>
          <a:lstStyle>
            <a:lvl1pPr lvl="0" algn="l">
              <a:lnSpc>
                <a:spcPct val="100000"/>
              </a:lnSpc>
              <a:spcBef>
                <a:spcPts val="0"/>
              </a:spcBef>
              <a:spcAft>
                <a:spcPts val="0"/>
              </a:spcAft>
              <a:buClr>
                <a:schemeClr val="lt1"/>
              </a:buClr>
              <a:buSzPts val="6100"/>
              <a:buFont typeface="Inter"/>
              <a:buNone/>
              <a:defRPr b="1" sz="6100">
                <a:solidFill>
                  <a:schemeClr val="lt1"/>
                </a:solidFill>
                <a:latin typeface="Inter"/>
                <a:ea typeface="Inter"/>
                <a:cs typeface="Inter"/>
                <a:sym typeface="Inter"/>
              </a:defRPr>
            </a:lvl1pPr>
            <a:lvl2pPr lvl="1" algn="l">
              <a:lnSpc>
                <a:spcPct val="100000"/>
              </a:lnSpc>
              <a:spcBef>
                <a:spcPts val="0"/>
              </a:spcBef>
              <a:spcAft>
                <a:spcPts val="0"/>
              </a:spcAft>
              <a:buClr>
                <a:schemeClr val="lt1"/>
              </a:buClr>
              <a:buSzPts val="3000"/>
              <a:buNone/>
              <a:defRPr sz="3000">
                <a:solidFill>
                  <a:schemeClr val="lt1"/>
                </a:solidFill>
              </a:defRPr>
            </a:lvl2pPr>
            <a:lvl3pPr lvl="2" algn="l">
              <a:lnSpc>
                <a:spcPct val="100000"/>
              </a:lnSpc>
              <a:spcBef>
                <a:spcPts val="0"/>
              </a:spcBef>
              <a:spcAft>
                <a:spcPts val="0"/>
              </a:spcAft>
              <a:buClr>
                <a:schemeClr val="lt1"/>
              </a:buClr>
              <a:buSzPts val="3000"/>
              <a:buNone/>
              <a:defRPr sz="3000">
                <a:solidFill>
                  <a:schemeClr val="lt1"/>
                </a:solidFill>
              </a:defRPr>
            </a:lvl3pPr>
            <a:lvl4pPr lvl="3" algn="l">
              <a:lnSpc>
                <a:spcPct val="100000"/>
              </a:lnSpc>
              <a:spcBef>
                <a:spcPts val="0"/>
              </a:spcBef>
              <a:spcAft>
                <a:spcPts val="0"/>
              </a:spcAft>
              <a:buClr>
                <a:schemeClr val="lt1"/>
              </a:buClr>
              <a:buSzPts val="3000"/>
              <a:buNone/>
              <a:defRPr sz="3000">
                <a:solidFill>
                  <a:schemeClr val="lt1"/>
                </a:solidFill>
              </a:defRPr>
            </a:lvl4pPr>
            <a:lvl5pPr lvl="4" algn="l">
              <a:lnSpc>
                <a:spcPct val="100000"/>
              </a:lnSpc>
              <a:spcBef>
                <a:spcPts val="0"/>
              </a:spcBef>
              <a:spcAft>
                <a:spcPts val="0"/>
              </a:spcAft>
              <a:buClr>
                <a:schemeClr val="lt1"/>
              </a:buClr>
              <a:buSzPts val="3000"/>
              <a:buNone/>
              <a:defRPr sz="3000">
                <a:solidFill>
                  <a:schemeClr val="lt1"/>
                </a:solidFill>
              </a:defRPr>
            </a:lvl5pPr>
            <a:lvl6pPr lvl="5" algn="l">
              <a:lnSpc>
                <a:spcPct val="100000"/>
              </a:lnSpc>
              <a:spcBef>
                <a:spcPts val="0"/>
              </a:spcBef>
              <a:spcAft>
                <a:spcPts val="0"/>
              </a:spcAft>
              <a:buClr>
                <a:schemeClr val="lt1"/>
              </a:buClr>
              <a:buSzPts val="3000"/>
              <a:buNone/>
              <a:defRPr sz="3000">
                <a:solidFill>
                  <a:schemeClr val="lt1"/>
                </a:solidFill>
              </a:defRPr>
            </a:lvl6pPr>
            <a:lvl7pPr lvl="6" algn="l">
              <a:lnSpc>
                <a:spcPct val="100000"/>
              </a:lnSpc>
              <a:spcBef>
                <a:spcPts val="0"/>
              </a:spcBef>
              <a:spcAft>
                <a:spcPts val="0"/>
              </a:spcAft>
              <a:buClr>
                <a:schemeClr val="lt1"/>
              </a:buClr>
              <a:buSzPts val="3000"/>
              <a:buNone/>
              <a:defRPr sz="3000">
                <a:solidFill>
                  <a:schemeClr val="lt1"/>
                </a:solidFill>
              </a:defRPr>
            </a:lvl7pPr>
            <a:lvl8pPr lvl="7" algn="l">
              <a:lnSpc>
                <a:spcPct val="100000"/>
              </a:lnSpc>
              <a:spcBef>
                <a:spcPts val="0"/>
              </a:spcBef>
              <a:spcAft>
                <a:spcPts val="0"/>
              </a:spcAft>
              <a:buClr>
                <a:schemeClr val="lt1"/>
              </a:buClr>
              <a:buSzPts val="3000"/>
              <a:buNone/>
              <a:defRPr sz="3000">
                <a:solidFill>
                  <a:schemeClr val="lt1"/>
                </a:solidFill>
              </a:defRPr>
            </a:lvl8pPr>
            <a:lvl9pPr lvl="8" algn="l">
              <a:lnSpc>
                <a:spcPct val="100000"/>
              </a:lnSpc>
              <a:spcBef>
                <a:spcPts val="0"/>
              </a:spcBef>
              <a:spcAft>
                <a:spcPts val="0"/>
              </a:spcAft>
              <a:buClr>
                <a:schemeClr val="lt1"/>
              </a:buClr>
              <a:buSzPts val="3000"/>
              <a:buNone/>
              <a:defRPr sz="3000">
                <a:solidFill>
                  <a:schemeClr val="lt1"/>
                </a:solidFill>
              </a:defRPr>
            </a:lvl9pPr>
          </a:lstStyle>
          <a:p/>
        </p:txBody>
      </p:sp>
      <p:sp>
        <p:nvSpPr>
          <p:cNvPr id="100" name="Google Shape;100;g2d3c537dc00_0_80"/>
          <p:cNvSpPr txBox="1"/>
          <p:nvPr>
            <p:ph idx="3" type="ctrTitle"/>
          </p:nvPr>
        </p:nvSpPr>
        <p:spPr>
          <a:xfrm>
            <a:off x="228600" y="4689900"/>
            <a:ext cx="8686800" cy="377400"/>
          </a:xfrm>
          <a:prstGeom prst="rect">
            <a:avLst/>
          </a:prstGeom>
          <a:noFill/>
          <a:ln>
            <a:noFill/>
          </a:ln>
        </p:spPr>
        <p:txBody>
          <a:bodyPr anchorCtr="0" anchor="b" bIns="0" lIns="0" spcFirstLastPara="1" rIns="91425" wrap="square" tIns="0">
            <a:normAutofit/>
          </a:bodyPr>
          <a:lstStyle>
            <a:lvl1pPr lvl="0" algn="r">
              <a:lnSpc>
                <a:spcPct val="100000"/>
              </a:lnSpc>
              <a:spcBef>
                <a:spcPts val="0"/>
              </a:spcBef>
              <a:spcAft>
                <a:spcPts val="0"/>
              </a:spcAft>
              <a:buClr>
                <a:schemeClr val="lt1"/>
              </a:buClr>
              <a:buSzPts val="1000"/>
              <a:buFont typeface="Inter"/>
              <a:buNone/>
              <a:defRPr b="1" sz="1000">
                <a:solidFill>
                  <a:schemeClr val="lt1"/>
                </a:solidFill>
                <a:latin typeface="Inter"/>
                <a:ea typeface="Inter"/>
                <a:cs typeface="Inter"/>
                <a:sym typeface="Inter"/>
              </a:defRPr>
            </a:lvl1pPr>
            <a:lvl2pPr lvl="1" algn="r">
              <a:lnSpc>
                <a:spcPct val="100000"/>
              </a:lnSpc>
              <a:spcBef>
                <a:spcPts val="0"/>
              </a:spcBef>
              <a:spcAft>
                <a:spcPts val="0"/>
              </a:spcAft>
              <a:buClr>
                <a:schemeClr val="lt1"/>
              </a:buClr>
              <a:buSzPts val="1000"/>
              <a:buNone/>
              <a:defRPr b="1" sz="1000">
                <a:solidFill>
                  <a:schemeClr val="lt1"/>
                </a:solidFill>
              </a:defRPr>
            </a:lvl2pPr>
            <a:lvl3pPr lvl="2" algn="r">
              <a:lnSpc>
                <a:spcPct val="100000"/>
              </a:lnSpc>
              <a:spcBef>
                <a:spcPts val="0"/>
              </a:spcBef>
              <a:spcAft>
                <a:spcPts val="0"/>
              </a:spcAft>
              <a:buClr>
                <a:schemeClr val="lt1"/>
              </a:buClr>
              <a:buSzPts val="1000"/>
              <a:buNone/>
              <a:defRPr b="1" sz="1000">
                <a:solidFill>
                  <a:schemeClr val="lt1"/>
                </a:solidFill>
              </a:defRPr>
            </a:lvl3pPr>
            <a:lvl4pPr lvl="3" algn="r">
              <a:lnSpc>
                <a:spcPct val="100000"/>
              </a:lnSpc>
              <a:spcBef>
                <a:spcPts val="0"/>
              </a:spcBef>
              <a:spcAft>
                <a:spcPts val="0"/>
              </a:spcAft>
              <a:buClr>
                <a:schemeClr val="lt1"/>
              </a:buClr>
              <a:buSzPts val="1000"/>
              <a:buNone/>
              <a:defRPr b="1" sz="1000">
                <a:solidFill>
                  <a:schemeClr val="lt1"/>
                </a:solidFill>
              </a:defRPr>
            </a:lvl4pPr>
            <a:lvl5pPr lvl="4" algn="r">
              <a:lnSpc>
                <a:spcPct val="100000"/>
              </a:lnSpc>
              <a:spcBef>
                <a:spcPts val="0"/>
              </a:spcBef>
              <a:spcAft>
                <a:spcPts val="0"/>
              </a:spcAft>
              <a:buClr>
                <a:schemeClr val="lt1"/>
              </a:buClr>
              <a:buSzPts val="1000"/>
              <a:buNone/>
              <a:defRPr b="1" sz="1000">
                <a:solidFill>
                  <a:schemeClr val="lt1"/>
                </a:solidFill>
              </a:defRPr>
            </a:lvl5pPr>
            <a:lvl6pPr lvl="5" algn="r">
              <a:lnSpc>
                <a:spcPct val="100000"/>
              </a:lnSpc>
              <a:spcBef>
                <a:spcPts val="0"/>
              </a:spcBef>
              <a:spcAft>
                <a:spcPts val="0"/>
              </a:spcAft>
              <a:buClr>
                <a:schemeClr val="lt1"/>
              </a:buClr>
              <a:buSzPts val="1000"/>
              <a:buNone/>
              <a:defRPr b="1" sz="1000">
                <a:solidFill>
                  <a:schemeClr val="lt1"/>
                </a:solidFill>
              </a:defRPr>
            </a:lvl6pPr>
            <a:lvl7pPr lvl="6" algn="r">
              <a:lnSpc>
                <a:spcPct val="100000"/>
              </a:lnSpc>
              <a:spcBef>
                <a:spcPts val="0"/>
              </a:spcBef>
              <a:spcAft>
                <a:spcPts val="0"/>
              </a:spcAft>
              <a:buClr>
                <a:schemeClr val="lt1"/>
              </a:buClr>
              <a:buSzPts val="1000"/>
              <a:buNone/>
              <a:defRPr b="1" sz="1000">
                <a:solidFill>
                  <a:schemeClr val="lt1"/>
                </a:solidFill>
              </a:defRPr>
            </a:lvl7pPr>
            <a:lvl8pPr lvl="7" algn="r">
              <a:lnSpc>
                <a:spcPct val="100000"/>
              </a:lnSpc>
              <a:spcBef>
                <a:spcPts val="0"/>
              </a:spcBef>
              <a:spcAft>
                <a:spcPts val="0"/>
              </a:spcAft>
              <a:buClr>
                <a:schemeClr val="lt1"/>
              </a:buClr>
              <a:buSzPts val="1000"/>
              <a:buNone/>
              <a:defRPr b="1" sz="1000">
                <a:solidFill>
                  <a:schemeClr val="lt1"/>
                </a:solidFill>
              </a:defRPr>
            </a:lvl8pPr>
            <a:lvl9pPr lvl="8" algn="r">
              <a:lnSpc>
                <a:spcPct val="100000"/>
              </a:lnSpc>
              <a:spcBef>
                <a:spcPts val="0"/>
              </a:spcBef>
              <a:spcAft>
                <a:spcPts val="0"/>
              </a:spcAft>
              <a:buClr>
                <a:schemeClr val="lt1"/>
              </a:buClr>
              <a:buSzPts val="1000"/>
              <a:buNone/>
              <a:defRPr b="1" sz="1000">
                <a:solidFill>
                  <a:schemeClr val="lt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 the right">
  <p:cSld name="CUSTOM_4">
    <p:bg>
      <p:bgPr>
        <a:solidFill>
          <a:schemeClr val="accent3"/>
        </a:solidFill>
      </p:bgPr>
    </p:bg>
    <p:spTree>
      <p:nvGrpSpPr>
        <p:cNvPr id="101" name="Shape 101"/>
        <p:cNvGrpSpPr/>
        <p:nvPr/>
      </p:nvGrpSpPr>
      <p:grpSpPr>
        <a:xfrm>
          <a:off x="0" y="0"/>
          <a:ext cx="0" cy="0"/>
          <a:chOff x="0" y="0"/>
          <a:chExt cx="0" cy="0"/>
        </a:xfrm>
      </p:grpSpPr>
      <p:sp>
        <p:nvSpPr>
          <p:cNvPr id="102" name="Google Shape;102;g2d3c537dc00_0_85"/>
          <p:cNvSpPr txBox="1"/>
          <p:nvPr>
            <p:ph type="ctrTitle"/>
          </p:nvPr>
        </p:nvSpPr>
        <p:spPr>
          <a:xfrm>
            <a:off x="228600" y="228600"/>
            <a:ext cx="3522900" cy="17805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4900"/>
              <a:buFont typeface="Inter"/>
              <a:buNone/>
              <a:defRPr b="1" sz="49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103" name="Google Shape;103;g2d3c537dc00_0_85"/>
          <p:cNvSpPr txBox="1"/>
          <p:nvPr>
            <p:ph idx="2" type="ctrTitle"/>
          </p:nvPr>
        </p:nvSpPr>
        <p:spPr>
          <a:xfrm>
            <a:off x="228600" y="3134400"/>
            <a:ext cx="3522900" cy="1780500"/>
          </a:xfrm>
          <a:prstGeom prst="rect">
            <a:avLst/>
          </a:prstGeom>
          <a:noFill/>
          <a:ln>
            <a:noFill/>
          </a:ln>
        </p:spPr>
        <p:txBody>
          <a:bodyPr anchorCtr="0" anchor="b" bIns="0" lIns="0" spcFirstLastPara="1" rIns="0" wrap="square" tIns="0">
            <a:noAutofit/>
          </a:bodyPr>
          <a:lstStyle>
            <a:lvl1pPr lvl="0" algn="l">
              <a:lnSpc>
                <a:spcPct val="85000"/>
              </a:lnSpc>
              <a:spcBef>
                <a:spcPts val="0"/>
              </a:spcBef>
              <a:spcAft>
                <a:spcPts val="0"/>
              </a:spcAft>
              <a:buClr>
                <a:schemeClr val="accent2"/>
              </a:buClr>
              <a:buSzPts val="3100"/>
              <a:buFont typeface="Inter"/>
              <a:buNone/>
              <a:defRPr b="1" sz="31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104" name="Google Shape;104;g2d3c537dc00_0_85"/>
          <p:cNvSpPr/>
          <p:nvPr/>
        </p:nvSpPr>
        <p:spPr>
          <a:xfrm>
            <a:off x="4572000" y="-42775"/>
            <a:ext cx="4670100" cy="5243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g2d3c537dc00_0_85"/>
          <p:cNvSpPr/>
          <p:nvPr>
            <p:ph idx="3" type="pic"/>
          </p:nvPr>
        </p:nvSpPr>
        <p:spPr>
          <a:xfrm>
            <a:off x="5392400" y="800100"/>
            <a:ext cx="2790300" cy="3543300"/>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 the bottom - Special header">
  <p:cSld name="CUSTOM_4_1">
    <p:bg>
      <p:bgPr>
        <a:solidFill>
          <a:schemeClr val="accent3"/>
        </a:solidFill>
      </p:bgPr>
    </p:bg>
    <p:spTree>
      <p:nvGrpSpPr>
        <p:cNvPr id="106" name="Shape 106"/>
        <p:cNvGrpSpPr/>
        <p:nvPr/>
      </p:nvGrpSpPr>
      <p:grpSpPr>
        <a:xfrm>
          <a:off x="0" y="0"/>
          <a:ext cx="0" cy="0"/>
          <a:chOff x="0" y="0"/>
          <a:chExt cx="0" cy="0"/>
        </a:xfrm>
      </p:grpSpPr>
      <p:sp>
        <p:nvSpPr>
          <p:cNvPr id="107" name="Google Shape;107;g2d3c537dc00_0_90"/>
          <p:cNvSpPr txBox="1"/>
          <p:nvPr>
            <p:ph type="ctrTitle"/>
          </p:nvPr>
        </p:nvSpPr>
        <p:spPr>
          <a:xfrm>
            <a:off x="228600" y="228600"/>
            <a:ext cx="4998300" cy="6948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3900"/>
              <a:buFont typeface="Inter"/>
              <a:buNone/>
              <a:defRPr b="1" sz="39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108" name="Google Shape;108;g2d3c537dc00_0_90"/>
          <p:cNvSpPr/>
          <p:nvPr>
            <p:ph idx="2" type="pic"/>
          </p:nvPr>
        </p:nvSpPr>
        <p:spPr>
          <a:xfrm>
            <a:off x="228600" y="1162575"/>
            <a:ext cx="8686800" cy="3752400"/>
          </a:xfrm>
          <a:prstGeom prst="rect">
            <a:avLst/>
          </a:prstGeom>
          <a:noFill/>
          <a:ln>
            <a:noFill/>
          </a:ln>
        </p:spPr>
      </p:sp>
      <p:sp>
        <p:nvSpPr>
          <p:cNvPr id="109" name="Google Shape;109;g2d3c537dc00_0_90"/>
          <p:cNvSpPr txBox="1"/>
          <p:nvPr>
            <p:ph idx="3" type="ctrTitle"/>
          </p:nvPr>
        </p:nvSpPr>
        <p:spPr>
          <a:xfrm>
            <a:off x="5392400" y="228600"/>
            <a:ext cx="3522900" cy="6948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300"/>
              <a:buNone/>
              <a:defRPr sz="1300">
                <a:solidFill>
                  <a:schemeClr val="accent2"/>
                </a:solidFill>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quare image on the bottom - Special header">
  <p:cSld name="CUSTOM_4_1_2">
    <p:bg>
      <p:bgPr>
        <a:solidFill>
          <a:schemeClr val="accent3"/>
        </a:solidFill>
      </p:bgPr>
    </p:bg>
    <p:spTree>
      <p:nvGrpSpPr>
        <p:cNvPr id="110" name="Shape 110"/>
        <p:cNvGrpSpPr/>
        <p:nvPr/>
      </p:nvGrpSpPr>
      <p:grpSpPr>
        <a:xfrm>
          <a:off x="0" y="0"/>
          <a:ext cx="0" cy="0"/>
          <a:chOff x="0" y="0"/>
          <a:chExt cx="0" cy="0"/>
        </a:xfrm>
      </p:grpSpPr>
      <p:sp>
        <p:nvSpPr>
          <p:cNvPr id="111" name="Google Shape;111;g2d3c537dc00_0_94"/>
          <p:cNvSpPr txBox="1"/>
          <p:nvPr>
            <p:ph type="ctrTitle"/>
          </p:nvPr>
        </p:nvSpPr>
        <p:spPr>
          <a:xfrm>
            <a:off x="228600" y="228600"/>
            <a:ext cx="4998300" cy="6948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3900"/>
              <a:buFont typeface="Inter"/>
              <a:buNone/>
              <a:defRPr b="1" sz="39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112" name="Google Shape;112;g2d3c537dc00_0_94"/>
          <p:cNvSpPr/>
          <p:nvPr>
            <p:ph idx="2" type="pic"/>
          </p:nvPr>
        </p:nvSpPr>
        <p:spPr>
          <a:xfrm>
            <a:off x="1686300" y="1162500"/>
            <a:ext cx="5771400" cy="3752400"/>
          </a:xfrm>
          <a:prstGeom prst="rect">
            <a:avLst/>
          </a:prstGeom>
          <a:noFill/>
          <a:ln>
            <a:noFill/>
          </a:ln>
        </p:spPr>
      </p:sp>
      <p:sp>
        <p:nvSpPr>
          <p:cNvPr id="113" name="Google Shape;113;g2d3c537dc00_0_94"/>
          <p:cNvSpPr txBox="1"/>
          <p:nvPr>
            <p:ph idx="3" type="ctrTitle"/>
          </p:nvPr>
        </p:nvSpPr>
        <p:spPr>
          <a:xfrm>
            <a:off x="5392400" y="228600"/>
            <a:ext cx="3522900" cy="6948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300"/>
              <a:buNone/>
              <a:defRPr sz="1300">
                <a:solidFill>
                  <a:schemeClr val="accent2"/>
                </a:solidFill>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 the bottom - H1">
  <p:cSld name="CUSTOM_4_1_1">
    <p:bg>
      <p:bgPr>
        <a:solidFill>
          <a:schemeClr val="accent3"/>
        </a:solidFill>
      </p:bgPr>
    </p:bg>
    <p:spTree>
      <p:nvGrpSpPr>
        <p:cNvPr id="114" name="Shape 114"/>
        <p:cNvGrpSpPr/>
        <p:nvPr/>
      </p:nvGrpSpPr>
      <p:grpSpPr>
        <a:xfrm>
          <a:off x="0" y="0"/>
          <a:ext cx="0" cy="0"/>
          <a:chOff x="0" y="0"/>
          <a:chExt cx="0" cy="0"/>
        </a:xfrm>
      </p:grpSpPr>
      <p:sp>
        <p:nvSpPr>
          <p:cNvPr id="115" name="Google Shape;115;g2d3c537dc00_0_98"/>
          <p:cNvSpPr txBox="1"/>
          <p:nvPr>
            <p:ph type="ctrTitle"/>
          </p:nvPr>
        </p:nvSpPr>
        <p:spPr>
          <a:xfrm>
            <a:off x="228600" y="228600"/>
            <a:ext cx="8686800" cy="3084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3100"/>
              <a:buFont typeface="Inter"/>
              <a:buNone/>
              <a:defRPr b="1" sz="31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116" name="Google Shape;116;g2d3c537dc00_0_98"/>
          <p:cNvSpPr/>
          <p:nvPr>
            <p:ph idx="2" type="pic"/>
          </p:nvPr>
        </p:nvSpPr>
        <p:spPr>
          <a:xfrm>
            <a:off x="228600" y="1162575"/>
            <a:ext cx="8686800" cy="3752400"/>
          </a:xfrm>
          <a:prstGeom prst="rect">
            <a:avLst/>
          </a:prstGeom>
          <a:noFill/>
          <a:ln>
            <a:noFill/>
          </a:ln>
        </p:spPr>
      </p:sp>
      <p:sp>
        <p:nvSpPr>
          <p:cNvPr id="117" name="Google Shape;117;g2d3c537dc00_0_98"/>
          <p:cNvSpPr txBox="1"/>
          <p:nvPr>
            <p:ph idx="3" type="ctrTitle"/>
          </p:nvPr>
        </p:nvSpPr>
        <p:spPr>
          <a:xfrm>
            <a:off x="228600" y="700450"/>
            <a:ext cx="8686800" cy="3543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300"/>
              <a:buNone/>
              <a:defRPr sz="1300">
                <a:solidFill>
                  <a:schemeClr val="accent2"/>
                </a:solidFill>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w/image">
  <p:cSld name="CUSTOM_5">
    <p:bg>
      <p:bgPr>
        <a:solidFill>
          <a:schemeClr val="lt1"/>
        </a:solidFill>
      </p:bgPr>
    </p:bg>
    <p:spTree>
      <p:nvGrpSpPr>
        <p:cNvPr id="118" name="Shape 118"/>
        <p:cNvGrpSpPr/>
        <p:nvPr/>
      </p:nvGrpSpPr>
      <p:grpSpPr>
        <a:xfrm>
          <a:off x="0" y="0"/>
          <a:ext cx="0" cy="0"/>
          <a:chOff x="0" y="0"/>
          <a:chExt cx="0" cy="0"/>
        </a:xfrm>
      </p:grpSpPr>
      <p:sp>
        <p:nvSpPr>
          <p:cNvPr id="119" name="Google Shape;119;g2d3c537dc00_0_102"/>
          <p:cNvSpPr/>
          <p:nvPr>
            <p:ph idx="2" type="pic"/>
          </p:nvPr>
        </p:nvSpPr>
        <p:spPr>
          <a:xfrm>
            <a:off x="4569450" y="0"/>
            <a:ext cx="4574400" cy="5143500"/>
          </a:xfrm>
          <a:prstGeom prst="rect">
            <a:avLst/>
          </a:prstGeom>
          <a:noFill/>
          <a:ln>
            <a:noFill/>
          </a:ln>
        </p:spPr>
      </p:sp>
      <p:sp>
        <p:nvSpPr>
          <p:cNvPr id="120" name="Google Shape;120;g2d3c537dc00_0_102"/>
          <p:cNvSpPr txBox="1"/>
          <p:nvPr>
            <p:ph type="ctrTitle"/>
          </p:nvPr>
        </p:nvSpPr>
        <p:spPr>
          <a:xfrm>
            <a:off x="966275" y="537825"/>
            <a:ext cx="2785200" cy="354300"/>
          </a:xfrm>
          <a:prstGeom prst="rect">
            <a:avLst/>
          </a:prstGeom>
          <a:noFill/>
          <a:ln>
            <a:noFill/>
          </a:ln>
        </p:spPr>
        <p:txBody>
          <a:bodyPr anchorCtr="0" anchor="ctr" bIns="0" lIns="0" spcFirstLastPara="1" rIns="0" wrap="square" tIns="0">
            <a:noAutofit/>
          </a:bodyPr>
          <a:lstStyle>
            <a:lvl1pPr lvl="0" algn="ctr">
              <a:lnSpc>
                <a:spcPct val="85000"/>
              </a:lnSpc>
              <a:spcBef>
                <a:spcPts val="0"/>
              </a:spcBef>
              <a:spcAft>
                <a:spcPts val="0"/>
              </a:spcAft>
              <a:buClr>
                <a:schemeClr val="accent2"/>
              </a:buClr>
              <a:buSzPts val="1600"/>
              <a:buNone/>
              <a:defRPr sz="1600">
                <a:solidFill>
                  <a:schemeClr val="accent2"/>
                </a:solidFill>
              </a:defRPr>
            </a:lvl1pPr>
            <a:lvl2pPr lvl="1" algn="ctr">
              <a:lnSpc>
                <a:spcPct val="100000"/>
              </a:lnSpc>
              <a:spcBef>
                <a:spcPts val="0"/>
              </a:spcBef>
              <a:spcAft>
                <a:spcPts val="0"/>
              </a:spcAft>
              <a:buSzPts val="7000"/>
              <a:buNone/>
              <a:defRPr b="1" sz="7000"/>
            </a:lvl2pPr>
            <a:lvl3pPr lvl="2" algn="ctr">
              <a:lnSpc>
                <a:spcPct val="100000"/>
              </a:lnSpc>
              <a:spcBef>
                <a:spcPts val="0"/>
              </a:spcBef>
              <a:spcAft>
                <a:spcPts val="0"/>
              </a:spcAft>
              <a:buSzPts val="7000"/>
              <a:buNone/>
              <a:defRPr b="1" sz="7000"/>
            </a:lvl3pPr>
            <a:lvl4pPr lvl="3" algn="ctr">
              <a:lnSpc>
                <a:spcPct val="100000"/>
              </a:lnSpc>
              <a:spcBef>
                <a:spcPts val="0"/>
              </a:spcBef>
              <a:spcAft>
                <a:spcPts val="0"/>
              </a:spcAft>
              <a:buSzPts val="7000"/>
              <a:buNone/>
              <a:defRPr b="1" sz="7000"/>
            </a:lvl4pPr>
            <a:lvl5pPr lvl="4" algn="ctr">
              <a:lnSpc>
                <a:spcPct val="100000"/>
              </a:lnSpc>
              <a:spcBef>
                <a:spcPts val="0"/>
              </a:spcBef>
              <a:spcAft>
                <a:spcPts val="0"/>
              </a:spcAft>
              <a:buSzPts val="7000"/>
              <a:buNone/>
              <a:defRPr b="1" sz="7000"/>
            </a:lvl5pPr>
            <a:lvl6pPr lvl="5" algn="ctr">
              <a:lnSpc>
                <a:spcPct val="100000"/>
              </a:lnSpc>
              <a:spcBef>
                <a:spcPts val="0"/>
              </a:spcBef>
              <a:spcAft>
                <a:spcPts val="0"/>
              </a:spcAft>
              <a:buSzPts val="7000"/>
              <a:buNone/>
              <a:defRPr b="1" sz="7000"/>
            </a:lvl6pPr>
            <a:lvl7pPr lvl="6" algn="ctr">
              <a:lnSpc>
                <a:spcPct val="100000"/>
              </a:lnSpc>
              <a:spcBef>
                <a:spcPts val="0"/>
              </a:spcBef>
              <a:spcAft>
                <a:spcPts val="0"/>
              </a:spcAft>
              <a:buSzPts val="7000"/>
              <a:buNone/>
              <a:defRPr b="1" sz="7000"/>
            </a:lvl7pPr>
            <a:lvl8pPr lvl="7" algn="ctr">
              <a:lnSpc>
                <a:spcPct val="100000"/>
              </a:lnSpc>
              <a:spcBef>
                <a:spcPts val="0"/>
              </a:spcBef>
              <a:spcAft>
                <a:spcPts val="0"/>
              </a:spcAft>
              <a:buSzPts val="7000"/>
              <a:buNone/>
              <a:defRPr b="1" sz="7000"/>
            </a:lvl8pPr>
            <a:lvl9pPr lvl="8" algn="ctr">
              <a:lnSpc>
                <a:spcPct val="100000"/>
              </a:lnSpc>
              <a:spcBef>
                <a:spcPts val="0"/>
              </a:spcBef>
              <a:spcAft>
                <a:spcPts val="0"/>
              </a:spcAft>
              <a:buSzPts val="7000"/>
              <a:buNone/>
              <a:defRPr b="1" sz="7000"/>
            </a:lvl9pPr>
          </a:lstStyle>
          <a:p/>
        </p:txBody>
      </p:sp>
      <p:sp>
        <p:nvSpPr>
          <p:cNvPr id="121" name="Google Shape;121;g2d3c537dc00_0_102"/>
          <p:cNvSpPr/>
          <p:nvPr/>
        </p:nvSpPr>
        <p:spPr>
          <a:xfrm>
            <a:off x="966275" y="1168164"/>
            <a:ext cx="2785200" cy="1045200"/>
          </a:xfrm>
          <a:prstGeom prst="roundRect">
            <a:avLst>
              <a:gd fmla="val 3019"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g2d3c537dc00_0_102"/>
          <p:cNvSpPr/>
          <p:nvPr>
            <p:ph idx="3" type="pic"/>
          </p:nvPr>
        </p:nvSpPr>
        <p:spPr>
          <a:xfrm>
            <a:off x="1194874" y="1371653"/>
            <a:ext cx="289200" cy="289200"/>
          </a:xfrm>
          <a:prstGeom prst="rect">
            <a:avLst/>
          </a:prstGeom>
          <a:noFill/>
          <a:ln>
            <a:noFill/>
          </a:ln>
        </p:spPr>
      </p:sp>
      <p:sp>
        <p:nvSpPr>
          <p:cNvPr id="123" name="Google Shape;123;g2d3c537dc00_0_102"/>
          <p:cNvSpPr txBox="1"/>
          <p:nvPr>
            <p:ph idx="4" type="ctrTitle"/>
          </p:nvPr>
        </p:nvSpPr>
        <p:spPr>
          <a:xfrm>
            <a:off x="1703775" y="1423702"/>
            <a:ext cx="1861200" cy="1851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600"/>
              <a:buNone/>
              <a:defRPr sz="1600">
                <a:solidFill>
                  <a:schemeClr val="accent2"/>
                </a:solidFill>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124" name="Google Shape;124;g2d3c537dc00_0_102"/>
          <p:cNvSpPr txBox="1"/>
          <p:nvPr>
            <p:ph idx="5" type="ctrTitle"/>
          </p:nvPr>
        </p:nvSpPr>
        <p:spPr>
          <a:xfrm>
            <a:off x="1703775" y="1719126"/>
            <a:ext cx="1861200" cy="4200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125" name="Google Shape;125;g2d3c537dc00_0_102"/>
          <p:cNvSpPr/>
          <p:nvPr/>
        </p:nvSpPr>
        <p:spPr>
          <a:xfrm>
            <a:off x="966275" y="2458664"/>
            <a:ext cx="2785200" cy="1045200"/>
          </a:xfrm>
          <a:prstGeom prst="roundRect">
            <a:avLst>
              <a:gd fmla="val 3019"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g2d3c537dc00_0_102"/>
          <p:cNvSpPr/>
          <p:nvPr>
            <p:ph idx="6" type="pic"/>
          </p:nvPr>
        </p:nvSpPr>
        <p:spPr>
          <a:xfrm>
            <a:off x="1194874" y="2688312"/>
            <a:ext cx="289200" cy="289200"/>
          </a:xfrm>
          <a:prstGeom prst="rect">
            <a:avLst/>
          </a:prstGeom>
          <a:noFill/>
          <a:ln>
            <a:noFill/>
          </a:ln>
        </p:spPr>
      </p:sp>
      <p:sp>
        <p:nvSpPr>
          <p:cNvPr id="127" name="Google Shape;127;g2d3c537dc00_0_102"/>
          <p:cNvSpPr txBox="1"/>
          <p:nvPr>
            <p:ph idx="7" type="ctrTitle"/>
          </p:nvPr>
        </p:nvSpPr>
        <p:spPr>
          <a:xfrm>
            <a:off x="1703775" y="2714202"/>
            <a:ext cx="1861200" cy="1851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600"/>
              <a:buNone/>
              <a:defRPr sz="1600">
                <a:solidFill>
                  <a:schemeClr val="accent2"/>
                </a:solidFill>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128" name="Google Shape;128;g2d3c537dc00_0_102"/>
          <p:cNvSpPr txBox="1"/>
          <p:nvPr>
            <p:ph idx="8" type="ctrTitle"/>
          </p:nvPr>
        </p:nvSpPr>
        <p:spPr>
          <a:xfrm>
            <a:off x="1703775" y="3009626"/>
            <a:ext cx="1861200" cy="4200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129" name="Google Shape;129;g2d3c537dc00_0_102"/>
          <p:cNvSpPr/>
          <p:nvPr/>
        </p:nvSpPr>
        <p:spPr>
          <a:xfrm>
            <a:off x="966275" y="3749164"/>
            <a:ext cx="2785200" cy="1045200"/>
          </a:xfrm>
          <a:prstGeom prst="roundRect">
            <a:avLst>
              <a:gd fmla="val 3019"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g2d3c537dc00_0_102"/>
          <p:cNvSpPr/>
          <p:nvPr>
            <p:ph idx="9" type="pic"/>
          </p:nvPr>
        </p:nvSpPr>
        <p:spPr>
          <a:xfrm>
            <a:off x="1194874" y="3978825"/>
            <a:ext cx="289200" cy="289200"/>
          </a:xfrm>
          <a:prstGeom prst="rect">
            <a:avLst/>
          </a:prstGeom>
          <a:noFill/>
          <a:ln>
            <a:noFill/>
          </a:ln>
        </p:spPr>
      </p:sp>
      <p:sp>
        <p:nvSpPr>
          <p:cNvPr id="131" name="Google Shape;131;g2d3c537dc00_0_102"/>
          <p:cNvSpPr txBox="1"/>
          <p:nvPr>
            <p:ph idx="13" type="ctrTitle"/>
          </p:nvPr>
        </p:nvSpPr>
        <p:spPr>
          <a:xfrm>
            <a:off x="1703775" y="4004702"/>
            <a:ext cx="1861200" cy="1851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600"/>
              <a:buNone/>
              <a:defRPr sz="1600">
                <a:solidFill>
                  <a:schemeClr val="accent2"/>
                </a:solidFill>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132" name="Google Shape;132;g2d3c537dc00_0_102"/>
          <p:cNvSpPr txBox="1"/>
          <p:nvPr>
            <p:ph idx="14" type="ctrTitle"/>
          </p:nvPr>
        </p:nvSpPr>
        <p:spPr>
          <a:xfrm>
            <a:off x="1703775" y="4300126"/>
            <a:ext cx="1861200" cy="4200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s w/H1">
  <p:cSld name="CUSTOM_5_1">
    <p:bg>
      <p:bgPr>
        <a:solidFill>
          <a:schemeClr val="accent4"/>
        </a:solidFill>
      </p:bgPr>
    </p:bg>
    <p:spTree>
      <p:nvGrpSpPr>
        <p:cNvPr id="133" name="Shape 133"/>
        <p:cNvGrpSpPr/>
        <p:nvPr/>
      </p:nvGrpSpPr>
      <p:grpSpPr>
        <a:xfrm>
          <a:off x="0" y="0"/>
          <a:ext cx="0" cy="0"/>
          <a:chOff x="0" y="0"/>
          <a:chExt cx="0" cy="0"/>
        </a:xfrm>
      </p:grpSpPr>
      <p:sp>
        <p:nvSpPr>
          <p:cNvPr id="134" name="Google Shape;134;g2d3c537dc00_0_117"/>
          <p:cNvSpPr txBox="1"/>
          <p:nvPr>
            <p:ph type="ctrTitle"/>
          </p:nvPr>
        </p:nvSpPr>
        <p:spPr>
          <a:xfrm>
            <a:off x="228200" y="228600"/>
            <a:ext cx="2785200" cy="11640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3100"/>
              <a:buFont typeface="Inter"/>
              <a:buNone/>
              <a:defRPr b="1" sz="3100">
                <a:solidFill>
                  <a:schemeClr val="accent2"/>
                </a:solidFill>
                <a:latin typeface="Inter"/>
                <a:ea typeface="Inter"/>
                <a:cs typeface="Inter"/>
                <a:sym typeface="Inter"/>
              </a:defRPr>
            </a:lvl1pPr>
            <a:lvl2pPr lvl="1" algn="l">
              <a:lnSpc>
                <a:spcPct val="100000"/>
              </a:lnSpc>
              <a:spcBef>
                <a:spcPts val="0"/>
              </a:spcBef>
              <a:spcAft>
                <a:spcPts val="0"/>
              </a:spcAft>
              <a:buSzPts val="3000"/>
              <a:buNone/>
              <a:defRPr b="1" sz="3000"/>
            </a:lvl2pPr>
            <a:lvl3pPr lvl="2" algn="l">
              <a:lnSpc>
                <a:spcPct val="100000"/>
              </a:lnSpc>
              <a:spcBef>
                <a:spcPts val="0"/>
              </a:spcBef>
              <a:spcAft>
                <a:spcPts val="0"/>
              </a:spcAft>
              <a:buSzPts val="3000"/>
              <a:buNone/>
              <a:defRPr b="1" sz="3000"/>
            </a:lvl3pPr>
            <a:lvl4pPr lvl="3" algn="l">
              <a:lnSpc>
                <a:spcPct val="100000"/>
              </a:lnSpc>
              <a:spcBef>
                <a:spcPts val="0"/>
              </a:spcBef>
              <a:spcAft>
                <a:spcPts val="0"/>
              </a:spcAft>
              <a:buSzPts val="3000"/>
              <a:buNone/>
              <a:defRPr b="1" sz="3000"/>
            </a:lvl4pPr>
            <a:lvl5pPr lvl="4" algn="l">
              <a:lnSpc>
                <a:spcPct val="100000"/>
              </a:lnSpc>
              <a:spcBef>
                <a:spcPts val="0"/>
              </a:spcBef>
              <a:spcAft>
                <a:spcPts val="0"/>
              </a:spcAft>
              <a:buSzPts val="3000"/>
              <a:buNone/>
              <a:defRPr b="1" sz="3000"/>
            </a:lvl5pPr>
            <a:lvl6pPr lvl="5" algn="l">
              <a:lnSpc>
                <a:spcPct val="100000"/>
              </a:lnSpc>
              <a:spcBef>
                <a:spcPts val="0"/>
              </a:spcBef>
              <a:spcAft>
                <a:spcPts val="0"/>
              </a:spcAft>
              <a:buSzPts val="3000"/>
              <a:buNone/>
              <a:defRPr b="1" sz="3000"/>
            </a:lvl6pPr>
            <a:lvl7pPr lvl="6" algn="l">
              <a:lnSpc>
                <a:spcPct val="100000"/>
              </a:lnSpc>
              <a:spcBef>
                <a:spcPts val="0"/>
              </a:spcBef>
              <a:spcAft>
                <a:spcPts val="0"/>
              </a:spcAft>
              <a:buSzPts val="3000"/>
              <a:buNone/>
              <a:defRPr b="1" sz="3000"/>
            </a:lvl7pPr>
            <a:lvl8pPr lvl="7" algn="l">
              <a:lnSpc>
                <a:spcPct val="100000"/>
              </a:lnSpc>
              <a:spcBef>
                <a:spcPts val="0"/>
              </a:spcBef>
              <a:spcAft>
                <a:spcPts val="0"/>
              </a:spcAft>
              <a:buSzPts val="3000"/>
              <a:buNone/>
              <a:defRPr b="1" sz="3000"/>
            </a:lvl8pPr>
            <a:lvl9pPr lvl="8" algn="l">
              <a:lnSpc>
                <a:spcPct val="100000"/>
              </a:lnSpc>
              <a:spcBef>
                <a:spcPts val="0"/>
              </a:spcBef>
              <a:spcAft>
                <a:spcPts val="0"/>
              </a:spcAft>
              <a:buSzPts val="3000"/>
              <a:buNone/>
              <a:defRPr b="1" sz="3000"/>
            </a:lvl9pPr>
          </a:lstStyle>
          <a:p/>
        </p:txBody>
      </p:sp>
      <p:sp>
        <p:nvSpPr>
          <p:cNvPr id="135" name="Google Shape;135;g2d3c537dc00_0_117"/>
          <p:cNvSpPr/>
          <p:nvPr/>
        </p:nvSpPr>
        <p:spPr>
          <a:xfrm>
            <a:off x="3179350" y="2643975"/>
            <a:ext cx="2785200" cy="22710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g2d3c537dc00_0_117"/>
          <p:cNvSpPr/>
          <p:nvPr/>
        </p:nvSpPr>
        <p:spPr>
          <a:xfrm>
            <a:off x="6130500" y="2643975"/>
            <a:ext cx="2785200" cy="22710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g2d3c537dc00_0_117"/>
          <p:cNvSpPr/>
          <p:nvPr/>
        </p:nvSpPr>
        <p:spPr>
          <a:xfrm>
            <a:off x="3179350" y="228600"/>
            <a:ext cx="2785200" cy="22710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g2d3c537dc00_0_117"/>
          <p:cNvSpPr/>
          <p:nvPr/>
        </p:nvSpPr>
        <p:spPr>
          <a:xfrm>
            <a:off x="6130500" y="228600"/>
            <a:ext cx="2785200" cy="22710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g2d3c537dc00_0_117"/>
          <p:cNvSpPr txBox="1"/>
          <p:nvPr>
            <p:ph idx="2" type="ctrTitle"/>
          </p:nvPr>
        </p:nvSpPr>
        <p:spPr>
          <a:xfrm>
            <a:off x="228600" y="1670925"/>
            <a:ext cx="2047500" cy="16356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300"/>
              <a:buNone/>
              <a:defRPr sz="1300">
                <a:solidFill>
                  <a:schemeClr val="accent2"/>
                </a:solidFill>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140" name="Google Shape;140;g2d3c537dc00_0_117"/>
          <p:cNvSpPr/>
          <p:nvPr>
            <p:ph idx="3" type="pic"/>
          </p:nvPr>
        </p:nvSpPr>
        <p:spPr>
          <a:xfrm>
            <a:off x="3318474" y="484249"/>
            <a:ext cx="314100" cy="314100"/>
          </a:xfrm>
          <a:prstGeom prst="rect">
            <a:avLst/>
          </a:prstGeom>
          <a:noFill/>
          <a:ln>
            <a:noFill/>
          </a:ln>
        </p:spPr>
      </p:sp>
      <p:sp>
        <p:nvSpPr>
          <p:cNvPr id="141" name="Google Shape;141;g2d3c537dc00_0_117"/>
          <p:cNvSpPr txBox="1"/>
          <p:nvPr>
            <p:ph idx="4" type="ctrTitle"/>
          </p:nvPr>
        </p:nvSpPr>
        <p:spPr>
          <a:xfrm>
            <a:off x="3318476" y="915109"/>
            <a:ext cx="2399700" cy="3234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2000"/>
              <a:buNone/>
              <a:defRPr sz="2000">
                <a:solidFill>
                  <a:schemeClr val="accent2"/>
                </a:solidFill>
              </a:defRPr>
            </a:lvl1pPr>
            <a:lvl2pPr lvl="1" algn="l">
              <a:lnSpc>
                <a:spcPct val="100000"/>
              </a:lnSpc>
              <a:spcBef>
                <a:spcPts val="0"/>
              </a:spcBef>
              <a:spcAft>
                <a:spcPts val="0"/>
              </a:spcAft>
              <a:buSzPts val="2000"/>
              <a:buNone/>
              <a:defRPr b="1" sz="2000"/>
            </a:lvl2pPr>
            <a:lvl3pPr lvl="2" algn="l">
              <a:lnSpc>
                <a:spcPct val="100000"/>
              </a:lnSpc>
              <a:spcBef>
                <a:spcPts val="0"/>
              </a:spcBef>
              <a:spcAft>
                <a:spcPts val="0"/>
              </a:spcAft>
              <a:buSzPts val="2000"/>
              <a:buNone/>
              <a:defRPr b="1" sz="2000"/>
            </a:lvl3pPr>
            <a:lvl4pPr lvl="3" algn="l">
              <a:lnSpc>
                <a:spcPct val="100000"/>
              </a:lnSpc>
              <a:spcBef>
                <a:spcPts val="0"/>
              </a:spcBef>
              <a:spcAft>
                <a:spcPts val="0"/>
              </a:spcAft>
              <a:buSzPts val="2000"/>
              <a:buNone/>
              <a:defRPr b="1" sz="2000"/>
            </a:lvl4pPr>
            <a:lvl5pPr lvl="4" algn="l">
              <a:lnSpc>
                <a:spcPct val="100000"/>
              </a:lnSpc>
              <a:spcBef>
                <a:spcPts val="0"/>
              </a:spcBef>
              <a:spcAft>
                <a:spcPts val="0"/>
              </a:spcAft>
              <a:buSzPts val="2000"/>
              <a:buNone/>
              <a:defRPr b="1" sz="2000"/>
            </a:lvl5pPr>
            <a:lvl6pPr lvl="5" algn="l">
              <a:lnSpc>
                <a:spcPct val="100000"/>
              </a:lnSpc>
              <a:spcBef>
                <a:spcPts val="0"/>
              </a:spcBef>
              <a:spcAft>
                <a:spcPts val="0"/>
              </a:spcAft>
              <a:buSzPts val="2000"/>
              <a:buNone/>
              <a:defRPr b="1" sz="2000"/>
            </a:lvl6pPr>
            <a:lvl7pPr lvl="6" algn="l">
              <a:lnSpc>
                <a:spcPct val="100000"/>
              </a:lnSpc>
              <a:spcBef>
                <a:spcPts val="0"/>
              </a:spcBef>
              <a:spcAft>
                <a:spcPts val="0"/>
              </a:spcAft>
              <a:buSzPts val="2000"/>
              <a:buNone/>
              <a:defRPr b="1" sz="2000"/>
            </a:lvl7pPr>
            <a:lvl8pPr lvl="7" algn="l">
              <a:lnSpc>
                <a:spcPct val="100000"/>
              </a:lnSpc>
              <a:spcBef>
                <a:spcPts val="0"/>
              </a:spcBef>
              <a:spcAft>
                <a:spcPts val="0"/>
              </a:spcAft>
              <a:buSzPts val="2000"/>
              <a:buNone/>
              <a:defRPr b="1" sz="2000"/>
            </a:lvl8pPr>
            <a:lvl9pPr lvl="8" algn="l">
              <a:lnSpc>
                <a:spcPct val="100000"/>
              </a:lnSpc>
              <a:spcBef>
                <a:spcPts val="0"/>
              </a:spcBef>
              <a:spcAft>
                <a:spcPts val="0"/>
              </a:spcAft>
              <a:buSzPts val="2000"/>
              <a:buNone/>
              <a:defRPr b="1" sz="2000"/>
            </a:lvl9pPr>
          </a:lstStyle>
          <a:p/>
        </p:txBody>
      </p:sp>
      <p:sp>
        <p:nvSpPr>
          <p:cNvPr id="142" name="Google Shape;142;g2d3c537dc00_0_117"/>
          <p:cNvSpPr/>
          <p:nvPr>
            <p:ph idx="5" type="pic"/>
          </p:nvPr>
        </p:nvSpPr>
        <p:spPr>
          <a:xfrm>
            <a:off x="3318474" y="2917305"/>
            <a:ext cx="314100" cy="314100"/>
          </a:xfrm>
          <a:prstGeom prst="rect">
            <a:avLst/>
          </a:prstGeom>
          <a:noFill/>
          <a:ln>
            <a:noFill/>
          </a:ln>
        </p:spPr>
      </p:sp>
      <p:sp>
        <p:nvSpPr>
          <p:cNvPr id="143" name="Google Shape;143;g2d3c537dc00_0_117"/>
          <p:cNvSpPr txBox="1"/>
          <p:nvPr>
            <p:ph idx="6" type="ctrTitle"/>
          </p:nvPr>
        </p:nvSpPr>
        <p:spPr>
          <a:xfrm>
            <a:off x="3318476" y="3344909"/>
            <a:ext cx="2399700" cy="3234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2000"/>
              <a:buNone/>
              <a:defRPr sz="2000">
                <a:solidFill>
                  <a:schemeClr val="accent2"/>
                </a:solidFill>
              </a:defRPr>
            </a:lvl1pPr>
            <a:lvl2pPr lvl="1" algn="l">
              <a:lnSpc>
                <a:spcPct val="100000"/>
              </a:lnSpc>
              <a:spcBef>
                <a:spcPts val="0"/>
              </a:spcBef>
              <a:spcAft>
                <a:spcPts val="0"/>
              </a:spcAft>
              <a:buSzPts val="2000"/>
              <a:buNone/>
              <a:defRPr b="1" sz="2000"/>
            </a:lvl2pPr>
            <a:lvl3pPr lvl="2" algn="l">
              <a:lnSpc>
                <a:spcPct val="100000"/>
              </a:lnSpc>
              <a:spcBef>
                <a:spcPts val="0"/>
              </a:spcBef>
              <a:spcAft>
                <a:spcPts val="0"/>
              </a:spcAft>
              <a:buSzPts val="2000"/>
              <a:buNone/>
              <a:defRPr b="1" sz="2000"/>
            </a:lvl3pPr>
            <a:lvl4pPr lvl="3" algn="l">
              <a:lnSpc>
                <a:spcPct val="100000"/>
              </a:lnSpc>
              <a:spcBef>
                <a:spcPts val="0"/>
              </a:spcBef>
              <a:spcAft>
                <a:spcPts val="0"/>
              </a:spcAft>
              <a:buSzPts val="2000"/>
              <a:buNone/>
              <a:defRPr b="1" sz="2000"/>
            </a:lvl4pPr>
            <a:lvl5pPr lvl="4" algn="l">
              <a:lnSpc>
                <a:spcPct val="100000"/>
              </a:lnSpc>
              <a:spcBef>
                <a:spcPts val="0"/>
              </a:spcBef>
              <a:spcAft>
                <a:spcPts val="0"/>
              </a:spcAft>
              <a:buSzPts val="2000"/>
              <a:buNone/>
              <a:defRPr b="1" sz="2000"/>
            </a:lvl5pPr>
            <a:lvl6pPr lvl="5" algn="l">
              <a:lnSpc>
                <a:spcPct val="100000"/>
              </a:lnSpc>
              <a:spcBef>
                <a:spcPts val="0"/>
              </a:spcBef>
              <a:spcAft>
                <a:spcPts val="0"/>
              </a:spcAft>
              <a:buSzPts val="2000"/>
              <a:buNone/>
              <a:defRPr b="1" sz="2000"/>
            </a:lvl6pPr>
            <a:lvl7pPr lvl="6" algn="l">
              <a:lnSpc>
                <a:spcPct val="100000"/>
              </a:lnSpc>
              <a:spcBef>
                <a:spcPts val="0"/>
              </a:spcBef>
              <a:spcAft>
                <a:spcPts val="0"/>
              </a:spcAft>
              <a:buSzPts val="2000"/>
              <a:buNone/>
              <a:defRPr b="1" sz="2000"/>
            </a:lvl7pPr>
            <a:lvl8pPr lvl="7" algn="l">
              <a:lnSpc>
                <a:spcPct val="100000"/>
              </a:lnSpc>
              <a:spcBef>
                <a:spcPts val="0"/>
              </a:spcBef>
              <a:spcAft>
                <a:spcPts val="0"/>
              </a:spcAft>
              <a:buSzPts val="2000"/>
              <a:buNone/>
              <a:defRPr b="1" sz="2000"/>
            </a:lvl8pPr>
            <a:lvl9pPr lvl="8" algn="l">
              <a:lnSpc>
                <a:spcPct val="100000"/>
              </a:lnSpc>
              <a:spcBef>
                <a:spcPts val="0"/>
              </a:spcBef>
              <a:spcAft>
                <a:spcPts val="0"/>
              </a:spcAft>
              <a:buSzPts val="2000"/>
              <a:buNone/>
              <a:defRPr b="1" sz="2000"/>
            </a:lvl9pPr>
          </a:lstStyle>
          <a:p/>
        </p:txBody>
      </p:sp>
      <p:sp>
        <p:nvSpPr>
          <p:cNvPr id="144" name="Google Shape;144;g2d3c537dc00_0_117"/>
          <p:cNvSpPr txBox="1"/>
          <p:nvPr>
            <p:ph idx="7" type="ctrTitle"/>
          </p:nvPr>
        </p:nvSpPr>
        <p:spPr>
          <a:xfrm>
            <a:off x="3318476" y="3937455"/>
            <a:ext cx="2399700" cy="7341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145" name="Google Shape;145;g2d3c537dc00_0_117"/>
          <p:cNvSpPr/>
          <p:nvPr>
            <p:ph idx="8" type="pic"/>
          </p:nvPr>
        </p:nvSpPr>
        <p:spPr>
          <a:xfrm>
            <a:off x="6311180" y="484249"/>
            <a:ext cx="314100" cy="314100"/>
          </a:xfrm>
          <a:prstGeom prst="rect">
            <a:avLst/>
          </a:prstGeom>
          <a:noFill/>
          <a:ln>
            <a:noFill/>
          </a:ln>
        </p:spPr>
      </p:sp>
      <p:sp>
        <p:nvSpPr>
          <p:cNvPr id="146" name="Google Shape;146;g2d3c537dc00_0_117"/>
          <p:cNvSpPr txBox="1"/>
          <p:nvPr>
            <p:ph idx="9" type="ctrTitle"/>
          </p:nvPr>
        </p:nvSpPr>
        <p:spPr>
          <a:xfrm>
            <a:off x="6281276" y="915109"/>
            <a:ext cx="2399700" cy="3234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2000"/>
              <a:buNone/>
              <a:defRPr sz="2000">
                <a:solidFill>
                  <a:schemeClr val="accent2"/>
                </a:solidFill>
              </a:defRPr>
            </a:lvl1pPr>
            <a:lvl2pPr lvl="1" algn="l">
              <a:lnSpc>
                <a:spcPct val="100000"/>
              </a:lnSpc>
              <a:spcBef>
                <a:spcPts val="0"/>
              </a:spcBef>
              <a:spcAft>
                <a:spcPts val="0"/>
              </a:spcAft>
              <a:buSzPts val="2000"/>
              <a:buNone/>
              <a:defRPr b="1" sz="2000"/>
            </a:lvl2pPr>
            <a:lvl3pPr lvl="2" algn="l">
              <a:lnSpc>
                <a:spcPct val="100000"/>
              </a:lnSpc>
              <a:spcBef>
                <a:spcPts val="0"/>
              </a:spcBef>
              <a:spcAft>
                <a:spcPts val="0"/>
              </a:spcAft>
              <a:buSzPts val="2000"/>
              <a:buNone/>
              <a:defRPr b="1" sz="2000"/>
            </a:lvl3pPr>
            <a:lvl4pPr lvl="3" algn="l">
              <a:lnSpc>
                <a:spcPct val="100000"/>
              </a:lnSpc>
              <a:spcBef>
                <a:spcPts val="0"/>
              </a:spcBef>
              <a:spcAft>
                <a:spcPts val="0"/>
              </a:spcAft>
              <a:buSzPts val="2000"/>
              <a:buNone/>
              <a:defRPr b="1" sz="2000"/>
            </a:lvl4pPr>
            <a:lvl5pPr lvl="4" algn="l">
              <a:lnSpc>
                <a:spcPct val="100000"/>
              </a:lnSpc>
              <a:spcBef>
                <a:spcPts val="0"/>
              </a:spcBef>
              <a:spcAft>
                <a:spcPts val="0"/>
              </a:spcAft>
              <a:buSzPts val="2000"/>
              <a:buNone/>
              <a:defRPr b="1" sz="2000"/>
            </a:lvl5pPr>
            <a:lvl6pPr lvl="5" algn="l">
              <a:lnSpc>
                <a:spcPct val="100000"/>
              </a:lnSpc>
              <a:spcBef>
                <a:spcPts val="0"/>
              </a:spcBef>
              <a:spcAft>
                <a:spcPts val="0"/>
              </a:spcAft>
              <a:buSzPts val="2000"/>
              <a:buNone/>
              <a:defRPr b="1" sz="2000"/>
            </a:lvl6pPr>
            <a:lvl7pPr lvl="6" algn="l">
              <a:lnSpc>
                <a:spcPct val="100000"/>
              </a:lnSpc>
              <a:spcBef>
                <a:spcPts val="0"/>
              </a:spcBef>
              <a:spcAft>
                <a:spcPts val="0"/>
              </a:spcAft>
              <a:buSzPts val="2000"/>
              <a:buNone/>
              <a:defRPr b="1" sz="2000"/>
            </a:lvl7pPr>
            <a:lvl8pPr lvl="7" algn="l">
              <a:lnSpc>
                <a:spcPct val="100000"/>
              </a:lnSpc>
              <a:spcBef>
                <a:spcPts val="0"/>
              </a:spcBef>
              <a:spcAft>
                <a:spcPts val="0"/>
              </a:spcAft>
              <a:buSzPts val="2000"/>
              <a:buNone/>
              <a:defRPr b="1" sz="2000"/>
            </a:lvl8pPr>
            <a:lvl9pPr lvl="8" algn="l">
              <a:lnSpc>
                <a:spcPct val="100000"/>
              </a:lnSpc>
              <a:spcBef>
                <a:spcPts val="0"/>
              </a:spcBef>
              <a:spcAft>
                <a:spcPts val="0"/>
              </a:spcAft>
              <a:buSzPts val="2000"/>
              <a:buNone/>
              <a:defRPr b="1" sz="2000"/>
            </a:lvl9pPr>
          </a:lstStyle>
          <a:p/>
        </p:txBody>
      </p:sp>
      <p:sp>
        <p:nvSpPr>
          <p:cNvPr id="147" name="Google Shape;147;g2d3c537dc00_0_117"/>
          <p:cNvSpPr txBox="1"/>
          <p:nvPr>
            <p:ph idx="13" type="ctrTitle"/>
          </p:nvPr>
        </p:nvSpPr>
        <p:spPr>
          <a:xfrm>
            <a:off x="6281276" y="1507655"/>
            <a:ext cx="2399700" cy="7341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148" name="Google Shape;148;g2d3c537dc00_0_117"/>
          <p:cNvSpPr/>
          <p:nvPr>
            <p:ph idx="14" type="pic"/>
          </p:nvPr>
        </p:nvSpPr>
        <p:spPr>
          <a:xfrm>
            <a:off x="6311180" y="2917305"/>
            <a:ext cx="314100" cy="314100"/>
          </a:xfrm>
          <a:prstGeom prst="rect">
            <a:avLst/>
          </a:prstGeom>
          <a:noFill/>
          <a:ln>
            <a:noFill/>
          </a:ln>
        </p:spPr>
      </p:sp>
      <p:sp>
        <p:nvSpPr>
          <p:cNvPr id="149" name="Google Shape;149;g2d3c537dc00_0_117"/>
          <p:cNvSpPr txBox="1"/>
          <p:nvPr>
            <p:ph idx="15" type="ctrTitle"/>
          </p:nvPr>
        </p:nvSpPr>
        <p:spPr>
          <a:xfrm>
            <a:off x="6281276" y="3344909"/>
            <a:ext cx="2399700" cy="3234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2000"/>
              <a:buNone/>
              <a:defRPr sz="2000">
                <a:solidFill>
                  <a:schemeClr val="accent2"/>
                </a:solidFill>
              </a:defRPr>
            </a:lvl1pPr>
            <a:lvl2pPr lvl="1" algn="l">
              <a:lnSpc>
                <a:spcPct val="100000"/>
              </a:lnSpc>
              <a:spcBef>
                <a:spcPts val="0"/>
              </a:spcBef>
              <a:spcAft>
                <a:spcPts val="0"/>
              </a:spcAft>
              <a:buSzPts val="2000"/>
              <a:buNone/>
              <a:defRPr b="1" sz="2000"/>
            </a:lvl2pPr>
            <a:lvl3pPr lvl="2" algn="l">
              <a:lnSpc>
                <a:spcPct val="100000"/>
              </a:lnSpc>
              <a:spcBef>
                <a:spcPts val="0"/>
              </a:spcBef>
              <a:spcAft>
                <a:spcPts val="0"/>
              </a:spcAft>
              <a:buSzPts val="2000"/>
              <a:buNone/>
              <a:defRPr b="1" sz="2000"/>
            </a:lvl3pPr>
            <a:lvl4pPr lvl="3" algn="l">
              <a:lnSpc>
                <a:spcPct val="100000"/>
              </a:lnSpc>
              <a:spcBef>
                <a:spcPts val="0"/>
              </a:spcBef>
              <a:spcAft>
                <a:spcPts val="0"/>
              </a:spcAft>
              <a:buSzPts val="2000"/>
              <a:buNone/>
              <a:defRPr b="1" sz="2000"/>
            </a:lvl4pPr>
            <a:lvl5pPr lvl="4" algn="l">
              <a:lnSpc>
                <a:spcPct val="100000"/>
              </a:lnSpc>
              <a:spcBef>
                <a:spcPts val="0"/>
              </a:spcBef>
              <a:spcAft>
                <a:spcPts val="0"/>
              </a:spcAft>
              <a:buSzPts val="2000"/>
              <a:buNone/>
              <a:defRPr b="1" sz="2000"/>
            </a:lvl5pPr>
            <a:lvl6pPr lvl="5" algn="l">
              <a:lnSpc>
                <a:spcPct val="100000"/>
              </a:lnSpc>
              <a:spcBef>
                <a:spcPts val="0"/>
              </a:spcBef>
              <a:spcAft>
                <a:spcPts val="0"/>
              </a:spcAft>
              <a:buSzPts val="2000"/>
              <a:buNone/>
              <a:defRPr b="1" sz="2000"/>
            </a:lvl6pPr>
            <a:lvl7pPr lvl="6" algn="l">
              <a:lnSpc>
                <a:spcPct val="100000"/>
              </a:lnSpc>
              <a:spcBef>
                <a:spcPts val="0"/>
              </a:spcBef>
              <a:spcAft>
                <a:spcPts val="0"/>
              </a:spcAft>
              <a:buSzPts val="2000"/>
              <a:buNone/>
              <a:defRPr b="1" sz="2000"/>
            </a:lvl7pPr>
            <a:lvl8pPr lvl="7" algn="l">
              <a:lnSpc>
                <a:spcPct val="100000"/>
              </a:lnSpc>
              <a:spcBef>
                <a:spcPts val="0"/>
              </a:spcBef>
              <a:spcAft>
                <a:spcPts val="0"/>
              </a:spcAft>
              <a:buSzPts val="2000"/>
              <a:buNone/>
              <a:defRPr b="1" sz="2000"/>
            </a:lvl8pPr>
            <a:lvl9pPr lvl="8" algn="l">
              <a:lnSpc>
                <a:spcPct val="100000"/>
              </a:lnSpc>
              <a:spcBef>
                <a:spcPts val="0"/>
              </a:spcBef>
              <a:spcAft>
                <a:spcPts val="0"/>
              </a:spcAft>
              <a:buSzPts val="2000"/>
              <a:buNone/>
              <a:defRPr b="1" sz="2000"/>
            </a:lvl9pPr>
          </a:lstStyle>
          <a:p/>
        </p:txBody>
      </p:sp>
      <p:sp>
        <p:nvSpPr>
          <p:cNvPr id="150" name="Google Shape;150;g2d3c537dc00_0_117"/>
          <p:cNvSpPr txBox="1"/>
          <p:nvPr>
            <p:ph idx="16" type="ctrTitle"/>
          </p:nvPr>
        </p:nvSpPr>
        <p:spPr>
          <a:xfrm>
            <a:off x="6281276" y="3937455"/>
            <a:ext cx="2399700" cy="7341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151" name="Google Shape;151;g2d3c537dc00_0_117"/>
          <p:cNvSpPr txBox="1"/>
          <p:nvPr>
            <p:ph idx="17" type="ctrTitle"/>
          </p:nvPr>
        </p:nvSpPr>
        <p:spPr>
          <a:xfrm>
            <a:off x="3318476" y="1515455"/>
            <a:ext cx="2399700" cy="7341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w/Special H1 vertical">
  <p:cSld name="CUSTOM_6">
    <p:spTree>
      <p:nvGrpSpPr>
        <p:cNvPr id="152" name="Shape 152"/>
        <p:cNvGrpSpPr/>
        <p:nvPr/>
      </p:nvGrpSpPr>
      <p:grpSpPr>
        <a:xfrm>
          <a:off x="0" y="0"/>
          <a:ext cx="0" cy="0"/>
          <a:chOff x="0" y="0"/>
          <a:chExt cx="0" cy="0"/>
        </a:xfrm>
      </p:grpSpPr>
      <p:sp>
        <p:nvSpPr>
          <p:cNvPr id="153" name="Google Shape;153;g2d3c537dc00_0_136"/>
          <p:cNvSpPr txBox="1"/>
          <p:nvPr>
            <p:ph type="ctrTitle"/>
          </p:nvPr>
        </p:nvSpPr>
        <p:spPr>
          <a:xfrm>
            <a:off x="228600" y="228600"/>
            <a:ext cx="3522900" cy="11733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4900"/>
              <a:buFont typeface="Inter"/>
              <a:buNone/>
              <a:defRPr b="1" sz="49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154" name="Google Shape;154;g2d3c537dc00_0_136"/>
          <p:cNvSpPr txBox="1"/>
          <p:nvPr>
            <p:ph idx="2" type="ctrTitle"/>
          </p:nvPr>
        </p:nvSpPr>
        <p:spPr>
          <a:xfrm>
            <a:off x="228600" y="1650975"/>
            <a:ext cx="3522900" cy="32640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300"/>
              <a:buNone/>
              <a:defRPr sz="1300">
                <a:solidFill>
                  <a:schemeClr val="accent2"/>
                </a:solidFill>
              </a:defRPr>
            </a:lvl1pPr>
            <a:lvl2pPr lvl="1" algn="l">
              <a:lnSpc>
                <a:spcPct val="100000"/>
              </a:lnSpc>
              <a:spcBef>
                <a:spcPts val="0"/>
              </a:spcBef>
              <a:spcAft>
                <a:spcPts val="0"/>
              </a:spcAft>
              <a:buSzPts val="1300"/>
              <a:buNone/>
              <a:defRPr b="1" sz="1300"/>
            </a:lvl2pPr>
            <a:lvl3pPr lvl="2" algn="l">
              <a:lnSpc>
                <a:spcPct val="100000"/>
              </a:lnSpc>
              <a:spcBef>
                <a:spcPts val="0"/>
              </a:spcBef>
              <a:spcAft>
                <a:spcPts val="0"/>
              </a:spcAft>
              <a:buSzPts val="1300"/>
              <a:buNone/>
              <a:defRPr b="1" sz="1300"/>
            </a:lvl3pPr>
            <a:lvl4pPr lvl="3" algn="l">
              <a:lnSpc>
                <a:spcPct val="100000"/>
              </a:lnSpc>
              <a:spcBef>
                <a:spcPts val="0"/>
              </a:spcBef>
              <a:spcAft>
                <a:spcPts val="0"/>
              </a:spcAft>
              <a:buSzPts val="1300"/>
              <a:buNone/>
              <a:defRPr b="1" sz="1300"/>
            </a:lvl4pPr>
            <a:lvl5pPr lvl="4" algn="l">
              <a:lnSpc>
                <a:spcPct val="100000"/>
              </a:lnSpc>
              <a:spcBef>
                <a:spcPts val="0"/>
              </a:spcBef>
              <a:spcAft>
                <a:spcPts val="0"/>
              </a:spcAft>
              <a:buSzPts val="1300"/>
              <a:buNone/>
              <a:defRPr b="1" sz="1300"/>
            </a:lvl5pPr>
            <a:lvl6pPr lvl="5" algn="l">
              <a:lnSpc>
                <a:spcPct val="100000"/>
              </a:lnSpc>
              <a:spcBef>
                <a:spcPts val="0"/>
              </a:spcBef>
              <a:spcAft>
                <a:spcPts val="0"/>
              </a:spcAft>
              <a:buSzPts val="1300"/>
              <a:buNone/>
              <a:defRPr b="1" sz="1300"/>
            </a:lvl6pPr>
            <a:lvl7pPr lvl="6" algn="l">
              <a:lnSpc>
                <a:spcPct val="100000"/>
              </a:lnSpc>
              <a:spcBef>
                <a:spcPts val="0"/>
              </a:spcBef>
              <a:spcAft>
                <a:spcPts val="0"/>
              </a:spcAft>
              <a:buSzPts val="1300"/>
              <a:buNone/>
              <a:defRPr b="1" sz="1300"/>
            </a:lvl7pPr>
            <a:lvl8pPr lvl="7" algn="l">
              <a:lnSpc>
                <a:spcPct val="100000"/>
              </a:lnSpc>
              <a:spcBef>
                <a:spcPts val="0"/>
              </a:spcBef>
              <a:spcAft>
                <a:spcPts val="0"/>
              </a:spcAft>
              <a:buSzPts val="1300"/>
              <a:buNone/>
              <a:defRPr b="1" sz="1300"/>
            </a:lvl8pPr>
            <a:lvl9pPr lvl="8" algn="l">
              <a:lnSpc>
                <a:spcPct val="100000"/>
              </a:lnSpc>
              <a:spcBef>
                <a:spcPts val="0"/>
              </a:spcBef>
              <a:spcAft>
                <a:spcPts val="0"/>
              </a:spcAft>
              <a:buSzPts val="1300"/>
              <a:buNone/>
              <a:defRPr b="1" sz="1300"/>
            </a:lvl9pPr>
          </a:lstStyle>
          <a:p/>
        </p:txBody>
      </p:sp>
      <p:sp>
        <p:nvSpPr>
          <p:cNvPr id="155" name="Google Shape;155;g2d3c537dc00_0_136"/>
          <p:cNvSpPr/>
          <p:nvPr/>
        </p:nvSpPr>
        <p:spPr>
          <a:xfrm>
            <a:off x="3179350" y="4350"/>
            <a:ext cx="5964600" cy="51348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g2d3c537dc00_0_136"/>
          <p:cNvSpPr/>
          <p:nvPr/>
        </p:nvSpPr>
        <p:spPr>
          <a:xfrm>
            <a:off x="3917025" y="405375"/>
            <a:ext cx="4260600" cy="12456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g2d3c537dc00_0_136"/>
          <p:cNvSpPr/>
          <p:nvPr/>
        </p:nvSpPr>
        <p:spPr>
          <a:xfrm>
            <a:off x="3917025" y="1948963"/>
            <a:ext cx="4260600" cy="12456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g2d3c537dc00_0_136"/>
          <p:cNvSpPr/>
          <p:nvPr/>
        </p:nvSpPr>
        <p:spPr>
          <a:xfrm>
            <a:off x="3917025" y="3492551"/>
            <a:ext cx="4260600" cy="12456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g2d3c537dc00_0_136"/>
          <p:cNvSpPr/>
          <p:nvPr>
            <p:ph idx="3" type="pic"/>
          </p:nvPr>
        </p:nvSpPr>
        <p:spPr>
          <a:xfrm>
            <a:off x="4236300" y="833325"/>
            <a:ext cx="363900" cy="364200"/>
          </a:xfrm>
          <a:prstGeom prst="rect">
            <a:avLst/>
          </a:prstGeom>
          <a:noFill/>
          <a:ln>
            <a:noFill/>
          </a:ln>
        </p:spPr>
      </p:sp>
      <p:sp>
        <p:nvSpPr>
          <p:cNvPr id="160" name="Google Shape;160;g2d3c537dc00_0_136"/>
          <p:cNvSpPr/>
          <p:nvPr>
            <p:ph idx="4" type="pic"/>
          </p:nvPr>
        </p:nvSpPr>
        <p:spPr>
          <a:xfrm>
            <a:off x="4236300" y="2389671"/>
            <a:ext cx="363900" cy="364200"/>
          </a:xfrm>
          <a:prstGeom prst="rect">
            <a:avLst/>
          </a:prstGeom>
          <a:noFill/>
          <a:ln>
            <a:noFill/>
          </a:ln>
        </p:spPr>
      </p:sp>
      <p:sp>
        <p:nvSpPr>
          <p:cNvPr id="161" name="Google Shape;161;g2d3c537dc00_0_136"/>
          <p:cNvSpPr/>
          <p:nvPr>
            <p:ph idx="5" type="pic"/>
          </p:nvPr>
        </p:nvSpPr>
        <p:spPr>
          <a:xfrm>
            <a:off x="4236300" y="3933208"/>
            <a:ext cx="363900" cy="364200"/>
          </a:xfrm>
          <a:prstGeom prst="rect">
            <a:avLst/>
          </a:prstGeom>
          <a:noFill/>
          <a:ln>
            <a:noFill/>
          </a:ln>
        </p:spPr>
      </p:sp>
      <p:sp>
        <p:nvSpPr>
          <p:cNvPr id="162" name="Google Shape;162;g2d3c537dc00_0_136"/>
          <p:cNvSpPr txBox="1"/>
          <p:nvPr>
            <p:ph idx="6" type="ctrTitle"/>
          </p:nvPr>
        </p:nvSpPr>
        <p:spPr>
          <a:xfrm>
            <a:off x="4974000" y="757150"/>
            <a:ext cx="2593200" cy="542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2"/>
              </a:buClr>
              <a:buSzPts val="2000"/>
              <a:buFont typeface="Inter"/>
              <a:buNone/>
              <a:defRPr b="1" sz="2000">
                <a:solidFill>
                  <a:schemeClr val="accent2"/>
                </a:solidFill>
                <a:latin typeface="Inter"/>
                <a:ea typeface="Inter"/>
                <a:cs typeface="Inter"/>
                <a:sym typeface="Inter"/>
              </a:defRPr>
            </a:lvl1pPr>
            <a:lvl2pPr lvl="1" algn="l">
              <a:lnSpc>
                <a:spcPct val="115000"/>
              </a:lnSpc>
              <a:spcBef>
                <a:spcPts val="0"/>
              </a:spcBef>
              <a:spcAft>
                <a:spcPts val="0"/>
              </a:spcAft>
              <a:buSzPts val="2000"/>
              <a:buNone/>
              <a:defRPr b="1" sz="2000"/>
            </a:lvl2pPr>
            <a:lvl3pPr lvl="2" algn="l">
              <a:lnSpc>
                <a:spcPct val="115000"/>
              </a:lnSpc>
              <a:spcBef>
                <a:spcPts val="0"/>
              </a:spcBef>
              <a:spcAft>
                <a:spcPts val="0"/>
              </a:spcAft>
              <a:buSzPts val="2000"/>
              <a:buNone/>
              <a:defRPr b="1" sz="2000"/>
            </a:lvl3pPr>
            <a:lvl4pPr lvl="3" algn="l">
              <a:lnSpc>
                <a:spcPct val="115000"/>
              </a:lnSpc>
              <a:spcBef>
                <a:spcPts val="0"/>
              </a:spcBef>
              <a:spcAft>
                <a:spcPts val="0"/>
              </a:spcAft>
              <a:buSzPts val="2000"/>
              <a:buNone/>
              <a:defRPr b="1" sz="2000"/>
            </a:lvl4pPr>
            <a:lvl5pPr lvl="4" algn="l">
              <a:lnSpc>
                <a:spcPct val="115000"/>
              </a:lnSpc>
              <a:spcBef>
                <a:spcPts val="0"/>
              </a:spcBef>
              <a:spcAft>
                <a:spcPts val="0"/>
              </a:spcAft>
              <a:buSzPts val="2000"/>
              <a:buNone/>
              <a:defRPr b="1" sz="2000"/>
            </a:lvl5pPr>
            <a:lvl6pPr lvl="5" algn="l">
              <a:lnSpc>
                <a:spcPct val="115000"/>
              </a:lnSpc>
              <a:spcBef>
                <a:spcPts val="0"/>
              </a:spcBef>
              <a:spcAft>
                <a:spcPts val="0"/>
              </a:spcAft>
              <a:buSzPts val="2000"/>
              <a:buNone/>
              <a:defRPr b="1" sz="2000"/>
            </a:lvl6pPr>
            <a:lvl7pPr lvl="6" algn="l">
              <a:lnSpc>
                <a:spcPct val="115000"/>
              </a:lnSpc>
              <a:spcBef>
                <a:spcPts val="0"/>
              </a:spcBef>
              <a:spcAft>
                <a:spcPts val="0"/>
              </a:spcAft>
              <a:buSzPts val="2000"/>
              <a:buNone/>
              <a:defRPr b="1" sz="2000"/>
            </a:lvl7pPr>
            <a:lvl8pPr lvl="7" algn="l">
              <a:lnSpc>
                <a:spcPct val="115000"/>
              </a:lnSpc>
              <a:spcBef>
                <a:spcPts val="0"/>
              </a:spcBef>
              <a:spcAft>
                <a:spcPts val="0"/>
              </a:spcAft>
              <a:buSzPts val="2000"/>
              <a:buNone/>
              <a:defRPr b="1" sz="2000"/>
            </a:lvl8pPr>
            <a:lvl9pPr lvl="8" algn="l">
              <a:lnSpc>
                <a:spcPct val="115000"/>
              </a:lnSpc>
              <a:spcBef>
                <a:spcPts val="0"/>
              </a:spcBef>
              <a:spcAft>
                <a:spcPts val="0"/>
              </a:spcAft>
              <a:buSzPts val="2000"/>
              <a:buNone/>
              <a:defRPr b="1" sz="2000"/>
            </a:lvl9pPr>
          </a:lstStyle>
          <a:p/>
        </p:txBody>
      </p:sp>
      <p:sp>
        <p:nvSpPr>
          <p:cNvPr id="163" name="Google Shape;163;g2d3c537dc00_0_136"/>
          <p:cNvSpPr txBox="1"/>
          <p:nvPr>
            <p:ph idx="7" type="ctrTitle"/>
          </p:nvPr>
        </p:nvSpPr>
        <p:spPr>
          <a:xfrm>
            <a:off x="4974000" y="2300707"/>
            <a:ext cx="2593200" cy="542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2"/>
              </a:buClr>
              <a:buSzPts val="2000"/>
              <a:buFont typeface="Inter"/>
              <a:buNone/>
              <a:defRPr b="1" sz="2000">
                <a:solidFill>
                  <a:schemeClr val="accent2"/>
                </a:solidFill>
                <a:latin typeface="Inter"/>
                <a:ea typeface="Inter"/>
                <a:cs typeface="Inter"/>
                <a:sym typeface="Inter"/>
              </a:defRPr>
            </a:lvl1pPr>
            <a:lvl2pPr lvl="1" algn="l">
              <a:lnSpc>
                <a:spcPct val="115000"/>
              </a:lnSpc>
              <a:spcBef>
                <a:spcPts val="0"/>
              </a:spcBef>
              <a:spcAft>
                <a:spcPts val="0"/>
              </a:spcAft>
              <a:buSzPts val="2000"/>
              <a:buNone/>
              <a:defRPr b="1" sz="2000"/>
            </a:lvl2pPr>
            <a:lvl3pPr lvl="2" algn="l">
              <a:lnSpc>
                <a:spcPct val="115000"/>
              </a:lnSpc>
              <a:spcBef>
                <a:spcPts val="0"/>
              </a:spcBef>
              <a:spcAft>
                <a:spcPts val="0"/>
              </a:spcAft>
              <a:buSzPts val="2000"/>
              <a:buNone/>
              <a:defRPr b="1" sz="2000"/>
            </a:lvl3pPr>
            <a:lvl4pPr lvl="3" algn="l">
              <a:lnSpc>
                <a:spcPct val="115000"/>
              </a:lnSpc>
              <a:spcBef>
                <a:spcPts val="0"/>
              </a:spcBef>
              <a:spcAft>
                <a:spcPts val="0"/>
              </a:spcAft>
              <a:buSzPts val="2000"/>
              <a:buNone/>
              <a:defRPr b="1" sz="2000"/>
            </a:lvl4pPr>
            <a:lvl5pPr lvl="4" algn="l">
              <a:lnSpc>
                <a:spcPct val="115000"/>
              </a:lnSpc>
              <a:spcBef>
                <a:spcPts val="0"/>
              </a:spcBef>
              <a:spcAft>
                <a:spcPts val="0"/>
              </a:spcAft>
              <a:buSzPts val="2000"/>
              <a:buNone/>
              <a:defRPr b="1" sz="2000"/>
            </a:lvl5pPr>
            <a:lvl6pPr lvl="5" algn="l">
              <a:lnSpc>
                <a:spcPct val="115000"/>
              </a:lnSpc>
              <a:spcBef>
                <a:spcPts val="0"/>
              </a:spcBef>
              <a:spcAft>
                <a:spcPts val="0"/>
              </a:spcAft>
              <a:buSzPts val="2000"/>
              <a:buNone/>
              <a:defRPr b="1" sz="2000"/>
            </a:lvl6pPr>
            <a:lvl7pPr lvl="6" algn="l">
              <a:lnSpc>
                <a:spcPct val="115000"/>
              </a:lnSpc>
              <a:spcBef>
                <a:spcPts val="0"/>
              </a:spcBef>
              <a:spcAft>
                <a:spcPts val="0"/>
              </a:spcAft>
              <a:buSzPts val="2000"/>
              <a:buNone/>
              <a:defRPr b="1" sz="2000"/>
            </a:lvl7pPr>
            <a:lvl8pPr lvl="7" algn="l">
              <a:lnSpc>
                <a:spcPct val="115000"/>
              </a:lnSpc>
              <a:spcBef>
                <a:spcPts val="0"/>
              </a:spcBef>
              <a:spcAft>
                <a:spcPts val="0"/>
              </a:spcAft>
              <a:buSzPts val="2000"/>
              <a:buNone/>
              <a:defRPr b="1" sz="2000"/>
            </a:lvl8pPr>
            <a:lvl9pPr lvl="8" algn="l">
              <a:lnSpc>
                <a:spcPct val="115000"/>
              </a:lnSpc>
              <a:spcBef>
                <a:spcPts val="0"/>
              </a:spcBef>
              <a:spcAft>
                <a:spcPts val="0"/>
              </a:spcAft>
              <a:buSzPts val="2000"/>
              <a:buNone/>
              <a:defRPr b="1" sz="2000"/>
            </a:lvl9pPr>
          </a:lstStyle>
          <a:p/>
        </p:txBody>
      </p:sp>
      <p:sp>
        <p:nvSpPr>
          <p:cNvPr id="164" name="Google Shape;164;g2d3c537dc00_0_136"/>
          <p:cNvSpPr txBox="1"/>
          <p:nvPr>
            <p:ph idx="8" type="ctrTitle"/>
          </p:nvPr>
        </p:nvSpPr>
        <p:spPr>
          <a:xfrm>
            <a:off x="4974000" y="3844252"/>
            <a:ext cx="2593200" cy="5421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2"/>
              </a:buClr>
              <a:buSzPts val="2000"/>
              <a:buFont typeface="Inter"/>
              <a:buNone/>
              <a:defRPr b="1" sz="2000">
                <a:solidFill>
                  <a:schemeClr val="accent2"/>
                </a:solidFill>
                <a:latin typeface="Inter"/>
                <a:ea typeface="Inter"/>
                <a:cs typeface="Inter"/>
                <a:sym typeface="Inter"/>
              </a:defRPr>
            </a:lvl1pPr>
            <a:lvl2pPr lvl="1" algn="l">
              <a:lnSpc>
                <a:spcPct val="115000"/>
              </a:lnSpc>
              <a:spcBef>
                <a:spcPts val="0"/>
              </a:spcBef>
              <a:spcAft>
                <a:spcPts val="0"/>
              </a:spcAft>
              <a:buSzPts val="2000"/>
              <a:buNone/>
              <a:defRPr b="1" sz="2000"/>
            </a:lvl2pPr>
            <a:lvl3pPr lvl="2" algn="l">
              <a:lnSpc>
                <a:spcPct val="115000"/>
              </a:lnSpc>
              <a:spcBef>
                <a:spcPts val="0"/>
              </a:spcBef>
              <a:spcAft>
                <a:spcPts val="0"/>
              </a:spcAft>
              <a:buSzPts val="2000"/>
              <a:buNone/>
              <a:defRPr b="1" sz="2000"/>
            </a:lvl3pPr>
            <a:lvl4pPr lvl="3" algn="l">
              <a:lnSpc>
                <a:spcPct val="115000"/>
              </a:lnSpc>
              <a:spcBef>
                <a:spcPts val="0"/>
              </a:spcBef>
              <a:spcAft>
                <a:spcPts val="0"/>
              </a:spcAft>
              <a:buSzPts val="2000"/>
              <a:buNone/>
              <a:defRPr b="1" sz="2000"/>
            </a:lvl4pPr>
            <a:lvl5pPr lvl="4" algn="l">
              <a:lnSpc>
                <a:spcPct val="115000"/>
              </a:lnSpc>
              <a:spcBef>
                <a:spcPts val="0"/>
              </a:spcBef>
              <a:spcAft>
                <a:spcPts val="0"/>
              </a:spcAft>
              <a:buSzPts val="2000"/>
              <a:buNone/>
              <a:defRPr b="1" sz="2000"/>
            </a:lvl5pPr>
            <a:lvl6pPr lvl="5" algn="l">
              <a:lnSpc>
                <a:spcPct val="115000"/>
              </a:lnSpc>
              <a:spcBef>
                <a:spcPts val="0"/>
              </a:spcBef>
              <a:spcAft>
                <a:spcPts val="0"/>
              </a:spcAft>
              <a:buSzPts val="2000"/>
              <a:buNone/>
              <a:defRPr b="1" sz="2000"/>
            </a:lvl6pPr>
            <a:lvl7pPr lvl="6" algn="l">
              <a:lnSpc>
                <a:spcPct val="115000"/>
              </a:lnSpc>
              <a:spcBef>
                <a:spcPts val="0"/>
              </a:spcBef>
              <a:spcAft>
                <a:spcPts val="0"/>
              </a:spcAft>
              <a:buSzPts val="2000"/>
              <a:buNone/>
              <a:defRPr b="1" sz="2000"/>
            </a:lvl7pPr>
            <a:lvl8pPr lvl="7" algn="l">
              <a:lnSpc>
                <a:spcPct val="115000"/>
              </a:lnSpc>
              <a:spcBef>
                <a:spcPts val="0"/>
              </a:spcBef>
              <a:spcAft>
                <a:spcPts val="0"/>
              </a:spcAft>
              <a:buSzPts val="2000"/>
              <a:buNone/>
              <a:defRPr b="1" sz="2000"/>
            </a:lvl8pPr>
            <a:lvl9pPr lvl="8" algn="l">
              <a:lnSpc>
                <a:spcPct val="115000"/>
              </a:lnSpc>
              <a:spcBef>
                <a:spcPts val="0"/>
              </a:spcBef>
              <a:spcAft>
                <a:spcPts val="0"/>
              </a:spcAft>
              <a:buSzPts val="2000"/>
              <a:buNone/>
              <a:defRPr b="1" sz="20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w/Special H1 horizontal">
  <p:cSld name="CUSTOM_6_1">
    <p:bg>
      <p:bgPr>
        <a:solidFill>
          <a:schemeClr val="accent4"/>
        </a:solidFill>
      </p:bgPr>
    </p:bg>
    <p:spTree>
      <p:nvGrpSpPr>
        <p:cNvPr id="165" name="Shape 165"/>
        <p:cNvGrpSpPr/>
        <p:nvPr/>
      </p:nvGrpSpPr>
      <p:grpSpPr>
        <a:xfrm>
          <a:off x="0" y="0"/>
          <a:ext cx="0" cy="0"/>
          <a:chOff x="0" y="0"/>
          <a:chExt cx="0" cy="0"/>
        </a:xfrm>
      </p:grpSpPr>
      <p:sp>
        <p:nvSpPr>
          <p:cNvPr id="166" name="Google Shape;166;g2d3c537dc00_0_149"/>
          <p:cNvSpPr txBox="1"/>
          <p:nvPr>
            <p:ph type="ctrTitle"/>
          </p:nvPr>
        </p:nvSpPr>
        <p:spPr>
          <a:xfrm>
            <a:off x="228600" y="228600"/>
            <a:ext cx="3522900" cy="11733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4900"/>
              <a:buFont typeface="Inter"/>
              <a:buNone/>
              <a:defRPr b="1" sz="49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167" name="Google Shape;167;g2d3c537dc00_0_149"/>
          <p:cNvSpPr txBox="1"/>
          <p:nvPr>
            <p:ph idx="2" type="ctrTitle"/>
          </p:nvPr>
        </p:nvSpPr>
        <p:spPr>
          <a:xfrm>
            <a:off x="4489425" y="228600"/>
            <a:ext cx="4425900" cy="5937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600"/>
              <a:buFont typeface="Inter"/>
              <a:buNone/>
              <a:defRPr b="1" sz="1600">
                <a:solidFill>
                  <a:schemeClr val="accent2"/>
                </a:solidFill>
                <a:latin typeface="Inter"/>
                <a:ea typeface="Inter"/>
                <a:cs typeface="Inter"/>
                <a:sym typeface="Inter"/>
              </a:defRPr>
            </a:lvl1pPr>
            <a:lvl2pPr lvl="1" algn="l">
              <a:lnSpc>
                <a:spcPct val="100000"/>
              </a:lnSpc>
              <a:spcBef>
                <a:spcPts val="0"/>
              </a:spcBef>
              <a:spcAft>
                <a:spcPts val="0"/>
              </a:spcAft>
              <a:buSzPts val="1600"/>
              <a:buNone/>
              <a:defRPr b="1" sz="1600"/>
            </a:lvl2pPr>
            <a:lvl3pPr lvl="2" algn="l">
              <a:lnSpc>
                <a:spcPct val="100000"/>
              </a:lnSpc>
              <a:spcBef>
                <a:spcPts val="0"/>
              </a:spcBef>
              <a:spcAft>
                <a:spcPts val="0"/>
              </a:spcAft>
              <a:buSzPts val="1600"/>
              <a:buNone/>
              <a:defRPr b="1" sz="1600"/>
            </a:lvl3pPr>
            <a:lvl4pPr lvl="3" algn="l">
              <a:lnSpc>
                <a:spcPct val="100000"/>
              </a:lnSpc>
              <a:spcBef>
                <a:spcPts val="0"/>
              </a:spcBef>
              <a:spcAft>
                <a:spcPts val="0"/>
              </a:spcAft>
              <a:buSzPts val="1600"/>
              <a:buNone/>
              <a:defRPr b="1" sz="1600"/>
            </a:lvl4pPr>
            <a:lvl5pPr lvl="4" algn="l">
              <a:lnSpc>
                <a:spcPct val="100000"/>
              </a:lnSpc>
              <a:spcBef>
                <a:spcPts val="0"/>
              </a:spcBef>
              <a:spcAft>
                <a:spcPts val="0"/>
              </a:spcAft>
              <a:buSzPts val="1600"/>
              <a:buNone/>
              <a:defRPr b="1" sz="1600"/>
            </a:lvl5pPr>
            <a:lvl6pPr lvl="5" algn="l">
              <a:lnSpc>
                <a:spcPct val="100000"/>
              </a:lnSpc>
              <a:spcBef>
                <a:spcPts val="0"/>
              </a:spcBef>
              <a:spcAft>
                <a:spcPts val="0"/>
              </a:spcAft>
              <a:buSzPts val="1600"/>
              <a:buNone/>
              <a:defRPr b="1" sz="1600"/>
            </a:lvl6pPr>
            <a:lvl7pPr lvl="6" algn="l">
              <a:lnSpc>
                <a:spcPct val="100000"/>
              </a:lnSpc>
              <a:spcBef>
                <a:spcPts val="0"/>
              </a:spcBef>
              <a:spcAft>
                <a:spcPts val="0"/>
              </a:spcAft>
              <a:buSzPts val="1600"/>
              <a:buNone/>
              <a:defRPr b="1" sz="1600"/>
            </a:lvl7pPr>
            <a:lvl8pPr lvl="7" algn="l">
              <a:lnSpc>
                <a:spcPct val="100000"/>
              </a:lnSpc>
              <a:spcBef>
                <a:spcPts val="0"/>
              </a:spcBef>
              <a:spcAft>
                <a:spcPts val="0"/>
              </a:spcAft>
              <a:buSzPts val="1600"/>
              <a:buNone/>
              <a:defRPr b="1" sz="1600"/>
            </a:lvl8pPr>
            <a:lvl9pPr lvl="8" algn="l">
              <a:lnSpc>
                <a:spcPct val="100000"/>
              </a:lnSpc>
              <a:spcBef>
                <a:spcPts val="0"/>
              </a:spcBef>
              <a:spcAft>
                <a:spcPts val="0"/>
              </a:spcAft>
              <a:buSzPts val="1600"/>
              <a:buNone/>
              <a:defRPr b="1" sz="1600"/>
            </a:lvl9pPr>
          </a:lstStyle>
          <a:p/>
        </p:txBody>
      </p:sp>
      <p:sp>
        <p:nvSpPr>
          <p:cNvPr id="168" name="Google Shape;168;g2d3c537dc00_0_149"/>
          <p:cNvSpPr/>
          <p:nvPr/>
        </p:nvSpPr>
        <p:spPr>
          <a:xfrm>
            <a:off x="228600" y="2751675"/>
            <a:ext cx="2785500" cy="21633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g2d3c537dc00_0_149"/>
          <p:cNvSpPr/>
          <p:nvPr>
            <p:ph idx="3" type="pic"/>
          </p:nvPr>
        </p:nvSpPr>
        <p:spPr>
          <a:xfrm>
            <a:off x="431925" y="2937825"/>
            <a:ext cx="391200" cy="391500"/>
          </a:xfrm>
          <a:prstGeom prst="rect">
            <a:avLst/>
          </a:prstGeom>
          <a:noFill/>
          <a:ln>
            <a:noFill/>
          </a:ln>
        </p:spPr>
      </p:sp>
      <p:sp>
        <p:nvSpPr>
          <p:cNvPr id="170" name="Google Shape;170;g2d3c537dc00_0_149"/>
          <p:cNvSpPr txBox="1"/>
          <p:nvPr>
            <p:ph idx="4" type="ctrTitle"/>
          </p:nvPr>
        </p:nvSpPr>
        <p:spPr>
          <a:xfrm>
            <a:off x="431925" y="4187200"/>
            <a:ext cx="2332500" cy="449400"/>
          </a:xfrm>
          <a:prstGeom prst="rect">
            <a:avLst/>
          </a:prstGeom>
          <a:noFill/>
          <a:ln>
            <a:noFill/>
          </a:ln>
        </p:spPr>
        <p:txBody>
          <a:bodyPr anchorCtr="0" anchor="b" bIns="0" lIns="0" spcFirstLastPara="1" rIns="0" wrap="square" tIns="0">
            <a:noAutofit/>
          </a:bodyPr>
          <a:lstStyle>
            <a:lvl1pPr lvl="0" algn="l">
              <a:lnSpc>
                <a:spcPct val="85000"/>
              </a:lnSpc>
              <a:spcBef>
                <a:spcPts val="0"/>
              </a:spcBef>
              <a:spcAft>
                <a:spcPts val="0"/>
              </a:spcAft>
              <a:buClr>
                <a:schemeClr val="accent2"/>
              </a:buClr>
              <a:buSzPts val="2000"/>
              <a:buFont typeface="Inter"/>
              <a:buNone/>
              <a:defRPr b="1" sz="2000">
                <a:solidFill>
                  <a:schemeClr val="accent2"/>
                </a:solidFill>
                <a:latin typeface="Inter"/>
                <a:ea typeface="Inter"/>
                <a:cs typeface="Inter"/>
                <a:sym typeface="Inter"/>
              </a:defRPr>
            </a:lvl1pPr>
            <a:lvl2pPr lvl="1" algn="l">
              <a:lnSpc>
                <a:spcPct val="100000"/>
              </a:lnSpc>
              <a:spcBef>
                <a:spcPts val="0"/>
              </a:spcBef>
              <a:spcAft>
                <a:spcPts val="0"/>
              </a:spcAft>
              <a:buSzPts val="2000"/>
              <a:buNone/>
              <a:defRPr b="1" sz="2000"/>
            </a:lvl2pPr>
            <a:lvl3pPr lvl="2" algn="l">
              <a:lnSpc>
                <a:spcPct val="100000"/>
              </a:lnSpc>
              <a:spcBef>
                <a:spcPts val="0"/>
              </a:spcBef>
              <a:spcAft>
                <a:spcPts val="0"/>
              </a:spcAft>
              <a:buSzPts val="2000"/>
              <a:buNone/>
              <a:defRPr b="1" sz="2000"/>
            </a:lvl3pPr>
            <a:lvl4pPr lvl="3" algn="l">
              <a:lnSpc>
                <a:spcPct val="100000"/>
              </a:lnSpc>
              <a:spcBef>
                <a:spcPts val="0"/>
              </a:spcBef>
              <a:spcAft>
                <a:spcPts val="0"/>
              </a:spcAft>
              <a:buSzPts val="2000"/>
              <a:buNone/>
              <a:defRPr b="1" sz="2000"/>
            </a:lvl4pPr>
            <a:lvl5pPr lvl="4" algn="l">
              <a:lnSpc>
                <a:spcPct val="100000"/>
              </a:lnSpc>
              <a:spcBef>
                <a:spcPts val="0"/>
              </a:spcBef>
              <a:spcAft>
                <a:spcPts val="0"/>
              </a:spcAft>
              <a:buSzPts val="2000"/>
              <a:buNone/>
              <a:defRPr b="1" sz="2000"/>
            </a:lvl5pPr>
            <a:lvl6pPr lvl="5" algn="l">
              <a:lnSpc>
                <a:spcPct val="100000"/>
              </a:lnSpc>
              <a:spcBef>
                <a:spcPts val="0"/>
              </a:spcBef>
              <a:spcAft>
                <a:spcPts val="0"/>
              </a:spcAft>
              <a:buSzPts val="2000"/>
              <a:buNone/>
              <a:defRPr b="1" sz="2000"/>
            </a:lvl6pPr>
            <a:lvl7pPr lvl="6" algn="l">
              <a:lnSpc>
                <a:spcPct val="100000"/>
              </a:lnSpc>
              <a:spcBef>
                <a:spcPts val="0"/>
              </a:spcBef>
              <a:spcAft>
                <a:spcPts val="0"/>
              </a:spcAft>
              <a:buSzPts val="2000"/>
              <a:buNone/>
              <a:defRPr b="1" sz="2000"/>
            </a:lvl7pPr>
            <a:lvl8pPr lvl="7" algn="l">
              <a:lnSpc>
                <a:spcPct val="100000"/>
              </a:lnSpc>
              <a:spcBef>
                <a:spcPts val="0"/>
              </a:spcBef>
              <a:spcAft>
                <a:spcPts val="0"/>
              </a:spcAft>
              <a:buSzPts val="2000"/>
              <a:buNone/>
              <a:defRPr b="1" sz="2000"/>
            </a:lvl8pPr>
            <a:lvl9pPr lvl="8" algn="l">
              <a:lnSpc>
                <a:spcPct val="100000"/>
              </a:lnSpc>
              <a:spcBef>
                <a:spcPts val="0"/>
              </a:spcBef>
              <a:spcAft>
                <a:spcPts val="0"/>
              </a:spcAft>
              <a:buSzPts val="2000"/>
              <a:buNone/>
              <a:defRPr b="1" sz="2000"/>
            </a:lvl9pPr>
          </a:lstStyle>
          <a:p/>
        </p:txBody>
      </p:sp>
      <p:sp>
        <p:nvSpPr>
          <p:cNvPr id="171" name="Google Shape;171;g2d3c537dc00_0_149"/>
          <p:cNvSpPr/>
          <p:nvPr/>
        </p:nvSpPr>
        <p:spPr>
          <a:xfrm>
            <a:off x="3179250" y="2751675"/>
            <a:ext cx="2785500" cy="21633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g2d3c537dc00_0_149"/>
          <p:cNvSpPr/>
          <p:nvPr>
            <p:ph idx="5" type="pic"/>
          </p:nvPr>
        </p:nvSpPr>
        <p:spPr>
          <a:xfrm>
            <a:off x="3382586" y="2937825"/>
            <a:ext cx="391200" cy="391500"/>
          </a:xfrm>
          <a:prstGeom prst="rect">
            <a:avLst/>
          </a:prstGeom>
          <a:noFill/>
          <a:ln>
            <a:noFill/>
          </a:ln>
        </p:spPr>
      </p:sp>
      <p:sp>
        <p:nvSpPr>
          <p:cNvPr id="173" name="Google Shape;173;g2d3c537dc00_0_149"/>
          <p:cNvSpPr txBox="1"/>
          <p:nvPr>
            <p:ph idx="6" type="ctrTitle"/>
          </p:nvPr>
        </p:nvSpPr>
        <p:spPr>
          <a:xfrm>
            <a:off x="3382575" y="4187200"/>
            <a:ext cx="2332500" cy="449400"/>
          </a:xfrm>
          <a:prstGeom prst="rect">
            <a:avLst/>
          </a:prstGeom>
          <a:noFill/>
          <a:ln>
            <a:noFill/>
          </a:ln>
        </p:spPr>
        <p:txBody>
          <a:bodyPr anchorCtr="0" anchor="b" bIns="0" lIns="0" spcFirstLastPara="1" rIns="0" wrap="square" tIns="0">
            <a:noAutofit/>
          </a:bodyPr>
          <a:lstStyle>
            <a:lvl1pPr lvl="0" algn="l">
              <a:lnSpc>
                <a:spcPct val="85000"/>
              </a:lnSpc>
              <a:spcBef>
                <a:spcPts val="0"/>
              </a:spcBef>
              <a:spcAft>
                <a:spcPts val="0"/>
              </a:spcAft>
              <a:buClr>
                <a:schemeClr val="accent2"/>
              </a:buClr>
              <a:buSzPts val="2000"/>
              <a:buFont typeface="Inter"/>
              <a:buNone/>
              <a:defRPr b="1" sz="2000">
                <a:solidFill>
                  <a:schemeClr val="accent2"/>
                </a:solidFill>
                <a:latin typeface="Inter"/>
                <a:ea typeface="Inter"/>
                <a:cs typeface="Inter"/>
                <a:sym typeface="Inter"/>
              </a:defRPr>
            </a:lvl1pPr>
            <a:lvl2pPr lvl="1" algn="l">
              <a:lnSpc>
                <a:spcPct val="100000"/>
              </a:lnSpc>
              <a:spcBef>
                <a:spcPts val="0"/>
              </a:spcBef>
              <a:spcAft>
                <a:spcPts val="0"/>
              </a:spcAft>
              <a:buSzPts val="2000"/>
              <a:buNone/>
              <a:defRPr b="1" sz="2000"/>
            </a:lvl2pPr>
            <a:lvl3pPr lvl="2" algn="l">
              <a:lnSpc>
                <a:spcPct val="100000"/>
              </a:lnSpc>
              <a:spcBef>
                <a:spcPts val="0"/>
              </a:spcBef>
              <a:spcAft>
                <a:spcPts val="0"/>
              </a:spcAft>
              <a:buSzPts val="2000"/>
              <a:buNone/>
              <a:defRPr b="1" sz="2000"/>
            </a:lvl3pPr>
            <a:lvl4pPr lvl="3" algn="l">
              <a:lnSpc>
                <a:spcPct val="100000"/>
              </a:lnSpc>
              <a:spcBef>
                <a:spcPts val="0"/>
              </a:spcBef>
              <a:spcAft>
                <a:spcPts val="0"/>
              </a:spcAft>
              <a:buSzPts val="2000"/>
              <a:buNone/>
              <a:defRPr b="1" sz="2000"/>
            </a:lvl4pPr>
            <a:lvl5pPr lvl="4" algn="l">
              <a:lnSpc>
                <a:spcPct val="100000"/>
              </a:lnSpc>
              <a:spcBef>
                <a:spcPts val="0"/>
              </a:spcBef>
              <a:spcAft>
                <a:spcPts val="0"/>
              </a:spcAft>
              <a:buSzPts val="2000"/>
              <a:buNone/>
              <a:defRPr b="1" sz="2000"/>
            </a:lvl5pPr>
            <a:lvl6pPr lvl="5" algn="l">
              <a:lnSpc>
                <a:spcPct val="100000"/>
              </a:lnSpc>
              <a:spcBef>
                <a:spcPts val="0"/>
              </a:spcBef>
              <a:spcAft>
                <a:spcPts val="0"/>
              </a:spcAft>
              <a:buSzPts val="2000"/>
              <a:buNone/>
              <a:defRPr b="1" sz="2000"/>
            </a:lvl6pPr>
            <a:lvl7pPr lvl="6" algn="l">
              <a:lnSpc>
                <a:spcPct val="100000"/>
              </a:lnSpc>
              <a:spcBef>
                <a:spcPts val="0"/>
              </a:spcBef>
              <a:spcAft>
                <a:spcPts val="0"/>
              </a:spcAft>
              <a:buSzPts val="2000"/>
              <a:buNone/>
              <a:defRPr b="1" sz="2000"/>
            </a:lvl7pPr>
            <a:lvl8pPr lvl="7" algn="l">
              <a:lnSpc>
                <a:spcPct val="100000"/>
              </a:lnSpc>
              <a:spcBef>
                <a:spcPts val="0"/>
              </a:spcBef>
              <a:spcAft>
                <a:spcPts val="0"/>
              </a:spcAft>
              <a:buSzPts val="2000"/>
              <a:buNone/>
              <a:defRPr b="1" sz="2000"/>
            </a:lvl8pPr>
            <a:lvl9pPr lvl="8" algn="l">
              <a:lnSpc>
                <a:spcPct val="100000"/>
              </a:lnSpc>
              <a:spcBef>
                <a:spcPts val="0"/>
              </a:spcBef>
              <a:spcAft>
                <a:spcPts val="0"/>
              </a:spcAft>
              <a:buSzPts val="2000"/>
              <a:buNone/>
              <a:defRPr b="1" sz="2000"/>
            </a:lvl9pPr>
          </a:lstStyle>
          <a:p/>
        </p:txBody>
      </p:sp>
      <p:sp>
        <p:nvSpPr>
          <p:cNvPr id="174" name="Google Shape;174;g2d3c537dc00_0_149"/>
          <p:cNvSpPr/>
          <p:nvPr/>
        </p:nvSpPr>
        <p:spPr>
          <a:xfrm>
            <a:off x="6129900" y="2751675"/>
            <a:ext cx="2785500" cy="21633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g2d3c537dc00_0_149"/>
          <p:cNvSpPr/>
          <p:nvPr>
            <p:ph idx="7" type="pic"/>
          </p:nvPr>
        </p:nvSpPr>
        <p:spPr>
          <a:xfrm>
            <a:off x="6333222" y="2937825"/>
            <a:ext cx="391200" cy="391500"/>
          </a:xfrm>
          <a:prstGeom prst="rect">
            <a:avLst/>
          </a:prstGeom>
          <a:noFill/>
          <a:ln>
            <a:noFill/>
          </a:ln>
        </p:spPr>
      </p:sp>
      <p:sp>
        <p:nvSpPr>
          <p:cNvPr id="176" name="Google Shape;176;g2d3c537dc00_0_149"/>
          <p:cNvSpPr txBox="1"/>
          <p:nvPr>
            <p:ph idx="8" type="ctrTitle"/>
          </p:nvPr>
        </p:nvSpPr>
        <p:spPr>
          <a:xfrm>
            <a:off x="6333225" y="4187200"/>
            <a:ext cx="2332500" cy="449400"/>
          </a:xfrm>
          <a:prstGeom prst="rect">
            <a:avLst/>
          </a:prstGeom>
          <a:noFill/>
          <a:ln>
            <a:noFill/>
          </a:ln>
        </p:spPr>
        <p:txBody>
          <a:bodyPr anchorCtr="0" anchor="b" bIns="0" lIns="0" spcFirstLastPara="1" rIns="0" wrap="square" tIns="0">
            <a:noAutofit/>
          </a:bodyPr>
          <a:lstStyle>
            <a:lvl1pPr lvl="0" algn="l">
              <a:lnSpc>
                <a:spcPct val="85000"/>
              </a:lnSpc>
              <a:spcBef>
                <a:spcPts val="0"/>
              </a:spcBef>
              <a:spcAft>
                <a:spcPts val="0"/>
              </a:spcAft>
              <a:buClr>
                <a:schemeClr val="accent2"/>
              </a:buClr>
              <a:buSzPts val="2000"/>
              <a:buFont typeface="Inter"/>
              <a:buNone/>
              <a:defRPr b="1" sz="2000">
                <a:solidFill>
                  <a:schemeClr val="accent2"/>
                </a:solidFill>
                <a:latin typeface="Inter"/>
                <a:ea typeface="Inter"/>
                <a:cs typeface="Inter"/>
                <a:sym typeface="Inter"/>
              </a:defRPr>
            </a:lvl1pPr>
            <a:lvl2pPr lvl="1" algn="l">
              <a:lnSpc>
                <a:spcPct val="100000"/>
              </a:lnSpc>
              <a:spcBef>
                <a:spcPts val="0"/>
              </a:spcBef>
              <a:spcAft>
                <a:spcPts val="0"/>
              </a:spcAft>
              <a:buSzPts val="2000"/>
              <a:buNone/>
              <a:defRPr b="1" sz="2000"/>
            </a:lvl2pPr>
            <a:lvl3pPr lvl="2" algn="l">
              <a:lnSpc>
                <a:spcPct val="100000"/>
              </a:lnSpc>
              <a:spcBef>
                <a:spcPts val="0"/>
              </a:spcBef>
              <a:spcAft>
                <a:spcPts val="0"/>
              </a:spcAft>
              <a:buSzPts val="2000"/>
              <a:buNone/>
              <a:defRPr b="1" sz="2000"/>
            </a:lvl3pPr>
            <a:lvl4pPr lvl="3" algn="l">
              <a:lnSpc>
                <a:spcPct val="100000"/>
              </a:lnSpc>
              <a:spcBef>
                <a:spcPts val="0"/>
              </a:spcBef>
              <a:spcAft>
                <a:spcPts val="0"/>
              </a:spcAft>
              <a:buSzPts val="2000"/>
              <a:buNone/>
              <a:defRPr b="1" sz="2000"/>
            </a:lvl4pPr>
            <a:lvl5pPr lvl="4" algn="l">
              <a:lnSpc>
                <a:spcPct val="100000"/>
              </a:lnSpc>
              <a:spcBef>
                <a:spcPts val="0"/>
              </a:spcBef>
              <a:spcAft>
                <a:spcPts val="0"/>
              </a:spcAft>
              <a:buSzPts val="2000"/>
              <a:buNone/>
              <a:defRPr b="1" sz="2000"/>
            </a:lvl5pPr>
            <a:lvl6pPr lvl="5" algn="l">
              <a:lnSpc>
                <a:spcPct val="100000"/>
              </a:lnSpc>
              <a:spcBef>
                <a:spcPts val="0"/>
              </a:spcBef>
              <a:spcAft>
                <a:spcPts val="0"/>
              </a:spcAft>
              <a:buSzPts val="2000"/>
              <a:buNone/>
              <a:defRPr b="1" sz="2000"/>
            </a:lvl6pPr>
            <a:lvl7pPr lvl="6" algn="l">
              <a:lnSpc>
                <a:spcPct val="100000"/>
              </a:lnSpc>
              <a:spcBef>
                <a:spcPts val="0"/>
              </a:spcBef>
              <a:spcAft>
                <a:spcPts val="0"/>
              </a:spcAft>
              <a:buSzPts val="2000"/>
              <a:buNone/>
              <a:defRPr b="1" sz="2000"/>
            </a:lvl7pPr>
            <a:lvl8pPr lvl="7" algn="l">
              <a:lnSpc>
                <a:spcPct val="100000"/>
              </a:lnSpc>
              <a:spcBef>
                <a:spcPts val="0"/>
              </a:spcBef>
              <a:spcAft>
                <a:spcPts val="0"/>
              </a:spcAft>
              <a:buSzPts val="2000"/>
              <a:buNone/>
              <a:defRPr b="1" sz="2000"/>
            </a:lvl8pPr>
            <a:lvl9pPr lvl="8" algn="l">
              <a:lnSpc>
                <a:spcPct val="100000"/>
              </a:lnSpc>
              <a:spcBef>
                <a:spcPts val="0"/>
              </a:spcBef>
              <a:spcAft>
                <a:spcPts val="0"/>
              </a:spcAft>
              <a:buSzPts val="2000"/>
              <a:buNone/>
              <a:defRPr b="1" sz="20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s/w images">
  <p:cSld name="CUSTOM_7">
    <p:bg>
      <p:bgPr>
        <a:solidFill>
          <a:schemeClr val="accent6"/>
        </a:solidFill>
      </p:bgPr>
    </p:bg>
    <p:spTree>
      <p:nvGrpSpPr>
        <p:cNvPr id="177" name="Shape 177"/>
        <p:cNvGrpSpPr/>
        <p:nvPr/>
      </p:nvGrpSpPr>
      <p:grpSpPr>
        <a:xfrm>
          <a:off x="0" y="0"/>
          <a:ext cx="0" cy="0"/>
          <a:chOff x="0" y="0"/>
          <a:chExt cx="0" cy="0"/>
        </a:xfrm>
      </p:grpSpPr>
      <p:sp>
        <p:nvSpPr>
          <p:cNvPr id="178" name="Google Shape;178;g2d3c537dc00_0_161"/>
          <p:cNvSpPr txBox="1"/>
          <p:nvPr>
            <p:ph type="ctrTitle"/>
          </p:nvPr>
        </p:nvSpPr>
        <p:spPr>
          <a:xfrm>
            <a:off x="228450" y="555250"/>
            <a:ext cx="8687100" cy="703800"/>
          </a:xfrm>
          <a:prstGeom prst="rect">
            <a:avLst/>
          </a:prstGeom>
          <a:noFill/>
          <a:ln>
            <a:noFill/>
          </a:ln>
        </p:spPr>
        <p:txBody>
          <a:bodyPr anchorCtr="0" anchor="ctr" bIns="0" lIns="0" spcFirstLastPara="1" rIns="0" wrap="square" tIns="0">
            <a:noAutofit/>
          </a:bodyPr>
          <a:lstStyle>
            <a:lvl1pPr lvl="0" algn="ctr">
              <a:lnSpc>
                <a:spcPct val="85000"/>
              </a:lnSpc>
              <a:spcBef>
                <a:spcPts val="0"/>
              </a:spcBef>
              <a:spcAft>
                <a:spcPts val="0"/>
              </a:spcAft>
              <a:buClr>
                <a:schemeClr val="accent2"/>
              </a:buClr>
              <a:buSzPts val="2500"/>
              <a:buFont typeface="Inter"/>
              <a:buNone/>
              <a:defRPr b="1" sz="2500">
                <a:solidFill>
                  <a:schemeClr val="accent2"/>
                </a:solidFill>
                <a:latin typeface="Inter"/>
                <a:ea typeface="Inter"/>
                <a:cs typeface="Inter"/>
                <a:sym typeface="Inter"/>
              </a:defRPr>
            </a:lvl1pPr>
            <a:lvl2pPr lvl="1" algn="ctr">
              <a:lnSpc>
                <a:spcPct val="100000"/>
              </a:lnSpc>
              <a:spcBef>
                <a:spcPts val="0"/>
              </a:spcBef>
              <a:spcAft>
                <a:spcPts val="0"/>
              </a:spcAft>
              <a:buSzPts val="3000"/>
              <a:buNone/>
              <a:defRPr b="1" sz="3000"/>
            </a:lvl2pPr>
            <a:lvl3pPr lvl="2" algn="ctr">
              <a:lnSpc>
                <a:spcPct val="100000"/>
              </a:lnSpc>
              <a:spcBef>
                <a:spcPts val="0"/>
              </a:spcBef>
              <a:spcAft>
                <a:spcPts val="0"/>
              </a:spcAft>
              <a:buSzPts val="3000"/>
              <a:buNone/>
              <a:defRPr b="1" sz="3000"/>
            </a:lvl3pPr>
            <a:lvl4pPr lvl="3" algn="ctr">
              <a:lnSpc>
                <a:spcPct val="100000"/>
              </a:lnSpc>
              <a:spcBef>
                <a:spcPts val="0"/>
              </a:spcBef>
              <a:spcAft>
                <a:spcPts val="0"/>
              </a:spcAft>
              <a:buSzPts val="3000"/>
              <a:buNone/>
              <a:defRPr b="1" sz="3000"/>
            </a:lvl4pPr>
            <a:lvl5pPr lvl="4" algn="ctr">
              <a:lnSpc>
                <a:spcPct val="100000"/>
              </a:lnSpc>
              <a:spcBef>
                <a:spcPts val="0"/>
              </a:spcBef>
              <a:spcAft>
                <a:spcPts val="0"/>
              </a:spcAft>
              <a:buSzPts val="3000"/>
              <a:buNone/>
              <a:defRPr b="1" sz="3000"/>
            </a:lvl5pPr>
            <a:lvl6pPr lvl="5" algn="ctr">
              <a:lnSpc>
                <a:spcPct val="100000"/>
              </a:lnSpc>
              <a:spcBef>
                <a:spcPts val="0"/>
              </a:spcBef>
              <a:spcAft>
                <a:spcPts val="0"/>
              </a:spcAft>
              <a:buSzPts val="3000"/>
              <a:buNone/>
              <a:defRPr b="1" sz="3000"/>
            </a:lvl6pPr>
            <a:lvl7pPr lvl="6" algn="ctr">
              <a:lnSpc>
                <a:spcPct val="100000"/>
              </a:lnSpc>
              <a:spcBef>
                <a:spcPts val="0"/>
              </a:spcBef>
              <a:spcAft>
                <a:spcPts val="0"/>
              </a:spcAft>
              <a:buSzPts val="3000"/>
              <a:buNone/>
              <a:defRPr b="1" sz="3000"/>
            </a:lvl7pPr>
            <a:lvl8pPr lvl="7" algn="ctr">
              <a:lnSpc>
                <a:spcPct val="100000"/>
              </a:lnSpc>
              <a:spcBef>
                <a:spcPts val="0"/>
              </a:spcBef>
              <a:spcAft>
                <a:spcPts val="0"/>
              </a:spcAft>
              <a:buSzPts val="3000"/>
              <a:buNone/>
              <a:defRPr b="1" sz="3000"/>
            </a:lvl8pPr>
            <a:lvl9pPr lvl="8" algn="ctr">
              <a:lnSpc>
                <a:spcPct val="100000"/>
              </a:lnSpc>
              <a:spcBef>
                <a:spcPts val="0"/>
              </a:spcBef>
              <a:spcAft>
                <a:spcPts val="0"/>
              </a:spcAft>
              <a:buSzPts val="3000"/>
              <a:buNone/>
              <a:defRPr b="1" sz="3000"/>
            </a:lvl9pPr>
          </a:lstStyle>
          <a:p/>
        </p:txBody>
      </p:sp>
      <p:sp>
        <p:nvSpPr>
          <p:cNvPr id="179" name="Google Shape;179;g2d3c537dc00_0_161"/>
          <p:cNvSpPr txBox="1"/>
          <p:nvPr>
            <p:ph idx="2" type="ctrTitle"/>
          </p:nvPr>
        </p:nvSpPr>
        <p:spPr>
          <a:xfrm>
            <a:off x="966275" y="3246625"/>
            <a:ext cx="2047500" cy="289200"/>
          </a:xfrm>
          <a:prstGeom prst="rect">
            <a:avLst/>
          </a:prstGeom>
          <a:noFill/>
          <a:ln>
            <a:noFill/>
          </a:ln>
        </p:spPr>
        <p:txBody>
          <a:bodyPr anchorCtr="0" anchor="b" bIns="0" lIns="0" spcFirstLastPara="1" rIns="0" wrap="square" tIns="0">
            <a:noAutofit/>
          </a:bodyPr>
          <a:lstStyle>
            <a:lvl1pPr lvl="0" algn="l">
              <a:lnSpc>
                <a:spcPct val="85000"/>
              </a:lnSpc>
              <a:spcBef>
                <a:spcPts val="0"/>
              </a:spcBef>
              <a:spcAft>
                <a:spcPts val="0"/>
              </a:spcAft>
              <a:buClr>
                <a:schemeClr val="accent2"/>
              </a:buClr>
              <a:buSzPts val="2000"/>
              <a:buNone/>
              <a:defRPr sz="2000">
                <a:solidFill>
                  <a:schemeClr val="accent2"/>
                </a:solidFill>
              </a:defRPr>
            </a:lvl1pPr>
            <a:lvl2pPr lvl="1" algn="l">
              <a:lnSpc>
                <a:spcPct val="100000"/>
              </a:lnSpc>
              <a:spcBef>
                <a:spcPts val="0"/>
              </a:spcBef>
              <a:spcAft>
                <a:spcPts val="0"/>
              </a:spcAft>
              <a:buSzPts val="2000"/>
              <a:buNone/>
              <a:defRPr b="1" sz="2000"/>
            </a:lvl2pPr>
            <a:lvl3pPr lvl="2" algn="l">
              <a:lnSpc>
                <a:spcPct val="100000"/>
              </a:lnSpc>
              <a:spcBef>
                <a:spcPts val="0"/>
              </a:spcBef>
              <a:spcAft>
                <a:spcPts val="0"/>
              </a:spcAft>
              <a:buSzPts val="2000"/>
              <a:buNone/>
              <a:defRPr b="1" sz="2000"/>
            </a:lvl3pPr>
            <a:lvl4pPr lvl="3" algn="l">
              <a:lnSpc>
                <a:spcPct val="100000"/>
              </a:lnSpc>
              <a:spcBef>
                <a:spcPts val="0"/>
              </a:spcBef>
              <a:spcAft>
                <a:spcPts val="0"/>
              </a:spcAft>
              <a:buSzPts val="2000"/>
              <a:buNone/>
              <a:defRPr b="1" sz="2000"/>
            </a:lvl4pPr>
            <a:lvl5pPr lvl="4" algn="l">
              <a:lnSpc>
                <a:spcPct val="100000"/>
              </a:lnSpc>
              <a:spcBef>
                <a:spcPts val="0"/>
              </a:spcBef>
              <a:spcAft>
                <a:spcPts val="0"/>
              </a:spcAft>
              <a:buSzPts val="2000"/>
              <a:buNone/>
              <a:defRPr b="1" sz="2000"/>
            </a:lvl5pPr>
            <a:lvl6pPr lvl="5" algn="l">
              <a:lnSpc>
                <a:spcPct val="100000"/>
              </a:lnSpc>
              <a:spcBef>
                <a:spcPts val="0"/>
              </a:spcBef>
              <a:spcAft>
                <a:spcPts val="0"/>
              </a:spcAft>
              <a:buSzPts val="2000"/>
              <a:buNone/>
              <a:defRPr b="1" sz="2000"/>
            </a:lvl6pPr>
            <a:lvl7pPr lvl="6" algn="l">
              <a:lnSpc>
                <a:spcPct val="100000"/>
              </a:lnSpc>
              <a:spcBef>
                <a:spcPts val="0"/>
              </a:spcBef>
              <a:spcAft>
                <a:spcPts val="0"/>
              </a:spcAft>
              <a:buSzPts val="2000"/>
              <a:buNone/>
              <a:defRPr b="1" sz="2000"/>
            </a:lvl7pPr>
            <a:lvl8pPr lvl="7" algn="l">
              <a:lnSpc>
                <a:spcPct val="100000"/>
              </a:lnSpc>
              <a:spcBef>
                <a:spcPts val="0"/>
              </a:spcBef>
              <a:spcAft>
                <a:spcPts val="0"/>
              </a:spcAft>
              <a:buSzPts val="2000"/>
              <a:buNone/>
              <a:defRPr b="1" sz="2000"/>
            </a:lvl8pPr>
            <a:lvl9pPr lvl="8" algn="l">
              <a:lnSpc>
                <a:spcPct val="100000"/>
              </a:lnSpc>
              <a:spcBef>
                <a:spcPts val="0"/>
              </a:spcBef>
              <a:spcAft>
                <a:spcPts val="0"/>
              </a:spcAft>
              <a:buSzPts val="2000"/>
              <a:buNone/>
              <a:defRPr b="1" sz="2000"/>
            </a:lvl9pPr>
          </a:lstStyle>
          <a:p/>
        </p:txBody>
      </p:sp>
      <p:sp>
        <p:nvSpPr>
          <p:cNvPr id="180" name="Google Shape;180;g2d3c537dc00_0_161"/>
          <p:cNvSpPr txBox="1"/>
          <p:nvPr>
            <p:ph idx="3" type="ctrTitle"/>
          </p:nvPr>
        </p:nvSpPr>
        <p:spPr>
          <a:xfrm>
            <a:off x="3548250" y="3246625"/>
            <a:ext cx="2047500" cy="289200"/>
          </a:xfrm>
          <a:prstGeom prst="rect">
            <a:avLst/>
          </a:prstGeom>
          <a:noFill/>
          <a:ln>
            <a:noFill/>
          </a:ln>
        </p:spPr>
        <p:txBody>
          <a:bodyPr anchorCtr="0" anchor="b" bIns="0" lIns="0" spcFirstLastPara="1" rIns="0" wrap="square" tIns="0">
            <a:noAutofit/>
          </a:bodyPr>
          <a:lstStyle>
            <a:lvl1pPr lvl="0" algn="l">
              <a:lnSpc>
                <a:spcPct val="85000"/>
              </a:lnSpc>
              <a:spcBef>
                <a:spcPts val="0"/>
              </a:spcBef>
              <a:spcAft>
                <a:spcPts val="0"/>
              </a:spcAft>
              <a:buClr>
                <a:schemeClr val="accent2"/>
              </a:buClr>
              <a:buSzPts val="2000"/>
              <a:buNone/>
              <a:defRPr sz="2000">
                <a:solidFill>
                  <a:schemeClr val="accent2"/>
                </a:solidFill>
              </a:defRPr>
            </a:lvl1pPr>
            <a:lvl2pPr lvl="1" algn="l">
              <a:lnSpc>
                <a:spcPct val="100000"/>
              </a:lnSpc>
              <a:spcBef>
                <a:spcPts val="0"/>
              </a:spcBef>
              <a:spcAft>
                <a:spcPts val="0"/>
              </a:spcAft>
              <a:buSzPts val="2000"/>
              <a:buNone/>
              <a:defRPr b="1" sz="2000"/>
            </a:lvl2pPr>
            <a:lvl3pPr lvl="2" algn="l">
              <a:lnSpc>
                <a:spcPct val="100000"/>
              </a:lnSpc>
              <a:spcBef>
                <a:spcPts val="0"/>
              </a:spcBef>
              <a:spcAft>
                <a:spcPts val="0"/>
              </a:spcAft>
              <a:buSzPts val="2000"/>
              <a:buNone/>
              <a:defRPr b="1" sz="2000"/>
            </a:lvl3pPr>
            <a:lvl4pPr lvl="3" algn="l">
              <a:lnSpc>
                <a:spcPct val="100000"/>
              </a:lnSpc>
              <a:spcBef>
                <a:spcPts val="0"/>
              </a:spcBef>
              <a:spcAft>
                <a:spcPts val="0"/>
              </a:spcAft>
              <a:buSzPts val="2000"/>
              <a:buNone/>
              <a:defRPr b="1" sz="2000"/>
            </a:lvl4pPr>
            <a:lvl5pPr lvl="4" algn="l">
              <a:lnSpc>
                <a:spcPct val="100000"/>
              </a:lnSpc>
              <a:spcBef>
                <a:spcPts val="0"/>
              </a:spcBef>
              <a:spcAft>
                <a:spcPts val="0"/>
              </a:spcAft>
              <a:buSzPts val="2000"/>
              <a:buNone/>
              <a:defRPr b="1" sz="2000"/>
            </a:lvl5pPr>
            <a:lvl6pPr lvl="5" algn="l">
              <a:lnSpc>
                <a:spcPct val="100000"/>
              </a:lnSpc>
              <a:spcBef>
                <a:spcPts val="0"/>
              </a:spcBef>
              <a:spcAft>
                <a:spcPts val="0"/>
              </a:spcAft>
              <a:buSzPts val="2000"/>
              <a:buNone/>
              <a:defRPr b="1" sz="2000"/>
            </a:lvl6pPr>
            <a:lvl7pPr lvl="6" algn="l">
              <a:lnSpc>
                <a:spcPct val="100000"/>
              </a:lnSpc>
              <a:spcBef>
                <a:spcPts val="0"/>
              </a:spcBef>
              <a:spcAft>
                <a:spcPts val="0"/>
              </a:spcAft>
              <a:buSzPts val="2000"/>
              <a:buNone/>
              <a:defRPr b="1" sz="2000"/>
            </a:lvl7pPr>
            <a:lvl8pPr lvl="7" algn="l">
              <a:lnSpc>
                <a:spcPct val="100000"/>
              </a:lnSpc>
              <a:spcBef>
                <a:spcPts val="0"/>
              </a:spcBef>
              <a:spcAft>
                <a:spcPts val="0"/>
              </a:spcAft>
              <a:buSzPts val="2000"/>
              <a:buNone/>
              <a:defRPr b="1" sz="2000"/>
            </a:lvl8pPr>
            <a:lvl9pPr lvl="8" algn="l">
              <a:lnSpc>
                <a:spcPct val="100000"/>
              </a:lnSpc>
              <a:spcBef>
                <a:spcPts val="0"/>
              </a:spcBef>
              <a:spcAft>
                <a:spcPts val="0"/>
              </a:spcAft>
              <a:buSzPts val="2000"/>
              <a:buNone/>
              <a:defRPr b="1" sz="2000"/>
            </a:lvl9pPr>
          </a:lstStyle>
          <a:p/>
        </p:txBody>
      </p:sp>
      <p:sp>
        <p:nvSpPr>
          <p:cNvPr id="181" name="Google Shape;181;g2d3c537dc00_0_161"/>
          <p:cNvSpPr txBox="1"/>
          <p:nvPr>
            <p:ph idx="4" type="ctrTitle"/>
          </p:nvPr>
        </p:nvSpPr>
        <p:spPr>
          <a:xfrm>
            <a:off x="6130225" y="3246625"/>
            <a:ext cx="2047500" cy="289200"/>
          </a:xfrm>
          <a:prstGeom prst="rect">
            <a:avLst/>
          </a:prstGeom>
          <a:noFill/>
          <a:ln>
            <a:noFill/>
          </a:ln>
        </p:spPr>
        <p:txBody>
          <a:bodyPr anchorCtr="0" anchor="b" bIns="0" lIns="0" spcFirstLastPara="1" rIns="0" wrap="square" tIns="0">
            <a:noAutofit/>
          </a:bodyPr>
          <a:lstStyle>
            <a:lvl1pPr lvl="0" algn="l">
              <a:lnSpc>
                <a:spcPct val="85000"/>
              </a:lnSpc>
              <a:spcBef>
                <a:spcPts val="0"/>
              </a:spcBef>
              <a:spcAft>
                <a:spcPts val="0"/>
              </a:spcAft>
              <a:buClr>
                <a:schemeClr val="accent2"/>
              </a:buClr>
              <a:buSzPts val="2000"/>
              <a:buNone/>
              <a:defRPr sz="2000">
                <a:solidFill>
                  <a:schemeClr val="accent2"/>
                </a:solidFill>
              </a:defRPr>
            </a:lvl1pPr>
            <a:lvl2pPr lvl="1" algn="l">
              <a:lnSpc>
                <a:spcPct val="100000"/>
              </a:lnSpc>
              <a:spcBef>
                <a:spcPts val="0"/>
              </a:spcBef>
              <a:spcAft>
                <a:spcPts val="0"/>
              </a:spcAft>
              <a:buSzPts val="2000"/>
              <a:buNone/>
              <a:defRPr b="1" sz="2000"/>
            </a:lvl2pPr>
            <a:lvl3pPr lvl="2" algn="l">
              <a:lnSpc>
                <a:spcPct val="100000"/>
              </a:lnSpc>
              <a:spcBef>
                <a:spcPts val="0"/>
              </a:spcBef>
              <a:spcAft>
                <a:spcPts val="0"/>
              </a:spcAft>
              <a:buSzPts val="2000"/>
              <a:buNone/>
              <a:defRPr b="1" sz="2000"/>
            </a:lvl3pPr>
            <a:lvl4pPr lvl="3" algn="l">
              <a:lnSpc>
                <a:spcPct val="100000"/>
              </a:lnSpc>
              <a:spcBef>
                <a:spcPts val="0"/>
              </a:spcBef>
              <a:spcAft>
                <a:spcPts val="0"/>
              </a:spcAft>
              <a:buSzPts val="2000"/>
              <a:buNone/>
              <a:defRPr b="1" sz="2000"/>
            </a:lvl4pPr>
            <a:lvl5pPr lvl="4" algn="l">
              <a:lnSpc>
                <a:spcPct val="100000"/>
              </a:lnSpc>
              <a:spcBef>
                <a:spcPts val="0"/>
              </a:spcBef>
              <a:spcAft>
                <a:spcPts val="0"/>
              </a:spcAft>
              <a:buSzPts val="2000"/>
              <a:buNone/>
              <a:defRPr b="1" sz="2000"/>
            </a:lvl5pPr>
            <a:lvl6pPr lvl="5" algn="l">
              <a:lnSpc>
                <a:spcPct val="100000"/>
              </a:lnSpc>
              <a:spcBef>
                <a:spcPts val="0"/>
              </a:spcBef>
              <a:spcAft>
                <a:spcPts val="0"/>
              </a:spcAft>
              <a:buSzPts val="2000"/>
              <a:buNone/>
              <a:defRPr b="1" sz="2000"/>
            </a:lvl6pPr>
            <a:lvl7pPr lvl="6" algn="l">
              <a:lnSpc>
                <a:spcPct val="100000"/>
              </a:lnSpc>
              <a:spcBef>
                <a:spcPts val="0"/>
              </a:spcBef>
              <a:spcAft>
                <a:spcPts val="0"/>
              </a:spcAft>
              <a:buSzPts val="2000"/>
              <a:buNone/>
              <a:defRPr b="1" sz="2000"/>
            </a:lvl7pPr>
            <a:lvl8pPr lvl="7" algn="l">
              <a:lnSpc>
                <a:spcPct val="100000"/>
              </a:lnSpc>
              <a:spcBef>
                <a:spcPts val="0"/>
              </a:spcBef>
              <a:spcAft>
                <a:spcPts val="0"/>
              </a:spcAft>
              <a:buSzPts val="2000"/>
              <a:buNone/>
              <a:defRPr b="1" sz="2000"/>
            </a:lvl8pPr>
            <a:lvl9pPr lvl="8" algn="l">
              <a:lnSpc>
                <a:spcPct val="100000"/>
              </a:lnSpc>
              <a:spcBef>
                <a:spcPts val="0"/>
              </a:spcBef>
              <a:spcAft>
                <a:spcPts val="0"/>
              </a:spcAft>
              <a:buSzPts val="2000"/>
              <a:buNone/>
              <a:defRPr b="1" sz="2000"/>
            </a:lvl9pPr>
          </a:lstStyle>
          <a:p/>
        </p:txBody>
      </p:sp>
      <p:sp>
        <p:nvSpPr>
          <p:cNvPr id="182" name="Google Shape;182;g2d3c537dc00_0_161"/>
          <p:cNvSpPr txBox="1"/>
          <p:nvPr>
            <p:ph idx="5" type="ctrTitle"/>
          </p:nvPr>
        </p:nvSpPr>
        <p:spPr>
          <a:xfrm>
            <a:off x="966275" y="3664550"/>
            <a:ext cx="2047500" cy="9237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1000"/>
              <a:buNone/>
              <a:defRPr b="1" sz="1000"/>
            </a:lvl2pPr>
            <a:lvl3pPr lvl="2" algn="l">
              <a:lnSpc>
                <a:spcPct val="100000"/>
              </a:lnSpc>
              <a:spcBef>
                <a:spcPts val="0"/>
              </a:spcBef>
              <a:spcAft>
                <a:spcPts val="0"/>
              </a:spcAft>
              <a:buSzPts val="1000"/>
              <a:buNone/>
              <a:defRPr b="1" sz="1000"/>
            </a:lvl3pPr>
            <a:lvl4pPr lvl="3" algn="l">
              <a:lnSpc>
                <a:spcPct val="100000"/>
              </a:lnSpc>
              <a:spcBef>
                <a:spcPts val="0"/>
              </a:spcBef>
              <a:spcAft>
                <a:spcPts val="0"/>
              </a:spcAft>
              <a:buSzPts val="1000"/>
              <a:buNone/>
              <a:defRPr b="1" sz="1000"/>
            </a:lvl4pPr>
            <a:lvl5pPr lvl="4" algn="l">
              <a:lnSpc>
                <a:spcPct val="100000"/>
              </a:lnSpc>
              <a:spcBef>
                <a:spcPts val="0"/>
              </a:spcBef>
              <a:spcAft>
                <a:spcPts val="0"/>
              </a:spcAft>
              <a:buSzPts val="1000"/>
              <a:buNone/>
              <a:defRPr b="1" sz="1000"/>
            </a:lvl5pPr>
            <a:lvl6pPr lvl="5" algn="l">
              <a:lnSpc>
                <a:spcPct val="100000"/>
              </a:lnSpc>
              <a:spcBef>
                <a:spcPts val="0"/>
              </a:spcBef>
              <a:spcAft>
                <a:spcPts val="0"/>
              </a:spcAft>
              <a:buSzPts val="1000"/>
              <a:buNone/>
              <a:defRPr b="1" sz="1000"/>
            </a:lvl6pPr>
            <a:lvl7pPr lvl="6" algn="l">
              <a:lnSpc>
                <a:spcPct val="100000"/>
              </a:lnSpc>
              <a:spcBef>
                <a:spcPts val="0"/>
              </a:spcBef>
              <a:spcAft>
                <a:spcPts val="0"/>
              </a:spcAft>
              <a:buSzPts val="1000"/>
              <a:buNone/>
              <a:defRPr b="1" sz="1000"/>
            </a:lvl7pPr>
            <a:lvl8pPr lvl="7" algn="l">
              <a:lnSpc>
                <a:spcPct val="100000"/>
              </a:lnSpc>
              <a:spcBef>
                <a:spcPts val="0"/>
              </a:spcBef>
              <a:spcAft>
                <a:spcPts val="0"/>
              </a:spcAft>
              <a:buSzPts val="1000"/>
              <a:buNone/>
              <a:defRPr b="1" sz="1000"/>
            </a:lvl8pPr>
            <a:lvl9pPr lvl="8" algn="l">
              <a:lnSpc>
                <a:spcPct val="100000"/>
              </a:lnSpc>
              <a:spcBef>
                <a:spcPts val="0"/>
              </a:spcBef>
              <a:spcAft>
                <a:spcPts val="0"/>
              </a:spcAft>
              <a:buSzPts val="1000"/>
              <a:buNone/>
              <a:defRPr b="1" sz="1000"/>
            </a:lvl9pPr>
          </a:lstStyle>
          <a:p/>
        </p:txBody>
      </p:sp>
      <p:sp>
        <p:nvSpPr>
          <p:cNvPr id="183" name="Google Shape;183;g2d3c537dc00_0_161"/>
          <p:cNvSpPr txBox="1"/>
          <p:nvPr>
            <p:ph idx="6" type="ctrTitle"/>
          </p:nvPr>
        </p:nvSpPr>
        <p:spPr>
          <a:xfrm>
            <a:off x="3548250" y="3664550"/>
            <a:ext cx="2047500" cy="9237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1000"/>
              <a:buNone/>
              <a:defRPr b="1" sz="1000"/>
            </a:lvl2pPr>
            <a:lvl3pPr lvl="2" algn="l">
              <a:lnSpc>
                <a:spcPct val="100000"/>
              </a:lnSpc>
              <a:spcBef>
                <a:spcPts val="0"/>
              </a:spcBef>
              <a:spcAft>
                <a:spcPts val="0"/>
              </a:spcAft>
              <a:buSzPts val="1000"/>
              <a:buNone/>
              <a:defRPr b="1" sz="1000"/>
            </a:lvl3pPr>
            <a:lvl4pPr lvl="3" algn="l">
              <a:lnSpc>
                <a:spcPct val="100000"/>
              </a:lnSpc>
              <a:spcBef>
                <a:spcPts val="0"/>
              </a:spcBef>
              <a:spcAft>
                <a:spcPts val="0"/>
              </a:spcAft>
              <a:buSzPts val="1000"/>
              <a:buNone/>
              <a:defRPr b="1" sz="1000"/>
            </a:lvl4pPr>
            <a:lvl5pPr lvl="4" algn="l">
              <a:lnSpc>
                <a:spcPct val="100000"/>
              </a:lnSpc>
              <a:spcBef>
                <a:spcPts val="0"/>
              </a:spcBef>
              <a:spcAft>
                <a:spcPts val="0"/>
              </a:spcAft>
              <a:buSzPts val="1000"/>
              <a:buNone/>
              <a:defRPr b="1" sz="1000"/>
            </a:lvl5pPr>
            <a:lvl6pPr lvl="5" algn="l">
              <a:lnSpc>
                <a:spcPct val="100000"/>
              </a:lnSpc>
              <a:spcBef>
                <a:spcPts val="0"/>
              </a:spcBef>
              <a:spcAft>
                <a:spcPts val="0"/>
              </a:spcAft>
              <a:buSzPts val="1000"/>
              <a:buNone/>
              <a:defRPr b="1" sz="1000"/>
            </a:lvl6pPr>
            <a:lvl7pPr lvl="6" algn="l">
              <a:lnSpc>
                <a:spcPct val="100000"/>
              </a:lnSpc>
              <a:spcBef>
                <a:spcPts val="0"/>
              </a:spcBef>
              <a:spcAft>
                <a:spcPts val="0"/>
              </a:spcAft>
              <a:buSzPts val="1000"/>
              <a:buNone/>
              <a:defRPr b="1" sz="1000"/>
            </a:lvl7pPr>
            <a:lvl8pPr lvl="7" algn="l">
              <a:lnSpc>
                <a:spcPct val="100000"/>
              </a:lnSpc>
              <a:spcBef>
                <a:spcPts val="0"/>
              </a:spcBef>
              <a:spcAft>
                <a:spcPts val="0"/>
              </a:spcAft>
              <a:buSzPts val="1000"/>
              <a:buNone/>
              <a:defRPr b="1" sz="1000"/>
            </a:lvl8pPr>
            <a:lvl9pPr lvl="8" algn="l">
              <a:lnSpc>
                <a:spcPct val="100000"/>
              </a:lnSpc>
              <a:spcBef>
                <a:spcPts val="0"/>
              </a:spcBef>
              <a:spcAft>
                <a:spcPts val="0"/>
              </a:spcAft>
              <a:buSzPts val="1000"/>
              <a:buNone/>
              <a:defRPr b="1" sz="1000"/>
            </a:lvl9pPr>
          </a:lstStyle>
          <a:p/>
        </p:txBody>
      </p:sp>
      <p:sp>
        <p:nvSpPr>
          <p:cNvPr id="184" name="Google Shape;184;g2d3c537dc00_0_161"/>
          <p:cNvSpPr txBox="1"/>
          <p:nvPr>
            <p:ph idx="7" type="ctrTitle"/>
          </p:nvPr>
        </p:nvSpPr>
        <p:spPr>
          <a:xfrm>
            <a:off x="6130225" y="3664550"/>
            <a:ext cx="2047500" cy="9237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1000"/>
              <a:buNone/>
              <a:defRPr b="1" sz="1000"/>
            </a:lvl2pPr>
            <a:lvl3pPr lvl="2" algn="l">
              <a:lnSpc>
                <a:spcPct val="100000"/>
              </a:lnSpc>
              <a:spcBef>
                <a:spcPts val="0"/>
              </a:spcBef>
              <a:spcAft>
                <a:spcPts val="0"/>
              </a:spcAft>
              <a:buSzPts val="1000"/>
              <a:buNone/>
              <a:defRPr b="1" sz="1000"/>
            </a:lvl3pPr>
            <a:lvl4pPr lvl="3" algn="l">
              <a:lnSpc>
                <a:spcPct val="100000"/>
              </a:lnSpc>
              <a:spcBef>
                <a:spcPts val="0"/>
              </a:spcBef>
              <a:spcAft>
                <a:spcPts val="0"/>
              </a:spcAft>
              <a:buSzPts val="1000"/>
              <a:buNone/>
              <a:defRPr b="1" sz="1000"/>
            </a:lvl4pPr>
            <a:lvl5pPr lvl="4" algn="l">
              <a:lnSpc>
                <a:spcPct val="100000"/>
              </a:lnSpc>
              <a:spcBef>
                <a:spcPts val="0"/>
              </a:spcBef>
              <a:spcAft>
                <a:spcPts val="0"/>
              </a:spcAft>
              <a:buSzPts val="1000"/>
              <a:buNone/>
              <a:defRPr b="1" sz="1000"/>
            </a:lvl5pPr>
            <a:lvl6pPr lvl="5" algn="l">
              <a:lnSpc>
                <a:spcPct val="100000"/>
              </a:lnSpc>
              <a:spcBef>
                <a:spcPts val="0"/>
              </a:spcBef>
              <a:spcAft>
                <a:spcPts val="0"/>
              </a:spcAft>
              <a:buSzPts val="1000"/>
              <a:buNone/>
              <a:defRPr b="1" sz="1000"/>
            </a:lvl6pPr>
            <a:lvl7pPr lvl="6" algn="l">
              <a:lnSpc>
                <a:spcPct val="100000"/>
              </a:lnSpc>
              <a:spcBef>
                <a:spcPts val="0"/>
              </a:spcBef>
              <a:spcAft>
                <a:spcPts val="0"/>
              </a:spcAft>
              <a:buSzPts val="1000"/>
              <a:buNone/>
              <a:defRPr b="1" sz="1000"/>
            </a:lvl7pPr>
            <a:lvl8pPr lvl="7" algn="l">
              <a:lnSpc>
                <a:spcPct val="100000"/>
              </a:lnSpc>
              <a:spcBef>
                <a:spcPts val="0"/>
              </a:spcBef>
              <a:spcAft>
                <a:spcPts val="0"/>
              </a:spcAft>
              <a:buSzPts val="1000"/>
              <a:buNone/>
              <a:defRPr b="1" sz="1000"/>
            </a:lvl8pPr>
            <a:lvl9pPr lvl="8" algn="l">
              <a:lnSpc>
                <a:spcPct val="100000"/>
              </a:lnSpc>
              <a:spcBef>
                <a:spcPts val="0"/>
              </a:spcBef>
              <a:spcAft>
                <a:spcPts val="0"/>
              </a:spcAft>
              <a:buSzPts val="1000"/>
              <a:buNone/>
              <a:defRPr b="1" sz="1000"/>
            </a:lvl9pPr>
          </a:lstStyle>
          <a:p/>
        </p:txBody>
      </p:sp>
      <p:sp>
        <p:nvSpPr>
          <p:cNvPr id="185" name="Google Shape;185;g2d3c537dc00_0_161"/>
          <p:cNvSpPr/>
          <p:nvPr>
            <p:ph idx="8" type="pic"/>
          </p:nvPr>
        </p:nvSpPr>
        <p:spPr>
          <a:xfrm>
            <a:off x="3545663" y="1469925"/>
            <a:ext cx="2052900" cy="1628700"/>
          </a:xfrm>
          <a:prstGeom prst="roundRect">
            <a:avLst>
              <a:gd fmla="val 2710" name="adj"/>
            </a:avLst>
          </a:prstGeom>
          <a:noFill/>
          <a:ln>
            <a:noFill/>
          </a:ln>
        </p:spPr>
      </p:sp>
      <p:sp>
        <p:nvSpPr>
          <p:cNvPr id="186" name="Google Shape;186;g2d3c537dc00_0_161"/>
          <p:cNvSpPr/>
          <p:nvPr>
            <p:ph idx="9" type="pic"/>
          </p:nvPr>
        </p:nvSpPr>
        <p:spPr>
          <a:xfrm>
            <a:off x="961088" y="1469925"/>
            <a:ext cx="2052900" cy="1628700"/>
          </a:xfrm>
          <a:prstGeom prst="roundRect">
            <a:avLst>
              <a:gd fmla="val 2710" name="adj"/>
            </a:avLst>
          </a:prstGeom>
          <a:noFill/>
          <a:ln>
            <a:noFill/>
          </a:ln>
        </p:spPr>
      </p:sp>
      <p:sp>
        <p:nvSpPr>
          <p:cNvPr id="187" name="Google Shape;187;g2d3c537dc00_0_161"/>
          <p:cNvSpPr/>
          <p:nvPr>
            <p:ph idx="13" type="pic"/>
          </p:nvPr>
        </p:nvSpPr>
        <p:spPr>
          <a:xfrm>
            <a:off x="6130238" y="1469925"/>
            <a:ext cx="2052900" cy="1628700"/>
          </a:xfrm>
          <a:prstGeom prst="roundRect">
            <a:avLst>
              <a:gd fmla="val 2710" name="adj"/>
            </a:avLst>
          </a:prstGeom>
          <a:no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w/images">
  <p:cSld name="CUSTOM_8">
    <p:spTree>
      <p:nvGrpSpPr>
        <p:cNvPr id="188" name="Shape 188"/>
        <p:cNvGrpSpPr/>
        <p:nvPr/>
      </p:nvGrpSpPr>
      <p:grpSpPr>
        <a:xfrm>
          <a:off x="0" y="0"/>
          <a:ext cx="0" cy="0"/>
          <a:chOff x="0" y="0"/>
          <a:chExt cx="0" cy="0"/>
        </a:xfrm>
      </p:grpSpPr>
      <p:sp>
        <p:nvSpPr>
          <p:cNvPr id="189" name="Google Shape;189;g2d3c537dc00_0_172"/>
          <p:cNvSpPr/>
          <p:nvPr/>
        </p:nvSpPr>
        <p:spPr>
          <a:xfrm>
            <a:off x="13300" y="3225"/>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g2d3c537dc00_0_172"/>
          <p:cNvSpPr/>
          <p:nvPr/>
        </p:nvSpPr>
        <p:spPr>
          <a:xfrm>
            <a:off x="4585274" y="3225"/>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g2d3c537dc00_0_172"/>
          <p:cNvSpPr/>
          <p:nvPr>
            <p:ph idx="2" type="pic"/>
          </p:nvPr>
        </p:nvSpPr>
        <p:spPr>
          <a:xfrm>
            <a:off x="581285" y="1052025"/>
            <a:ext cx="3329400" cy="3045900"/>
          </a:xfrm>
          <a:prstGeom prst="rect">
            <a:avLst/>
          </a:prstGeom>
          <a:noFill/>
          <a:ln>
            <a:noFill/>
          </a:ln>
        </p:spPr>
      </p:sp>
      <p:sp>
        <p:nvSpPr>
          <p:cNvPr id="192" name="Google Shape;192;g2d3c537dc00_0_172"/>
          <p:cNvSpPr/>
          <p:nvPr>
            <p:ph idx="3" type="pic"/>
          </p:nvPr>
        </p:nvSpPr>
        <p:spPr>
          <a:xfrm>
            <a:off x="5206580" y="1052025"/>
            <a:ext cx="3329400" cy="3045900"/>
          </a:xfrm>
          <a:prstGeom prst="rect">
            <a:avLst/>
          </a:prstGeom>
          <a:noFill/>
          <a:ln>
            <a:noFill/>
          </a:ln>
        </p:spPr>
      </p:sp>
      <p:sp>
        <p:nvSpPr>
          <p:cNvPr id="193" name="Google Shape;193;g2d3c537dc00_0_172"/>
          <p:cNvSpPr/>
          <p:nvPr/>
        </p:nvSpPr>
        <p:spPr>
          <a:xfrm>
            <a:off x="231125" y="228600"/>
            <a:ext cx="1446300" cy="3267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g2d3c537dc00_0_172"/>
          <p:cNvSpPr txBox="1"/>
          <p:nvPr>
            <p:ph type="ctrTitle"/>
          </p:nvPr>
        </p:nvSpPr>
        <p:spPr>
          <a:xfrm>
            <a:off x="154825" y="228600"/>
            <a:ext cx="1599600" cy="326700"/>
          </a:xfrm>
          <a:prstGeom prst="rect">
            <a:avLst/>
          </a:prstGeom>
          <a:noFill/>
          <a:ln>
            <a:noFill/>
          </a:ln>
        </p:spPr>
        <p:txBody>
          <a:bodyPr anchorCtr="0" anchor="ctr" bIns="0" lIns="0" spcFirstLastPara="1" rIns="0" wrap="square" tIns="0">
            <a:noAutofit/>
          </a:bodyPr>
          <a:lstStyle>
            <a:lvl1pPr lvl="0" algn="ctr">
              <a:lnSpc>
                <a:spcPct val="85000"/>
              </a:lnSpc>
              <a:spcBef>
                <a:spcPts val="0"/>
              </a:spcBef>
              <a:spcAft>
                <a:spcPts val="0"/>
              </a:spcAft>
              <a:buClr>
                <a:schemeClr val="accent2"/>
              </a:buClr>
              <a:buSzPts val="1300"/>
              <a:buNone/>
              <a:defRPr sz="1300">
                <a:solidFill>
                  <a:schemeClr val="accent2"/>
                </a:solidFill>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195" name="Google Shape;195;g2d3c537dc00_0_172"/>
          <p:cNvSpPr/>
          <p:nvPr/>
        </p:nvSpPr>
        <p:spPr>
          <a:xfrm>
            <a:off x="4872939" y="228600"/>
            <a:ext cx="1446300" cy="3267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g2d3c537dc00_0_172"/>
          <p:cNvSpPr txBox="1"/>
          <p:nvPr>
            <p:ph idx="4" type="ctrTitle"/>
          </p:nvPr>
        </p:nvSpPr>
        <p:spPr>
          <a:xfrm>
            <a:off x="4825050" y="228600"/>
            <a:ext cx="1599600" cy="326700"/>
          </a:xfrm>
          <a:prstGeom prst="rect">
            <a:avLst/>
          </a:prstGeom>
          <a:noFill/>
          <a:ln>
            <a:noFill/>
          </a:ln>
        </p:spPr>
        <p:txBody>
          <a:bodyPr anchorCtr="0" anchor="ctr" bIns="0" lIns="0" spcFirstLastPara="1" rIns="0" wrap="square" tIns="0">
            <a:noAutofit/>
          </a:bodyPr>
          <a:lstStyle>
            <a:lvl1pPr lvl="0" algn="ctr">
              <a:lnSpc>
                <a:spcPct val="85000"/>
              </a:lnSpc>
              <a:spcBef>
                <a:spcPts val="0"/>
              </a:spcBef>
              <a:spcAft>
                <a:spcPts val="0"/>
              </a:spcAft>
              <a:buClr>
                <a:schemeClr val="accent2"/>
              </a:buClr>
              <a:buSzPts val="1300"/>
              <a:buNone/>
              <a:defRPr sz="1300">
                <a:solidFill>
                  <a:schemeClr val="accent2"/>
                </a:solidFill>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w/text">
  <p:cSld name="CUSTOM_5_2">
    <p:bg>
      <p:bgPr>
        <a:solidFill>
          <a:schemeClr val="lt1"/>
        </a:solidFill>
      </p:bgPr>
    </p:bg>
    <p:spTree>
      <p:nvGrpSpPr>
        <p:cNvPr id="197" name="Shape 197"/>
        <p:cNvGrpSpPr/>
        <p:nvPr/>
      </p:nvGrpSpPr>
      <p:grpSpPr>
        <a:xfrm>
          <a:off x="0" y="0"/>
          <a:ext cx="0" cy="0"/>
          <a:chOff x="0" y="0"/>
          <a:chExt cx="0" cy="0"/>
        </a:xfrm>
      </p:grpSpPr>
      <p:sp>
        <p:nvSpPr>
          <p:cNvPr id="198" name="Google Shape;198;g2d3c537dc00_0_181"/>
          <p:cNvSpPr txBox="1"/>
          <p:nvPr>
            <p:ph type="ctrTitle"/>
          </p:nvPr>
        </p:nvSpPr>
        <p:spPr>
          <a:xfrm>
            <a:off x="2441650" y="537825"/>
            <a:ext cx="4260900" cy="354300"/>
          </a:xfrm>
          <a:prstGeom prst="rect">
            <a:avLst/>
          </a:prstGeom>
          <a:noFill/>
          <a:ln>
            <a:noFill/>
          </a:ln>
        </p:spPr>
        <p:txBody>
          <a:bodyPr anchorCtr="0" anchor="ctr" bIns="0" lIns="0" spcFirstLastPara="1" rIns="0" wrap="square" tIns="0">
            <a:noAutofit/>
          </a:bodyPr>
          <a:lstStyle>
            <a:lvl1pPr lvl="0" algn="ctr">
              <a:lnSpc>
                <a:spcPct val="85000"/>
              </a:lnSpc>
              <a:spcBef>
                <a:spcPts val="0"/>
              </a:spcBef>
              <a:spcAft>
                <a:spcPts val="0"/>
              </a:spcAft>
              <a:buClr>
                <a:schemeClr val="accent2"/>
              </a:buClr>
              <a:buSzPts val="2500"/>
              <a:buFont typeface="Inter"/>
              <a:buNone/>
              <a:defRPr b="1" sz="2500">
                <a:solidFill>
                  <a:schemeClr val="accent2"/>
                </a:solidFill>
                <a:latin typeface="Inter"/>
                <a:ea typeface="Inter"/>
                <a:cs typeface="Inter"/>
                <a:sym typeface="Inter"/>
              </a:defRPr>
            </a:lvl1pPr>
            <a:lvl2pPr lvl="1" algn="ctr">
              <a:lnSpc>
                <a:spcPct val="100000"/>
              </a:lnSpc>
              <a:spcBef>
                <a:spcPts val="0"/>
              </a:spcBef>
              <a:spcAft>
                <a:spcPts val="0"/>
              </a:spcAft>
              <a:buSzPts val="7000"/>
              <a:buNone/>
              <a:defRPr b="1" sz="7000"/>
            </a:lvl2pPr>
            <a:lvl3pPr lvl="2" algn="ctr">
              <a:lnSpc>
                <a:spcPct val="100000"/>
              </a:lnSpc>
              <a:spcBef>
                <a:spcPts val="0"/>
              </a:spcBef>
              <a:spcAft>
                <a:spcPts val="0"/>
              </a:spcAft>
              <a:buSzPts val="7000"/>
              <a:buNone/>
              <a:defRPr b="1" sz="7000"/>
            </a:lvl3pPr>
            <a:lvl4pPr lvl="3" algn="ctr">
              <a:lnSpc>
                <a:spcPct val="100000"/>
              </a:lnSpc>
              <a:spcBef>
                <a:spcPts val="0"/>
              </a:spcBef>
              <a:spcAft>
                <a:spcPts val="0"/>
              </a:spcAft>
              <a:buSzPts val="7000"/>
              <a:buNone/>
              <a:defRPr b="1" sz="7000"/>
            </a:lvl4pPr>
            <a:lvl5pPr lvl="4" algn="ctr">
              <a:lnSpc>
                <a:spcPct val="100000"/>
              </a:lnSpc>
              <a:spcBef>
                <a:spcPts val="0"/>
              </a:spcBef>
              <a:spcAft>
                <a:spcPts val="0"/>
              </a:spcAft>
              <a:buSzPts val="7000"/>
              <a:buNone/>
              <a:defRPr b="1" sz="7000"/>
            </a:lvl5pPr>
            <a:lvl6pPr lvl="5" algn="ctr">
              <a:lnSpc>
                <a:spcPct val="100000"/>
              </a:lnSpc>
              <a:spcBef>
                <a:spcPts val="0"/>
              </a:spcBef>
              <a:spcAft>
                <a:spcPts val="0"/>
              </a:spcAft>
              <a:buSzPts val="7000"/>
              <a:buNone/>
              <a:defRPr b="1" sz="7000"/>
            </a:lvl6pPr>
            <a:lvl7pPr lvl="6" algn="ctr">
              <a:lnSpc>
                <a:spcPct val="100000"/>
              </a:lnSpc>
              <a:spcBef>
                <a:spcPts val="0"/>
              </a:spcBef>
              <a:spcAft>
                <a:spcPts val="0"/>
              </a:spcAft>
              <a:buSzPts val="7000"/>
              <a:buNone/>
              <a:defRPr b="1" sz="7000"/>
            </a:lvl7pPr>
            <a:lvl8pPr lvl="7" algn="ctr">
              <a:lnSpc>
                <a:spcPct val="100000"/>
              </a:lnSpc>
              <a:spcBef>
                <a:spcPts val="0"/>
              </a:spcBef>
              <a:spcAft>
                <a:spcPts val="0"/>
              </a:spcAft>
              <a:buSzPts val="7000"/>
              <a:buNone/>
              <a:defRPr b="1" sz="7000"/>
            </a:lvl8pPr>
            <a:lvl9pPr lvl="8" algn="ctr">
              <a:lnSpc>
                <a:spcPct val="100000"/>
              </a:lnSpc>
              <a:spcBef>
                <a:spcPts val="0"/>
              </a:spcBef>
              <a:spcAft>
                <a:spcPts val="0"/>
              </a:spcAft>
              <a:buSzPts val="7000"/>
              <a:buNone/>
              <a:defRPr b="1" sz="7000"/>
            </a:lvl9pPr>
          </a:lstStyle>
          <a:p/>
        </p:txBody>
      </p:sp>
      <p:sp>
        <p:nvSpPr>
          <p:cNvPr id="199" name="Google Shape;199;g2d3c537dc00_0_181"/>
          <p:cNvSpPr/>
          <p:nvPr/>
        </p:nvSpPr>
        <p:spPr>
          <a:xfrm>
            <a:off x="661475" y="1208432"/>
            <a:ext cx="2948400" cy="973200"/>
          </a:xfrm>
          <a:prstGeom prst="roundRect">
            <a:avLst>
              <a:gd fmla="val 3019"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g2d3c537dc00_0_181"/>
          <p:cNvSpPr/>
          <p:nvPr>
            <p:ph idx="2" type="pic"/>
          </p:nvPr>
        </p:nvSpPr>
        <p:spPr>
          <a:xfrm>
            <a:off x="813875" y="1365925"/>
            <a:ext cx="306600" cy="306600"/>
          </a:xfrm>
          <a:prstGeom prst="rect">
            <a:avLst/>
          </a:prstGeom>
          <a:noFill/>
          <a:ln>
            <a:noFill/>
          </a:ln>
        </p:spPr>
      </p:sp>
      <p:sp>
        <p:nvSpPr>
          <p:cNvPr id="201" name="Google Shape;201;g2d3c537dc00_0_181"/>
          <p:cNvSpPr txBox="1"/>
          <p:nvPr>
            <p:ph idx="3" type="ctrTitle"/>
          </p:nvPr>
        </p:nvSpPr>
        <p:spPr>
          <a:xfrm>
            <a:off x="1289773" y="1365949"/>
            <a:ext cx="1970100" cy="1851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600"/>
              <a:buFont typeface="Inter"/>
              <a:buNone/>
              <a:defRPr b="1" sz="16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202" name="Google Shape;202;g2d3c537dc00_0_181"/>
          <p:cNvSpPr txBox="1"/>
          <p:nvPr>
            <p:ph idx="4" type="ctrTitle"/>
          </p:nvPr>
        </p:nvSpPr>
        <p:spPr>
          <a:xfrm>
            <a:off x="1289773" y="1585161"/>
            <a:ext cx="2046900" cy="5067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1000"/>
              <a:buFont typeface="Inter"/>
              <a:buNone/>
              <a:defRPr sz="1000">
                <a:latin typeface="Inter"/>
                <a:ea typeface="Inter"/>
                <a:cs typeface="Inter"/>
                <a:sym typeface="Inter"/>
              </a:defRPr>
            </a:lvl2pPr>
            <a:lvl3pPr lvl="2" algn="l">
              <a:lnSpc>
                <a:spcPct val="100000"/>
              </a:lnSpc>
              <a:spcBef>
                <a:spcPts val="0"/>
              </a:spcBef>
              <a:spcAft>
                <a:spcPts val="0"/>
              </a:spcAft>
              <a:buSzPts val="1000"/>
              <a:buFont typeface="Inter"/>
              <a:buNone/>
              <a:defRPr sz="1000">
                <a:latin typeface="Inter"/>
                <a:ea typeface="Inter"/>
                <a:cs typeface="Inter"/>
                <a:sym typeface="Inter"/>
              </a:defRPr>
            </a:lvl3pPr>
            <a:lvl4pPr lvl="3" algn="l">
              <a:lnSpc>
                <a:spcPct val="100000"/>
              </a:lnSpc>
              <a:spcBef>
                <a:spcPts val="0"/>
              </a:spcBef>
              <a:spcAft>
                <a:spcPts val="0"/>
              </a:spcAft>
              <a:buSzPts val="1000"/>
              <a:buFont typeface="Inter"/>
              <a:buNone/>
              <a:defRPr sz="1000">
                <a:latin typeface="Inter"/>
                <a:ea typeface="Inter"/>
                <a:cs typeface="Inter"/>
                <a:sym typeface="Inter"/>
              </a:defRPr>
            </a:lvl4pPr>
            <a:lvl5pPr lvl="4" algn="l">
              <a:lnSpc>
                <a:spcPct val="100000"/>
              </a:lnSpc>
              <a:spcBef>
                <a:spcPts val="0"/>
              </a:spcBef>
              <a:spcAft>
                <a:spcPts val="0"/>
              </a:spcAft>
              <a:buSzPts val="1000"/>
              <a:buFont typeface="Inter"/>
              <a:buNone/>
              <a:defRPr sz="1000">
                <a:latin typeface="Inter"/>
                <a:ea typeface="Inter"/>
                <a:cs typeface="Inter"/>
                <a:sym typeface="Inter"/>
              </a:defRPr>
            </a:lvl5pPr>
            <a:lvl6pPr lvl="5" algn="l">
              <a:lnSpc>
                <a:spcPct val="100000"/>
              </a:lnSpc>
              <a:spcBef>
                <a:spcPts val="0"/>
              </a:spcBef>
              <a:spcAft>
                <a:spcPts val="0"/>
              </a:spcAft>
              <a:buSzPts val="1000"/>
              <a:buFont typeface="Inter"/>
              <a:buNone/>
              <a:defRPr sz="1000">
                <a:latin typeface="Inter"/>
                <a:ea typeface="Inter"/>
                <a:cs typeface="Inter"/>
                <a:sym typeface="Inter"/>
              </a:defRPr>
            </a:lvl6pPr>
            <a:lvl7pPr lvl="6" algn="l">
              <a:lnSpc>
                <a:spcPct val="100000"/>
              </a:lnSpc>
              <a:spcBef>
                <a:spcPts val="0"/>
              </a:spcBef>
              <a:spcAft>
                <a:spcPts val="0"/>
              </a:spcAft>
              <a:buSzPts val="1000"/>
              <a:buFont typeface="Inter"/>
              <a:buNone/>
              <a:defRPr sz="1000">
                <a:latin typeface="Inter"/>
                <a:ea typeface="Inter"/>
                <a:cs typeface="Inter"/>
                <a:sym typeface="Inter"/>
              </a:defRPr>
            </a:lvl7pPr>
            <a:lvl8pPr lvl="7" algn="l">
              <a:lnSpc>
                <a:spcPct val="100000"/>
              </a:lnSpc>
              <a:spcBef>
                <a:spcPts val="0"/>
              </a:spcBef>
              <a:spcAft>
                <a:spcPts val="0"/>
              </a:spcAft>
              <a:buSzPts val="1000"/>
              <a:buFont typeface="Inter"/>
              <a:buNone/>
              <a:defRPr sz="1000">
                <a:latin typeface="Inter"/>
                <a:ea typeface="Inter"/>
                <a:cs typeface="Inter"/>
                <a:sym typeface="Inter"/>
              </a:defRPr>
            </a:lvl8pPr>
            <a:lvl9pPr lvl="8" algn="l">
              <a:lnSpc>
                <a:spcPct val="100000"/>
              </a:lnSpc>
              <a:spcBef>
                <a:spcPts val="0"/>
              </a:spcBef>
              <a:spcAft>
                <a:spcPts val="0"/>
              </a:spcAft>
              <a:buSzPts val="1000"/>
              <a:buFont typeface="Inter"/>
              <a:buNone/>
              <a:defRPr sz="1000">
                <a:latin typeface="Inter"/>
                <a:ea typeface="Inter"/>
                <a:cs typeface="Inter"/>
                <a:sym typeface="Inter"/>
              </a:defRPr>
            </a:lvl9pPr>
          </a:lstStyle>
          <a:p/>
        </p:txBody>
      </p:sp>
      <p:sp>
        <p:nvSpPr>
          <p:cNvPr id="203" name="Google Shape;203;g2d3c537dc00_0_181"/>
          <p:cNvSpPr/>
          <p:nvPr/>
        </p:nvSpPr>
        <p:spPr>
          <a:xfrm>
            <a:off x="661475" y="2437763"/>
            <a:ext cx="2948400" cy="973200"/>
          </a:xfrm>
          <a:prstGeom prst="roundRect">
            <a:avLst>
              <a:gd fmla="val 3019"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g2d3c537dc00_0_181"/>
          <p:cNvSpPr/>
          <p:nvPr>
            <p:ph idx="5" type="pic"/>
          </p:nvPr>
        </p:nvSpPr>
        <p:spPr>
          <a:xfrm>
            <a:off x="813875" y="2682430"/>
            <a:ext cx="306600" cy="306600"/>
          </a:xfrm>
          <a:prstGeom prst="rect">
            <a:avLst/>
          </a:prstGeom>
          <a:noFill/>
          <a:ln>
            <a:noFill/>
          </a:ln>
        </p:spPr>
      </p:sp>
      <p:sp>
        <p:nvSpPr>
          <p:cNvPr id="205" name="Google Shape;205;g2d3c537dc00_0_181"/>
          <p:cNvSpPr txBox="1"/>
          <p:nvPr>
            <p:ph idx="6" type="ctrTitle"/>
          </p:nvPr>
        </p:nvSpPr>
        <p:spPr>
          <a:xfrm>
            <a:off x="1289773" y="2679775"/>
            <a:ext cx="1970100" cy="1851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600"/>
              <a:buFont typeface="Inter"/>
              <a:buNone/>
              <a:defRPr b="1" sz="16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206" name="Google Shape;206;g2d3c537dc00_0_181"/>
          <p:cNvSpPr txBox="1"/>
          <p:nvPr>
            <p:ph idx="7" type="ctrTitle"/>
          </p:nvPr>
        </p:nvSpPr>
        <p:spPr>
          <a:xfrm>
            <a:off x="1289773" y="2898988"/>
            <a:ext cx="2046900" cy="5067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207" name="Google Shape;207;g2d3c537dc00_0_181"/>
          <p:cNvSpPr/>
          <p:nvPr/>
        </p:nvSpPr>
        <p:spPr>
          <a:xfrm>
            <a:off x="661475" y="3669969"/>
            <a:ext cx="2948400" cy="973200"/>
          </a:xfrm>
          <a:prstGeom prst="roundRect">
            <a:avLst>
              <a:gd fmla="val 3019"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g2d3c537dc00_0_181"/>
          <p:cNvSpPr/>
          <p:nvPr>
            <p:ph idx="8" type="pic"/>
          </p:nvPr>
        </p:nvSpPr>
        <p:spPr>
          <a:xfrm>
            <a:off x="813875" y="3996485"/>
            <a:ext cx="306600" cy="306600"/>
          </a:xfrm>
          <a:prstGeom prst="rect">
            <a:avLst/>
          </a:prstGeom>
          <a:noFill/>
          <a:ln>
            <a:noFill/>
          </a:ln>
        </p:spPr>
      </p:sp>
      <p:sp>
        <p:nvSpPr>
          <p:cNvPr id="209" name="Google Shape;209;g2d3c537dc00_0_181"/>
          <p:cNvSpPr txBox="1"/>
          <p:nvPr>
            <p:ph idx="9" type="ctrTitle"/>
          </p:nvPr>
        </p:nvSpPr>
        <p:spPr>
          <a:xfrm>
            <a:off x="1289773" y="3996477"/>
            <a:ext cx="1970100" cy="1851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600"/>
              <a:buFont typeface="Inter"/>
              <a:buNone/>
              <a:defRPr b="1" sz="16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210" name="Google Shape;210;g2d3c537dc00_0_181"/>
          <p:cNvSpPr txBox="1"/>
          <p:nvPr>
            <p:ph idx="13" type="ctrTitle"/>
          </p:nvPr>
        </p:nvSpPr>
        <p:spPr>
          <a:xfrm>
            <a:off x="1289773" y="4215690"/>
            <a:ext cx="2046900" cy="5067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211" name="Google Shape;211;g2d3c537dc00_0_181"/>
          <p:cNvSpPr/>
          <p:nvPr/>
        </p:nvSpPr>
        <p:spPr>
          <a:xfrm>
            <a:off x="5517128" y="1208432"/>
            <a:ext cx="2948400" cy="973200"/>
          </a:xfrm>
          <a:prstGeom prst="roundRect">
            <a:avLst>
              <a:gd fmla="val 3019"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g2d3c537dc00_0_181"/>
          <p:cNvSpPr/>
          <p:nvPr>
            <p:ph idx="14" type="pic"/>
          </p:nvPr>
        </p:nvSpPr>
        <p:spPr>
          <a:xfrm>
            <a:off x="5697225" y="1365925"/>
            <a:ext cx="306600" cy="306600"/>
          </a:xfrm>
          <a:prstGeom prst="rect">
            <a:avLst/>
          </a:prstGeom>
          <a:noFill/>
          <a:ln>
            <a:noFill/>
          </a:ln>
        </p:spPr>
      </p:sp>
      <p:sp>
        <p:nvSpPr>
          <p:cNvPr id="213" name="Google Shape;213;g2d3c537dc00_0_181"/>
          <p:cNvSpPr txBox="1"/>
          <p:nvPr>
            <p:ph idx="15" type="ctrTitle"/>
          </p:nvPr>
        </p:nvSpPr>
        <p:spPr>
          <a:xfrm>
            <a:off x="6145432" y="1365949"/>
            <a:ext cx="1970100" cy="1851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600"/>
              <a:buFont typeface="Inter"/>
              <a:buNone/>
              <a:defRPr b="1" sz="16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214" name="Google Shape;214;g2d3c537dc00_0_181"/>
          <p:cNvSpPr txBox="1"/>
          <p:nvPr>
            <p:ph idx="16" type="ctrTitle"/>
          </p:nvPr>
        </p:nvSpPr>
        <p:spPr>
          <a:xfrm>
            <a:off x="6145432" y="1585161"/>
            <a:ext cx="2046900" cy="5067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215" name="Google Shape;215;g2d3c537dc00_0_181"/>
          <p:cNvSpPr/>
          <p:nvPr/>
        </p:nvSpPr>
        <p:spPr>
          <a:xfrm>
            <a:off x="5517128" y="2437763"/>
            <a:ext cx="2948400" cy="973200"/>
          </a:xfrm>
          <a:prstGeom prst="roundRect">
            <a:avLst>
              <a:gd fmla="val 3019"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g2d3c537dc00_0_181"/>
          <p:cNvSpPr/>
          <p:nvPr>
            <p:ph idx="17" type="pic"/>
          </p:nvPr>
        </p:nvSpPr>
        <p:spPr>
          <a:xfrm>
            <a:off x="5697200" y="2682430"/>
            <a:ext cx="306600" cy="306600"/>
          </a:xfrm>
          <a:prstGeom prst="rect">
            <a:avLst/>
          </a:prstGeom>
          <a:noFill/>
          <a:ln>
            <a:noFill/>
          </a:ln>
        </p:spPr>
      </p:sp>
      <p:sp>
        <p:nvSpPr>
          <p:cNvPr id="217" name="Google Shape;217;g2d3c537dc00_0_181"/>
          <p:cNvSpPr txBox="1"/>
          <p:nvPr>
            <p:ph idx="18" type="ctrTitle"/>
          </p:nvPr>
        </p:nvSpPr>
        <p:spPr>
          <a:xfrm>
            <a:off x="6145432" y="2679775"/>
            <a:ext cx="1970100" cy="1851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600"/>
              <a:buFont typeface="Inter"/>
              <a:buNone/>
              <a:defRPr b="1" sz="16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218" name="Google Shape;218;g2d3c537dc00_0_181"/>
          <p:cNvSpPr txBox="1"/>
          <p:nvPr>
            <p:ph idx="19" type="ctrTitle"/>
          </p:nvPr>
        </p:nvSpPr>
        <p:spPr>
          <a:xfrm>
            <a:off x="6145432" y="2898988"/>
            <a:ext cx="2046900" cy="5067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219" name="Google Shape;219;g2d3c537dc00_0_181"/>
          <p:cNvSpPr/>
          <p:nvPr/>
        </p:nvSpPr>
        <p:spPr>
          <a:xfrm>
            <a:off x="5517128" y="3669969"/>
            <a:ext cx="2948400" cy="973200"/>
          </a:xfrm>
          <a:prstGeom prst="roundRect">
            <a:avLst>
              <a:gd fmla="val 3019"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g2d3c537dc00_0_181"/>
          <p:cNvSpPr/>
          <p:nvPr>
            <p:ph idx="20" type="pic"/>
          </p:nvPr>
        </p:nvSpPr>
        <p:spPr>
          <a:xfrm>
            <a:off x="5697200" y="3996485"/>
            <a:ext cx="306600" cy="306600"/>
          </a:xfrm>
          <a:prstGeom prst="rect">
            <a:avLst/>
          </a:prstGeom>
          <a:noFill/>
          <a:ln>
            <a:noFill/>
          </a:ln>
        </p:spPr>
      </p:sp>
      <p:sp>
        <p:nvSpPr>
          <p:cNvPr id="221" name="Google Shape;221;g2d3c537dc00_0_181"/>
          <p:cNvSpPr txBox="1"/>
          <p:nvPr>
            <p:ph idx="21" type="ctrTitle"/>
          </p:nvPr>
        </p:nvSpPr>
        <p:spPr>
          <a:xfrm>
            <a:off x="6145432" y="3996477"/>
            <a:ext cx="1970100" cy="1851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600"/>
              <a:buFont typeface="Inter"/>
              <a:buNone/>
              <a:defRPr b="1" sz="16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222" name="Google Shape;222;g2d3c537dc00_0_181"/>
          <p:cNvSpPr txBox="1"/>
          <p:nvPr>
            <p:ph idx="22" type="ctrTitle"/>
          </p:nvPr>
        </p:nvSpPr>
        <p:spPr>
          <a:xfrm>
            <a:off x="6145432" y="4215690"/>
            <a:ext cx="2046900" cy="5067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pic>
        <p:nvPicPr>
          <p:cNvPr id="223" name="Google Shape;223;g2d3c537dc00_0_181"/>
          <p:cNvPicPr preferRelativeResize="0"/>
          <p:nvPr/>
        </p:nvPicPr>
        <p:blipFill rotWithShape="1">
          <a:blip r:embed="rId2">
            <a:alphaModFix/>
          </a:blip>
          <a:srcRect b="0" l="13558" r="-864" t="0"/>
          <a:stretch/>
        </p:blipFill>
        <p:spPr>
          <a:xfrm>
            <a:off x="3942225" y="1692220"/>
            <a:ext cx="1297500" cy="100300"/>
          </a:xfrm>
          <a:prstGeom prst="rect">
            <a:avLst/>
          </a:prstGeom>
          <a:noFill/>
          <a:ln>
            <a:noFill/>
          </a:ln>
        </p:spPr>
      </p:pic>
      <p:pic>
        <p:nvPicPr>
          <p:cNvPr id="224" name="Google Shape;224;g2d3c537dc00_0_181"/>
          <p:cNvPicPr preferRelativeResize="0"/>
          <p:nvPr/>
        </p:nvPicPr>
        <p:blipFill rotWithShape="1">
          <a:blip r:embed="rId2">
            <a:alphaModFix/>
          </a:blip>
          <a:srcRect b="0" l="13558" r="-864" t="0"/>
          <a:stretch/>
        </p:blipFill>
        <p:spPr>
          <a:xfrm>
            <a:off x="3942225" y="2874220"/>
            <a:ext cx="1297500" cy="100300"/>
          </a:xfrm>
          <a:prstGeom prst="rect">
            <a:avLst/>
          </a:prstGeom>
          <a:noFill/>
          <a:ln>
            <a:noFill/>
          </a:ln>
        </p:spPr>
      </p:pic>
      <p:pic>
        <p:nvPicPr>
          <p:cNvPr id="225" name="Google Shape;225;g2d3c537dc00_0_181"/>
          <p:cNvPicPr preferRelativeResize="0"/>
          <p:nvPr/>
        </p:nvPicPr>
        <p:blipFill rotWithShape="1">
          <a:blip r:embed="rId2">
            <a:alphaModFix/>
          </a:blip>
          <a:srcRect b="0" l="13558" r="-864" t="0"/>
          <a:stretch/>
        </p:blipFill>
        <p:spPr>
          <a:xfrm>
            <a:off x="3942225" y="4106420"/>
            <a:ext cx="1297500" cy="10030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stimonial: numbers">
  <p:cSld name="CUSTOM_9">
    <p:bg>
      <p:bgPr>
        <a:solidFill>
          <a:srgbClr val="2B2358"/>
        </a:solidFill>
      </p:bgPr>
    </p:bg>
    <p:spTree>
      <p:nvGrpSpPr>
        <p:cNvPr id="226" name="Shape 226"/>
        <p:cNvGrpSpPr/>
        <p:nvPr/>
      </p:nvGrpSpPr>
      <p:grpSpPr>
        <a:xfrm>
          <a:off x="0" y="0"/>
          <a:ext cx="0" cy="0"/>
          <a:chOff x="0" y="0"/>
          <a:chExt cx="0" cy="0"/>
        </a:xfrm>
      </p:grpSpPr>
      <p:sp>
        <p:nvSpPr>
          <p:cNvPr id="227" name="Google Shape;227;g2d3c537dc00_0_210"/>
          <p:cNvSpPr txBox="1"/>
          <p:nvPr>
            <p:ph type="ctrTitle"/>
          </p:nvPr>
        </p:nvSpPr>
        <p:spPr>
          <a:xfrm>
            <a:off x="2441650" y="537825"/>
            <a:ext cx="4260900" cy="753600"/>
          </a:xfrm>
          <a:prstGeom prst="rect">
            <a:avLst/>
          </a:prstGeom>
          <a:noFill/>
          <a:ln>
            <a:noFill/>
          </a:ln>
        </p:spPr>
        <p:txBody>
          <a:bodyPr anchorCtr="0" anchor="ctr" bIns="0" lIns="0" spcFirstLastPara="1" rIns="0" wrap="square" tIns="0">
            <a:noAutofit/>
          </a:bodyPr>
          <a:lstStyle>
            <a:lvl1pPr lvl="0" algn="ctr">
              <a:lnSpc>
                <a:spcPct val="85000"/>
              </a:lnSpc>
              <a:spcBef>
                <a:spcPts val="0"/>
              </a:spcBef>
              <a:spcAft>
                <a:spcPts val="0"/>
              </a:spcAft>
              <a:buClr>
                <a:schemeClr val="lt1"/>
              </a:buClr>
              <a:buSzPts val="2500"/>
              <a:buFont typeface="Inter"/>
              <a:buNone/>
              <a:defRPr b="1" sz="2500">
                <a:solidFill>
                  <a:schemeClr val="lt1"/>
                </a:solidFill>
                <a:latin typeface="Inter"/>
                <a:ea typeface="Inter"/>
                <a:cs typeface="Inter"/>
                <a:sym typeface="Inter"/>
              </a:defRPr>
            </a:lvl1pPr>
            <a:lvl2pPr lvl="1" algn="ctr">
              <a:lnSpc>
                <a:spcPct val="100000"/>
              </a:lnSpc>
              <a:spcBef>
                <a:spcPts val="0"/>
              </a:spcBef>
              <a:spcAft>
                <a:spcPts val="0"/>
              </a:spcAft>
              <a:buSzPts val="7000"/>
              <a:buNone/>
              <a:defRPr b="1" sz="7000"/>
            </a:lvl2pPr>
            <a:lvl3pPr lvl="2" algn="ctr">
              <a:lnSpc>
                <a:spcPct val="100000"/>
              </a:lnSpc>
              <a:spcBef>
                <a:spcPts val="0"/>
              </a:spcBef>
              <a:spcAft>
                <a:spcPts val="0"/>
              </a:spcAft>
              <a:buSzPts val="7000"/>
              <a:buNone/>
              <a:defRPr b="1" sz="7000"/>
            </a:lvl3pPr>
            <a:lvl4pPr lvl="3" algn="ctr">
              <a:lnSpc>
                <a:spcPct val="100000"/>
              </a:lnSpc>
              <a:spcBef>
                <a:spcPts val="0"/>
              </a:spcBef>
              <a:spcAft>
                <a:spcPts val="0"/>
              </a:spcAft>
              <a:buSzPts val="7000"/>
              <a:buNone/>
              <a:defRPr b="1" sz="7000"/>
            </a:lvl4pPr>
            <a:lvl5pPr lvl="4" algn="ctr">
              <a:lnSpc>
                <a:spcPct val="100000"/>
              </a:lnSpc>
              <a:spcBef>
                <a:spcPts val="0"/>
              </a:spcBef>
              <a:spcAft>
                <a:spcPts val="0"/>
              </a:spcAft>
              <a:buSzPts val="7000"/>
              <a:buNone/>
              <a:defRPr b="1" sz="7000"/>
            </a:lvl5pPr>
            <a:lvl6pPr lvl="5" algn="ctr">
              <a:lnSpc>
                <a:spcPct val="100000"/>
              </a:lnSpc>
              <a:spcBef>
                <a:spcPts val="0"/>
              </a:spcBef>
              <a:spcAft>
                <a:spcPts val="0"/>
              </a:spcAft>
              <a:buSzPts val="7000"/>
              <a:buNone/>
              <a:defRPr b="1" sz="7000"/>
            </a:lvl6pPr>
            <a:lvl7pPr lvl="6" algn="ctr">
              <a:lnSpc>
                <a:spcPct val="100000"/>
              </a:lnSpc>
              <a:spcBef>
                <a:spcPts val="0"/>
              </a:spcBef>
              <a:spcAft>
                <a:spcPts val="0"/>
              </a:spcAft>
              <a:buSzPts val="7000"/>
              <a:buNone/>
              <a:defRPr b="1" sz="7000"/>
            </a:lvl7pPr>
            <a:lvl8pPr lvl="7" algn="ctr">
              <a:lnSpc>
                <a:spcPct val="100000"/>
              </a:lnSpc>
              <a:spcBef>
                <a:spcPts val="0"/>
              </a:spcBef>
              <a:spcAft>
                <a:spcPts val="0"/>
              </a:spcAft>
              <a:buSzPts val="7000"/>
              <a:buNone/>
              <a:defRPr b="1" sz="7000"/>
            </a:lvl8pPr>
            <a:lvl9pPr lvl="8" algn="ctr">
              <a:lnSpc>
                <a:spcPct val="100000"/>
              </a:lnSpc>
              <a:spcBef>
                <a:spcPts val="0"/>
              </a:spcBef>
              <a:spcAft>
                <a:spcPts val="0"/>
              </a:spcAft>
              <a:buSzPts val="7000"/>
              <a:buNone/>
              <a:defRPr b="1" sz="7000"/>
            </a:lvl9pPr>
          </a:lstStyle>
          <a:p/>
        </p:txBody>
      </p:sp>
      <p:sp>
        <p:nvSpPr>
          <p:cNvPr id="228" name="Google Shape;228;g2d3c537dc00_0_210"/>
          <p:cNvSpPr/>
          <p:nvPr/>
        </p:nvSpPr>
        <p:spPr>
          <a:xfrm>
            <a:off x="228600" y="2137925"/>
            <a:ext cx="2785500" cy="2777100"/>
          </a:xfrm>
          <a:prstGeom prst="roundRect">
            <a:avLst>
              <a:gd fmla="val 0" name="adj"/>
            </a:avLst>
          </a:prstGeom>
          <a:solidFill>
            <a:srgbClr val="C3B7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g2d3c537dc00_0_210"/>
          <p:cNvSpPr/>
          <p:nvPr/>
        </p:nvSpPr>
        <p:spPr>
          <a:xfrm>
            <a:off x="691850" y="1818475"/>
            <a:ext cx="1858800" cy="602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g2d3c537dc00_0_210"/>
          <p:cNvSpPr/>
          <p:nvPr/>
        </p:nvSpPr>
        <p:spPr>
          <a:xfrm>
            <a:off x="3179350" y="2137925"/>
            <a:ext cx="2785500" cy="2777100"/>
          </a:xfrm>
          <a:prstGeom prst="roundRect">
            <a:avLst>
              <a:gd fmla="val 0"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g2d3c537dc00_0_210"/>
          <p:cNvSpPr/>
          <p:nvPr/>
        </p:nvSpPr>
        <p:spPr>
          <a:xfrm>
            <a:off x="6130100" y="2137925"/>
            <a:ext cx="2785500" cy="27771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g2d3c537dc00_0_210"/>
          <p:cNvSpPr/>
          <p:nvPr>
            <p:ph idx="2" type="pic"/>
          </p:nvPr>
        </p:nvSpPr>
        <p:spPr>
          <a:xfrm>
            <a:off x="1092125" y="1947025"/>
            <a:ext cx="1058100" cy="345000"/>
          </a:xfrm>
          <a:prstGeom prst="rect">
            <a:avLst/>
          </a:prstGeom>
          <a:noFill/>
          <a:ln>
            <a:noFill/>
          </a:ln>
        </p:spPr>
      </p:sp>
      <p:sp>
        <p:nvSpPr>
          <p:cNvPr id="233" name="Google Shape;233;g2d3c537dc00_0_210"/>
          <p:cNvSpPr txBox="1"/>
          <p:nvPr>
            <p:ph idx="3" type="ctrTitle"/>
          </p:nvPr>
        </p:nvSpPr>
        <p:spPr>
          <a:xfrm>
            <a:off x="801000" y="3807875"/>
            <a:ext cx="1640700" cy="345000"/>
          </a:xfrm>
          <a:prstGeom prst="rect">
            <a:avLst/>
          </a:prstGeom>
          <a:noFill/>
          <a:ln>
            <a:noFill/>
          </a:ln>
        </p:spPr>
        <p:txBody>
          <a:bodyPr anchorCtr="0" anchor="t" bIns="0" lIns="0" spcFirstLastPara="1" rIns="0" wrap="square" tIns="0">
            <a:noAutofit/>
          </a:bodyPr>
          <a:lstStyle>
            <a:lvl1pPr lvl="0" algn="ctr">
              <a:lnSpc>
                <a:spcPct val="85000"/>
              </a:lnSpc>
              <a:spcBef>
                <a:spcPts val="0"/>
              </a:spcBef>
              <a:spcAft>
                <a:spcPts val="0"/>
              </a:spcAft>
              <a:buClr>
                <a:srgbClr val="2B2358"/>
              </a:buClr>
              <a:buSzPts val="1300"/>
              <a:buFont typeface="Inter"/>
              <a:buNone/>
              <a:defRPr b="1" sz="1300">
                <a:solidFill>
                  <a:srgbClr val="2B2358"/>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234" name="Google Shape;234;g2d3c537dc00_0_210"/>
          <p:cNvSpPr txBox="1"/>
          <p:nvPr>
            <p:ph idx="4" type="ctrTitle"/>
          </p:nvPr>
        </p:nvSpPr>
        <p:spPr>
          <a:xfrm>
            <a:off x="3751750" y="3807875"/>
            <a:ext cx="1640700" cy="345000"/>
          </a:xfrm>
          <a:prstGeom prst="rect">
            <a:avLst/>
          </a:prstGeom>
          <a:noFill/>
          <a:ln>
            <a:noFill/>
          </a:ln>
        </p:spPr>
        <p:txBody>
          <a:bodyPr anchorCtr="0" anchor="t" bIns="0" lIns="0" spcFirstLastPara="1" rIns="0" wrap="square" tIns="0">
            <a:noAutofit/>
          </a:bodyPr>
          <a:lstStyle>
            <a:lvl1pPr lvl="0" algn="ctr">
              <a:lnSpc>
                <a:spcPct val="85000"/>
              </a:lnSpc>
              <a:spcBef>
                <a:spcPts val="0"/>
              </a:spcBef>
              <a:spcAft>
                <a:spcPts val="0"/>
              </a:spcAft>
              <a:buClr>
                <a:srgbClr val="2B2358"/>
              </a:buClr>
              <a:buSzPts val="1300"/>
              <a:buFont typeface="Inter"/>
              <a:buNone/>
              <a:defRPr b="1" sz="1300">
                <a:solidFill>
                  <a:srgbClr val="2B2358"/>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235" name="Google Shape;235;g2d3c537dc00_0_210"/>
          <p:cNvSpPr txBox="1"/>
          <p:nvPr>
            <p:ph idx="5" type="ctrTitle"/>
          </p:nvPr>
        </p:nvSpPr>
        <p:spPr>
          <a:xfrm>
            <a:off x="6702500" y="3807875"/>
            <a:ext cx="1640700" cy="345000"/>
          </a:xfrm>
          <a:prstGeom prst="rect">
            <a:avLst/>
          </a:prstGeom>
          <a:noFill/>
          <a:ln>
            <a:noFill/>
          </a:ln>
        </p:spPr>
        <p:txBody>
          <a:bodyPr anchorCtr="0" anchor="t" bIns="0" lIns="0" spcFirstLastPara="1" rIns="0" wrap="square" tIns="0">
            <a:noAutofit/>
          </a:bodyPr>
          <a:lstStyle>
            <a:lvl1pPr lvl="0" algn="ctr">
              <a:lnSpc>
                <a:spcPct val="85000"/>
              </a:lnSpc>
              <a:spcBef>
                <a:spcPts val="0"/>
              </a:spcBef>
              <a:spcAft>
                <a:spcPts val="0"/>
              </a:spcAft>
              <a:buClr>
                <a:srgbClr val="2B2358"/>
              </a:buClr>
              <a:buSzPts val="1300"/>
              <a:buFont typeface="Inter"/>
              <a:buNone/>
              <a:defRPr b="1" sz="1300">
                <a:solidFill>
                  <a:srgbClr val="2B2358"/>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236" name="Google Shape;236;g2d3c537dc00_0_210"/>
          <p:cNvSpPr/>
          <p:nvPr/>
        </p:nvSpPr>
        <p:spPr>
          <a:xfrm>
            <a:off x="3642700" y="1818475"/>
            <a:ext cx="1858800" cy="602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g2d3c537dc00_0_210"/>
          <p:cNvSpPr/>
          <p:nvPr>
            <p:ph idx="6" type="pic"/>
          </p:nvPr>
        </p:nvSpPr>
        <p:spPr>
          <a:xfrm>
            <a:off x="4042975" y="1947025"/>
            <a:ext cx="1058100" cy="345000"/>
          </a:xfrm>
          <a:prstGeom prst="rect">
            <a:avLst/>
          </a:prstGeom>
          <a:noFill/>
          <a:ln>
            <a:noFill/>
          </a:ln>
        </p:spPr>
      </p:sp>
      <p:sp>
        <p:nvSpPr>
          <p:cNvPr id="238" name="Google Shape;238;g2d3c537dc00_0_210"/>
          <p:cNvSpPr/>
          <p:nvPr/>
        </p:nvSpPr>
        <p:spPr>
          <a:xfrm>
            <a:off x="6593550" y="1818475"/>
            <a:ext cx="1858800" cy="602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g2d3c537dc00_0_210"/>
          <p:cNvSpPr/>
          <p:nvPr>
            <p:ph idx="7" type="pic"/>
          </p:nvPr>
        </p:nvSpPr>
        <p:spPr>
          <a:xfrm>
            <a:off x="6993825" y="1947025"/>
            <a:ext cx="1058100" cy="345000"/>
          </a:xfrm>
          <a:prstGeom prst="rect">
            <a:avLst/>
          </a:prstGeom>
          <a:noFill/>
          <a:ln>
            <a:noFill/>
          </a:ln>
        </p:spPr>
      </p:sp>
      <p:sp>
        <p:nvSpPr>
          <p:cNvPr id="240" name="Google Shape;240;g2d3c537dc00_0_210"/>
          <p:cNvSpPr txBox="1"/>
          <p:nvPr>
            <p:ph idx="8" type="title"/>
          </p:nvPr>
        </p:nvSpPr>
        <p:spPr>
          <a:xfrm>
            <a:off x="691025" y="2680925"/>
            <a:ext cx="1860300" cy="975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rgbClr val="2B2358"/>
              </a:buClr>
              <a:buSzPts val="4900"/>
              <a:buFont typeface="Inter"/>
              <a:buNone/>
              <a:defRPr b="1" sz="4900">
                <a:solidFill>
                  <a:srgbClr val="2B2358"/>
                </a:solidFill>
                <a:latin typeface="Inter"/>
                <a:ea typeface="Inter"/>
                <a:cs typeface="Inter"/>
                <a:sym typeface="Inter"/>
              </a:defRPr>
            </a:lvl1pPr>
            <a:lvl2pPr lvl="1" algn="l">
              <a:lnSpc>
                <a:spcPct val="100000"/>
              </a:lnSpc>
              <a:spcBef>
                <a:spcPts val="0"/>
              </a:spcBef>
              <a:spcAft>
                <a:spcPts val="0"/>
              </a:spcAft>
              <a:buSzPts val="2800"/>
              <a:buNone/>
              <a:defRPr>
                <a:latin typeface="Inter"/>
                <a:ea typeface="Inter"/>
                <a:cs typeface="Inter"/>
                <a:sym typeface="Inter"/>
              </a:defRPr>
            </a:lvl2pPr>
            <a:lvl3pPr lvl="2" algn="l">
              <a:lnSpc>
                <a:spcPct val="100000"/>
              </a:lnSpc>
              <a:spcBef>
                <a:spcPts val="0"/>
              </a:spcBef>
              <a:spcAft>
                <a:spcPts val="0"/>
              </a:spcAft>
              <a:buSzPts val="2800"/>
              <a:buNone/>
              <a:defRPr>
                <a:latin typeface="Inter"/>
                <a:ea typeface="Inter"/>
                <a:cs typeface="Inter"/>
                <a:sym typeface="Inter"/>
              </a:defRPr>
            </a:lvl3pPr>
            <a:lvl4pPr lvl="3" algn="l">
              <a:lnSpc>
                <a:spcPct val="100000"/>
              </a:lnSpc>
              <a:spcBef>
                <a:spcPts val="0"/>
              </a:spcBef>
              <a:spcAft>
                <a:spcPts val="0"/>
              </a:spcAft>
              <a:buSzPts val="2800"/>
              <a:buNone/>
              <a:defRPr>
                <a:latin typeface="Inter"/>
                <a:ea typeface="Inter"/>
                <a:cs typeface="Inter"/>
                <a:sym typeface="Inter"/>
              </a:defRPr>
            </a:lvl4pPr>
            <a:lvl5pPr lvl="4" algn="l">
              <a:lnSpc>
                <a:spcPct val="100000"/>
              </a:lnSpc>
              <a:spcBef>
                <a:spcPts val="0"/>
              </a:spcBef>
              <a:spcAft>
                <a:spcPts val="0"/>
              </a:spcAft>
              <a:buSzPts val="2800"/>
              <a:buNone/>
              <a:defRPr>
                <a:latin typeface="Inter"/>
                <a:ea typeface="Inter"/>
                <a:cs typeface="Inter"/>
                <a:sym typeface="Inter"/>
              </a:defRPr>
            </a:lvl5pPr>
            <a:lvl6pPr lvl="5" algn="l">
              <a:lnSpc>
                <a:spcPct val="100000"/>
              </a:lnSpc>
              <a:spcBef>
                <a:spcPts val="0"/>
              </a:spcBef>
              <a:spcAft>
                <a:spcPts val="0"/>
              </a:spcAft>
              <a:buSzPts val="2800"/>
              <a:buNone/>
              <a:defRPr>
                <a:latin typeface="Inter"/>
                <a:ea typeface="Inter"/>
                <a:cs typeface="Inter"/>
                <a:sym typeface="Inter"/>
              </a:defRPr>
            </a:lvl6pPr>
            <a:lvl7pPr lvl="6" algn="l">
              <a:lnSpc>
                <a:spcPct val="100000"/>
              </a:lnSpc>
              <a:spcBef>
                <a:spcPts val="0"/>
              </a:spcBef>
              <a:spcAft>
                <a:spcPts val="0"/>
              </a:spcAft>
              <a:buSzPts val="2800"/>
              <a:buNone/>
              <a:defRPr>
                <a:latin typeface="Inter"/>
                <a:ea typeface="Inter"/>
                <a:cs typeface="Inter"/>
                <a:sym typeface="Inter"/>
              </a:defRPr>
            </a:lvl7pPr>
            <a:lvl8pPr lvl="7" algn="l">
              <a:lnSpc>
                <a:spcPct val="100000"/>
              </a:lnSpc>
              <a:spcBef>
                <a:spcPts val="0"/>
              </a:spcBef>
              <a:spcAft>
                <a:spcPts val="0"/>
              </a:spcAft>
              <a:buSzPts val="2800"/>
              <a:buNone/>
              <a:defRPr>
                <a:latin typeface="Inter"/>
                <a:ea typeface="Inter"/>
                <a:cs typeface="Inter"/>
                <a:sym typeface="Inter"/>
              </a:defRPr>
            </a:lvl8pPr>
            <a:lvl9pPr lvl="8" algn="l">
              <a:lnSpc>
                <a:spcPct val="100000"/>
              </a:lnSpc>
              <a:spcBef>
                <a:spcPts val="0"/>
              </a:spcBef>
              <a:spcAft>
                <a:spcPts val="0"/>
              </a:spcAft>
              <a:buSzPts val="2800"/>
              <a:buNone/>
              <a:defRPr>
                <a:latin typeface="Inter"/>
                <a:ea typeface="Inter"/>
                <a:cs typeface="Inter"/>
                <a:sym typeface="Inter"/>
              </a:defRPr>
            </a:lvl9pPr>
          </a:lstStyle>
          <a:p/>
        </p:txBody>
      </p:sp>
      <p:sp>
        <p:nvSpPr>
          <p:cNvPr id="241" name="Google Shape;241;g2d3c537dc00_0_210"/>
          <p:cNvSpPr txBox="1"/>
          <p:nvPr>
            <p:ph idx="9" type="title"/>
          </p:nvPr>
        </p:nvSpPr>
        <p:spPr>
          <a:xfrm>
            <a:off x="3641950" y="2680925"/>
            <a:ext cx="1860300" cy="975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rgbClr val="2B2358"/>
              </a:buClr>
              <a:buSzPts val="4900"/>
              <a:buFont typeface="Inter"/>
              <a:buNone/>
              <a:defRPr b="1" sz="4900">
                <a:solidFill>
                  <a:srgbClr val="2B2358"/>
                </a:solidFill>
                <a:latin typeface="Inter"/>
                <a:ea typeface="Inter"/>
                <a:cs typeface="Inter"/>
                <a:sym typeface="Inter"/>
              </a:defRPr>
            </a:lvl1pPr>
            <a:lvl2pPr lvl="1" algn="l">
              <a:lnSpc>
                <a:spcPct val="100000"/>
              </a:lnSpc>
              <a:spcBef>
                <a:spcPts val="0"/>
              </a:spcBef>
              <a:spcAft>
                <a:spcPts val="0"/>
              </a:spcAft>
              <a:buSzPts val="2800"/>
              <a:buNone/>
              <a:defRPr>
                <a:latin typeface="Inter"/>
                <a:ea typeface="Inter"/>
                <a:cs typeface="Inter"/>
                <a:sym typeface="Inter"/>
              </a:defRPr>
            </a:lvl2pPr>
            <a:lvl3pPr lvl="2" algn="l">
              <a:lnSpc>
                <a:spcPct val="100000"/>
              </a:lnSpc>
              <a:spcBef>
                <a:spcPts val="0"/>
              </a:spcBef>
              <a:spcAft>
                <a:spcPts val="0"/>
              </a:spcAft>
              <a:buSzPts val="2800"/>
              <a:buNone/>
              <a:defRPr>
                <a:latin typeface="Inter"/>
                <a:ea typeface="Inter"/>
                <a:cs typeface="Inter"/>
                <a:sym typeface="Inter"/>
              </a:defRPr>
            </a:lvl3pPr>
            <a:lvl4pPr lvl="3" algn="l">
              <a:lnSpc>
                <a:spcPct val="100000"/>
              </a:lnSpc>
              <a:spcBef>
                <a:spcPts val="0"/>
              </a:spcBef>
              <a:spcAft>
                <a:spcPts val="0"/>
              </a:spcAft>
              <a:buSzPts val="2800"/>
              <a:buNone/>
              <a:defRPr>
                <a:latin typeface="Inter"/>
                <a:ea typeface="Inter"/>
                <a:cs typeface="Inter"/>
                <a:sym typeface="Inter"/>
              </a:defRPr>
            </a:lvl4pPr>
            <a:lvl5pPr lvl="4" algn="l">
              <a:lnSpc>
                <a:spcPct val="100000"/>
              </a:lnSpc>
              <a:spcBef>
                <a:spcPts val="0"/>
              </a:spcBef>
              <a:spcAft>
                <a:spcPts val="0"/>
              </a:spcAft>
              <a:buSzPts val="2800"/>
              <a:buNone/>
              <a:defRPr>
                <a:latin typeface="Inter"/>
                <a:ea typeface="Inter"/>
                <a:cs typeface="Inter"/>
                <a:sym typeface="Inter"/>
              </a:defRPr>
            </a:lvl5pPr>
            <a:lvl6pPr lvl="5" algn="l">
              <a:lnSpc>
                <a:spcPct val="100000"/>
              </a:lnSpc>
              <a:spcBef>
                <a:spcPts val="0"/>
              </a:spcBef>
              <a:spcAft>
                <a:spcPts val="0"/>
              </a:spcAft>
              <a:buSzPts val="2800"/>
              <a:buNone/>
              <a:defRPr>
                <a:latin typeface="Inter"/>
                <a:ea typeface="Inter"/>
                <a:cs typeface="Inter"/>
                <a:sym typeface="Inter"/>
              </a:defRPr>
            </a:lvl6pPr>
            <a:lvl7pPr lvl="6" algn="l">
              <a:lnSpc>
                <a:spcPct val="100000"/>
              </a:lnSpc>
              <a:spcBef>
                <a:spcPts val="0"/>
              </a:spcBef>
              <a:spcAft>
                <a:spcPts val="0"/>
              </a:spcAft>
              <a:buSzPts val="2800"/>
              <a:buNone/>
              <a:defRPr>
                <a:latin typeface="Inter"/>
                <a:ea typeface="Inter"/>
                <a:cs typeface="Inter"/>
                <a:sym typeface="Inter"/>
              </a:defRPr>
            </a:lvl7pPr>
            <a:lvl8pPr lvl="7" algn="l">
              <a:lnSpc>
                <a:spcPct val="100000"/>
              </a:lnSpc>
              <a:spcBef>
                <a:spcPts val="0"/>
              </a:spcBef>
              <a:spcAft>
                <a:spcPts val="0"/>
              </a:spcAft>
              <a:buSzPts val="2800"/>
              <a:buNone/>
              <a:defRPr>
                <a:latin typeface="Inter"/>
                <a:ea typeface="Inter"/>
                <a:cs typeface="Inter"/>
                <a:sym typeface="Inter"/>
              </a:defRPr>
            </a:lvl8pPr>
            <a:lvl9pPr lvl="8" algn="l">
              <a:lnSpc>
                <a:spcPct val="100000"/>
              </a:lnSpc>
              <a:spcBef>
                <a:spcPts val="0"/>
              </a:spcBef>
              <a:spcAft>
                <a:spcPts val="0"/>
              </a:spcAft>
              <a:buSzPts val="2800"/>
              <a:buNone/>
              <a:defRPr>
                <a:latin typeface="Inter"/>
                <a:ea typeface="Inter"/>
                <a:cs typeface="Inter"/>
                <a:sym typeface="Inter"/>
              </a:defRPr>
            </a:lvl9pPr>
          </a:lstStyle>
          <a:p/>
        </p:txBody>
      </p:sp>
      <p:sp>
        <p:nvSpPr>
          <p:cNvPr id="242" name="Google Shape;242;g2d3c537dc00_0_210"/>
          <p:cNvSpPr txBox="1"/>
          <p:nvPr>
            <p:ph idx="13" type="title"/>
          </p:nvPr>
        </p:nvSpPr>
        <p:spPr>
          <a:xfrm>
            <a:off x="6592875" y="2680925"/>
            <a:ext cx="1860300" cy="975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rgbClr val="2B2358"/>
              </a:buClr>
              <a:buSzPts val="4900"/>
              <a:buFont typeface="Inter"/>
              <a:buNone/>
              <a:defRPr b="1" sz="4900">
                <a:solidFill>
                  <a:srgbClr val="2B2358"/>
                </a:solidFill>
                <a:latin typeface="Inter"/>
                <a:ea typeface="Inter"/>
                <a:cs typeface="Inter"/>
                <a:sym typeface="Inter"/>
              </a:defRPr>
            </a:lvl1pPr>
            <a:lvl2pPr lvl="1" algn="l">
              <a:lnSpc>
                <a:spcPct val="100000"/>
              </a:lnSpc>
              <a:spcBef>
                <a:spcPts val="0"/>
              </a:spcBef>
              <a:spcAft>
                <a:spcPts val="0"/>
              </a:spcAft>
              <a:buSzPts val="2800"/>
              <a:buNone/>
              <a:defRPr>
                <a:latin typeface="Inter"/>
                <a:ea typeface="Inter"/>
                <a:cs typeface="Inter"/>
                <a:sym typeface="Inter"/>
              </a:defRPr>
            </a:lvl2pPr>
            <a:lvl3pPr lvl="2" algn="l">
              <a:lnSpc>
                <a:spcPct val="100000"/>
              </a:lnSpc>
              <a:spcBef>
                <a:spcPts val="0"/>
              </a:spcBef>
              <a:spcAft>
                <a:spcPts val="0"/>
              </a:spcAft>
              <a:buSzPts val="2800"/>
              <a:buNone/>
              <a:defRPr>
                <a:latin typeface="Inter"/>
                <a:ea typeface="Inter"/>
                <a:cs typeface="Inter"/>
                <a:sym typeface="Inter"/>
              </a:defRPr>
            </a:lvl3pPr>
            <a:lvl4pPr lvl="3" algn="l">
              <a:lnSpc>
                <a:spcPct val="100000"/>
              </a:lnSpc>
              <a:spcBef>
                <a:spcPts val="0"/>
              </a:spcBef>
              <a:spcAft>
                <a:spcPts val="0"/>
              </a:spcAft>
              <a:buSzPts val="2800"/>
              <a:buNone/>
              <a:defRPr>
                <a:latin typeface="Inter"/>
                <a:ea typeface="Inter"/>
                <a:cs typeface="Inter"/>
                <a:sym typeface="Inter"/>
              </a:defRPr>
            </a:lvl4pPr>
            <a:lvl5pPr lvl="4" algn="l">
              <a:lnSpc>
                <a:spcPct val="100000"/>
              </a:lnSpc>
              <a:spcBef>
                <a:spcPts val="0"/>
              </a:spcBef>
              <a:spcAft>
                <a:spcPts val="0"/>
              </a:spcAft>
              <a:buSzPts val="2800"/>
              <a:buNone/>
              <a:defRPr>
                <a:latin typeface="Inter"/>
                <a:ea typeface="Inter"/>
                <a:cs typeface="Inter"/>
                <a:sym typeface="Inter"/>
              </a:defRPr>
            </a:lvl5pPr>
            <a:lvl6pPr lvl="5" algn="l">
              <a:lnSpc>
                <a:spcPct val="100000"/>
              </a:lnSpc>
              <a:spcBef>
                <a:spcPts val="0"/>
              </a:spcBef>
              <a:spcAft>
                <a:spcPts val="0"/>
              </a:spcAft>
              <a:buSzPts val="2800"/>
              <a:buNone/>
              <a:defRPr>
                <a:latin typeface="Inter"/>
                <a:ea typeface="Inter"/>
                <a:cs typeface="Inter"/>
                <a:sym typeface="Inter"/>
              </a:defRPr>
            </a:lvl6pPr>
            <a:lvl7pPr lvl="6" algn="l">
              <a:lnSpc>
                <a:spcPct val="100000"/>
              </a:lnSpc>
              <a:spcBef>
                <a:spcPts val="0"/>
              </a:spcBef>
              <a:spcAft>
                <a:spcPts val="0"/>
              </a:spcAft>
              <a:buSzPts val="2800"/>
              <a:buNone/>
              <a:defRPr>
                <a:latin typeface="Inter"/>
                <a:ea typeface="Inter"/>
                <a:cs typeface="Inter"/>
                <a:sym typeface="Inter"/>
              </a:defRPr>
            </a:lvl7pPr>
            <a:lvl8pPr lvl="7" algn="l">
              <a:lnSpc>
                <a:spcPct val="100000"/>
              </a:lnSpc>
              <a:spcBef>
                <a:spcPts val="0"/>
              </a:spcBef>
              <a:spcAft>
                <a:spcPts val="0"/>
              </a:spcAft>
              <a:buSzPts val="2800"/>
              <a:buNone/>
              <a:defRPr>
                <a:latin typeface="Inter"/>
                <a:ea typeface="Inter"/>
                <a:cs typeface="Inter"/>
                <a:sym typeface="Inter"/>
              </a:defRPr>
            </a:lvl8pPr>
            <a:lvl9pPr lvl="8" algn="l">
              <a:lnSpc>
                <a:spcPct val="100000"/>
              </a:lnSpc>
              <a:spcBef>
                <a:spcPts val="0"/>
              </a:spcBef>
              <a:spcAft>
                <a:spcPts val="0"/>
              </a:spcAft>
              <a:buSzPts val="2800"/>
              <a:buNone/>
              <a:defRPr>
                <a:latin typeface="Inter"/>
                <a:ea typeface="Inter"/>
                <a:cs typeface="Inter"/>
                <a:sym typeface="Inte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stimonial: List">
  <p:cSld name="CUSTOM_10">
    <p:bg>
      <p:bgPr>
        <a:solidFill>
          <a:srgbClr val="CDE4E1"/>
        </a:solidFill>
      </p:bgPr>
    </p:bg>
    <p:spTree>
      <p:nvGrpSpPr>
        <p:cNvPr id="243" name="Shape 243"/>
        <p:cNvGrpSpPr/>
        <p:nvPr/>
      </p:nvGrpSpPr>
      <p:grpSpPr>
        <a:xfrm>
          <a:off x="0" y="0"/>
          <a:ext cx="0" cy="0"/>
          <a:chOff x="0" y="0"/>
          <a:chExt cx="0" cy="0"/>
        </a:xfrm>
      </p:grpSpPr>
      <p:sp>
        <p:nvSpPr>
          <p:cNvPr id="244" name="Google Shape;244;g2d3c537dc00_0_227"/>
          <p:cNvSpPr txBox="1"/>
          <p:nvPr>
            <p:ph type="ctrTitle"/>
          </p:nvPr>
        </p:nvSpPr>
        <p:spPr>
          <a:xfrm>
            <a:off x="228600" y="228600"/>
            <a:ext cx="4586700" cy="17898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4900"/>
              <a:buFont typeface="Inter"/>
              <a:buNone/>
              <a:defRPr b="1" sz="49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245" name="Google Shape;245;g2d3c537dc00_0_227"/>
          <p:cNvSpPr txBox="1"/>
          <p:nvPr>
            <p:ph idx="2" type="ctrTitle"/>
          </p:nvPr>
        </p:nvSpPr>
        <p:spPr>
          <a:xfrm>
            <a:off x="5416725" y="228600"/>
            <a:ext cx="3498600" cy="5937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600"/>
              <a:buNone/>
              <a:defRPr sz="1600">
                <a:solidFill>
                  <a:schemeClr val="accent2"/>
                </a:solidFill>
              </a:defRPr>
            </a:lvl1pPr>
            <a:lvl2pPr lvl="1" algn="l">
              <a:lnSpc>
                <a:spcPct val="100000"/>
              </a:lnSpc>
              <a:spcBef>
                <a:spcPts val="0"/>
              </a:spcBef>
              <a:spcAft>
                <a:spcPts val="0"/>
              </a:spcAft>
              <a:buSzPts val="1600"/>
              <a:buNone/>
              <a:defRPr b="1" sz="1600"/>
            </a:lvl2pPr>
            <a:lvl3pPr lvl="2" algn="l">
              <a:lnSpc>
                <a:spcPct val="100000"/>
              </a:lnSpc>
              <a:spcBef>
                <a:spcPts val="0"/>
              </a:spcBef>
              <a:spcAft>
                <a:spcPts val="0"/>
              </a:spcAft>
              <a:buSzPts val="1600"/>
              <a:buNone/>
              <a:defRPr b="1" sz="1600"/>
            </a:lvl3pPr>
            <a:lvl4pPr lvl="3" algn="l">
              <a:lnSpc>
                <a:spcPct val="100000"/>
              </a:lnSpc>
              <a:spcBef>
                <a:spcPts val="0"/>
              </a:spcBef>
              <a:spcAft>
                <a:spcPts val="0"/>
              </a:spcAft>
              <a:buSzPts val="1600"/>
              <a:buNone/>
              <a:defRPr b="1" sz="1600"/>
            </a:lvl4pPr>
            <a:lvl5pPr lvl="4" algn="l">
              <a:lnSpc>
                <a:spcPct val="100000"/>
              </a:lnSpc>
              <a:spcBef>
                <a:spcPts val="0"/>
              </a:spcBef>
              <a:spcAft>
                <a:spcPts val="0"/>
              </a:spcAft>
              <a:buSzPts val="1600"/>
              <a:buNone/>
              <a:defRPr b="1" sz="1600"/>
            </a:lvl5pPr>
            <a:lvl6pPr lvl="5" algn="l">
              <a:lnSpc>
                <a:spcPct val="100000"/>
              </a:lnSpc>
              <a:spcBef>
                <a:spcPts val="0"/>
              </a:spcBef>
              <a:spcAft>
                <a:spcPts val="0"/>
              </a:spcAft>
              <a:buSzPts val="1600"/>
              <a:buNone/>
              <a:defRPr b="1" sz="1600"/>
            </a:lvl6pPr>
            <a:lvl7pPr lvl="6" algn="l">
              <a:lnSpc>
                <a:spcPct val="100000"/>
              </a:lnSpc>
              <a:spcBef>
                <a:spcPts val="0"/>
              </a:spcBef>
              <a:spcAft>
                <a:spcPts val="0"/>
              </a:spcAft>
              <a:buSzPts val="1600"/>
              <a:buNone/>
              <a:defRPr b="1" sz="1600"/>
            </a:lvl7pPr>
            <a:lvl8pPr lvl="7" algn="l">
              <a:lnSpc>
                <a:spcPct val="100000"/>
              </a:lnSpc>
              <a:spcBef>
                <a:spcPts val="0"/>
              </a:spcBef>
              <a:spcAft>
                <a:spcPts val="0"/>
              </a:spcAft>
              <a:buSzPts val="1600"/>
              <a:buNone/>
              <a:defRPr b="1" sz="1600"/>
            </a:lvl8pPr>
            <a:lvl9pPr lvl="8" algn="l">
              <a:lnSpc>
                <a:spcPct val="100000"/>
              </a:lnSpc>
              <a:spcBef>
                <a:spcPts val="0"/>
              </a:spcBef>
              <a:spcAft>
                <a:spcPts val="0"/>
              </a:spcAft>
              <a:buSzPts val="1600"/>
              <a:buNone/>
              <a:defRPr b="1" sz="1600"/>
            </a:lvl9pPr>
          </a:lstStyle>
          <a:p/>
        </p:txBody>
      </p:sp>
      <p:sp>
        <p:nvSpPr>
          <p:cNvPr id="246" name="Google Shape;246;g2d3c537dc00_0_227"/>
          <p:cNvSpPr/>
          <p:nvPr/>
        </p:nvSpPr>
        <p:spPr>
          <a:xfrm>
            <a:off x="228600" y="2751675"/>
            <a:ext cx="2785500" cy="21633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g2d3c537dc00_0_227"/>
          <p:cNvSpPr/>
          <p:nvPr>
            <p:ph idx="3" type="pic"/>
          </p:nvPr>
        </p:nvSpPr>
        <p:spPr>
          <a:xfrm>
            <a:off x="431926" y="2937824"/>
            <a:ext cx="403800" cy="404100"/>
          </a:xfrm>
          <a:prstGeom prst="rect">
            <a:avLst/>
          </a:prstGeom>
          <a:noFill/>
          <a:ln>
            <a:noFill/>
          </a:ln>
        </p:spPr>
      </p:sp>
      <p:sp>
        <p:nvSpPr>
          <p:cNvPr id="248" name="Google Shape;248;g2d3c537dc00_0_227"/>
          <p:cNvSpPr txBox="1"/>
          <p:nvPr>
            <p:ph idx="4" type="ctrTitle"/>
          </p:nvPr>
        </p:nvSpPr>
        <p:spPr>
          <a:xfrm>
            <a:off x="431925" y="3882400"/>
            <a:ext cx="2332500" cy="449400"/>
          </a:xfrm>
          <a:prstGeom prst="rect">
            <a:avLst/>
          </a:prstGeom>
          <a:noFill/>
          <a:ln>
            <a:noFill/>
          </a:ln>
        </p:spPr>
        <p:txBody>
          <a:bodyPr anchorCtr="0" anchor="b" bIns="0" lIns="0" spcFirstLastPara="1" rIns="0" wrap="square" tIns="0">
            <a:noAutofit/>
          </a:bodyPr>
          <a:lstStyle>
            <a:lvl1pPr lvl="0" algn="l">
              <a:lnSpc>
                <a:spcPct val="85000"/>
              </a:lnSpc>
              <a:spcBef>
                <a:spcPts val="0"/>
              </a:spcBef>
              <a:spcAft>
                <a:spcPts val="0"/>
              </a:spcAft>
              <a:buClr>
                <a:schemeClr val="accent2"/>
              </a:buClr>
              <a:buSzPts val="2000"/>
              <a:buFont typeface="Inter"/>
              <a:buNone/>
              <a:defRPr b="1" sz="2000">
                <a:solidFill>
                  <a:schemeClr val="accent2"/>
                </a:solidFill>
                <a:latin typeface="Inter"/>
                <a:ea typeface="Inter"/>
                <a:cs typeface="Inter"/>
                <a:sym typeface="Inter"/>
              </a:defRPr>
            </a:lvl1pPr>
            <a:lvl2pPr lvl="1" algn="l">
              <a:lnSpc>
                <a:spcPct val="100000"/>
              </a:lnSpc>
              <a:spcBef>
                <a:spcPts val="0"/>
              </a:spcBef>
              <a:spcAft>
                <a:spcPts val="0"/>
              </a:spcAft>
              <a:buSzPts val="2000"/>
              <a:buNone/>
              <a:defRPr b="1" sz="2000"/>
            </a:lvl2pPr>
            <a:lvl3pPr lvl="2" algn="l">
              <a:lnSpc>
                <a:spcPct val="100000"/>
              </a:lnSpc>
              <a:spcBef>
                <a:spcPts val="0"/>
              </a:spcBef>
              <a:spcAft>
                <a:spcPts val="0"/>
              </a:spcAft>
              <a:buSzPts val="2000"/>
              <a:buNone/>
              <a:defRPr b="1" sz="2000"/>
            </a:lvl3pPr>
            <a:lvl4pPr lvl="3" algn="l">
              <a:lnSpc>
                <a:spcPct val="100000"/>
              </a:lnSpc>
              <a:spcBef>
                <a:spcPts val="0"/>
              </a:spcBef>
              <a:spcAft>
                <a:spcPts val="0"/>
              </a:spcAft>
              <a:buSzPts val="2000"/>
              <a:buNone/>
              <a:defRPr b="1" sz="2000"/>
            </a:lvl4pPr>
            <a:lvl5pPr lvl="4" algn="l">
              <a:lnSpc>
                <a:spcPct val="100000"/>
              </a:lnSpc>
              <a:spcBef>
                <a:spcPts val="0"/>
              </a:spcBef>
              <a:spcAft>
                <a:spcPts val="0"/>
              </a:spcAft>
              <a:buSzPts val="2000"/>
              <a:buNone/>
              <a:defRPr b="1" sz="2000"/>
            </a:lvl5pPr>
            <a:lvl6pPr lvl="5" algn="l">
              <a:lnSpc>
                <a:spcPct val="100000"/>
              </a:lnSpc>
              <a:spcBef>
                <a:spcPts val="0"/>
              </a:spcBef>
              <a:spcAft>
                <a:spcPts val="0"/>
              </a:spcAft>
              <a:buSzPts val="2000"/>
              <a:buNone/>
              <a:defRPr b="1" sz="2000"/>
            </a:lvl6pPr>
            <a:lvl7pPr lvl="6" algn="l">
              <a:lnSpc>
                <a:spcPct val="100000"/>
              </a:lnSpc>
              <a:spcBef>
                <a:spcPts val="0"/>
              </a:spcBef>
              <a:spcAft>
                <a:spcPts val="0"/>
              </a:spcAft>
              <a:buSzPts val="2000"/>
              <a:buNone/>
              <a:defRPr b="1" sz="2000"/>
            </a:lvl7pPr>
            <a:lvl8pPr lvl="7" algn="l">
              <a:lnSpc>
                <a:spcPct val="100000"/>
              </a:lnSpc>
              <a:spcBef>
                <a:spcPts val="0"/>
              </a:spcBef>
              <a:spcAft>
                <a:spcPts val="0"/>
              </a:spcAft>
              <a:buSzPts val="2000"/>
              <a:buNone/>
              <a:defRPr b="1" sz="2000"/>
            </a:lvl8pPr>
            <a:lvl9pPr lvl="8" algn="l">
              <a:lnSpc>
                <a:spcPct val="100000"/>
              </a:lnSpc>
              <a:spcBef>
                <a:spcPts val="0"/>
              </a:spcBef>
              <a:spcAft>
                <a:spcPts val="0"/>
              </a:spcAft>
              <a:buSzPts val="2000"/>
              <a:buNone/>
              <a:defRPr b="1" sz="2000"/>
            </a:lvl9pPr>
          </a:lstStyle>
          <a:p/>
        </p:txBody>
      </p:sp>
      <p:sp>
        <p:nvSpPr>
          <p:cNvPr id="249" name="Google Shape;249;g2d3c537dc00_0_227"/>
          <p:cNvSpPr/>
          <p:nvPr/>
        </p:nvSpPr>
        <p:spPr>
          <a:xfrm>
            <a:off x="3179250" y="2751675"/>
            <a:ext cx="2785500" cy="21633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g2d3c537dc00_0_227"/>
          <p:cNvSpPr/>
          <p:nvPr>
            <p:ph idx="5" type="pic"/>
          </p:nvPr>
        </p:nvSpPr>
        <p:spPr>
          <a:xfrm>
            <a:off x="3382570" y="2937824"/>
            <a:ext cx="403800" cy="404100"/>
          </a:xfrm>
          <a:prstGeom prst="rect">
            <a:avLst/>
          </a:prstGeom>
          <a:noFill/>
          <a:ln>
            <a:noFill/>
          </a:ln>
        </p:spPr>
      </p:sp>
      <p:sp>
        <p:nvSpPr>
          <p:cNvPr id="251" name="Google Shape;251;g2d3c537dc00_0_227"/>
          <p:cNvSpPr txBox="1"/>
          <p:nvPr>
            <p:ph idx="6" type="ctrTitle"/>
          </p:nvPr>
        </p:nvSpPr>
        <p:spPr>
          <a:xfrm>
            <a:off x="3382575" y="3882400"/>
            <a:ext cx="2332500" cy="449400"/>
          </a:xfrm>
          <a:prstGeom prst="rect">
            <a:avLst/>
          </a:prstGeom>
          <a:noFill/>
          <a:ln>
            <a:noFill/>
          </a:ln>
        </p:spPr>
        <p:txBody>
          <a:bodyPr anchorCtr="0" anchor="b" bIns="0" lIns="0" spcFirstLastPara="1" rIns="0" wrap="square" tIns="0">
            <a:noAutofit/>
          </a:bodyPr>
          <a:lstStyle>
            <a:lvl1pPr lvl="0" algn="l">
              <a:lnSpc>
                <a:spcPct val="85000"/>
              </a:lnSpc>
              <a:spcBef>
                <a:spcPts val="0"/>
              </a:spcBef>
              <a:spcAft>
                <a:spcPts val="0"/>
              </a:spcAft>
              <a:buClr>
                <a:schemeClr val="accent2"/>
              </a:buClr>
              <a:buSzPts val="2000"/>
              <a:buFont typeface="Inter"/>
              <a:buNone/>
              <a:defRPr b="1" sz="2000">
                <a:solidFill>
                  <a:schemeClr val="accent2"/>
                </a:solidFill>
                <a:latin typeface="Inter"/>
                <a:ea typeface="Inter"/>
                <a:cs typeface="Inter"/>
                <a:sym typeface="Inter"/>
              </a:defRPr>
            </a:lvl1pPr>
            <a:lvl2pPr lvl="1" algn="l">
              <a:lnSpc>
                <a:spcPct val="100000"/>
              </a:lnSpc>
              <a:spcBef>
                <a:spcPts val="0"/>
              </a:spcBef>
              <a:spcAft>
                <a:spcPts val="0"/>
              </a:spcAft>
              <a:buSzPts val="2000"/>
              <a:buNone/>
              <a:defRPr b="1" sz="2000"/>
            </a:lvl2pPr>
            <a:lvl3pPr lvl="2" algn="l">
              <a:lnSpc>
                <a:spcPct val="100000"/>
              </a:lnSpc>
              <a:spcBef>
                <a:spcPts val="0"/>
              </a:spcBef>
              <a:spcAft>
                <a:spcPts val="0"/>
              </a:spcAft>
              <a:buSzPts val="2000"/>
              <a:buNone/>
              <a:defRPr b="1" sz="2000"/>
            </a:lvl3pPr>
            <a:lvl4pPr lvl="3" algn="l">
              <a:lnSpc>
                <a:spcPct val="100000"/>
              </a:lnSpc>
              <a:spcBef>
                <a:spcPts val="0"/>
              </a:spcBef>
              <a:spcAft>
                <a:spcPts val="0"/>
              </a:spcAft>
              <a:buSzPts val="2000"/>
              <a:buNone/>
              <a:defRPr b="1" sz="2000"/>
            </a:lvl4pPr>
            <a:lvl5pPr lvl="4" algn="l">
              <a:lnSpc>
                <a:spcPct val="100000"/>
              </a:lnSpc>
              <a:spcBef>
                <a:spcPts val="0"/>
              </a:spcBef>
              <a:spcAft>
                <a:spcPts val="0"/>
              </a:spcAft>
              <a:buSzPts val="2000"/>
              <a:buNone/>
              <a:defRPr b="1" sz="2000"/>
            </a:lvl5pPr>
            <a:lvl6pPr lvl="5" algn="l">
              <a:lnSpc>
                <a:spcPct val="100000"/>
              </a:lnSpc>
              <a:spcBef>
                <a:spcPts val="0"/>
              </a:spcBef>
              <a:spcAft>
                <a:spcPts val="0"/>
              </a:spcAft>
              <a:buSzPts val="2000"/>
              <a:buNone/>
              <a:defRPr b="1" sz="2000"/>
            </a:lvl6pPr>
            <a:lvl7pPr lvl="6" algn="l">
              <a:lnSpc>
                <a:spcPct val="100000"/>
              </a:lnSpc>
              <a:spcBef>
                <a:spcPts val="0"/>
              </a:spcBef>
              <a:spcAft>
                <a:spcPts val="0"/>
              </a:spcAft>
              <a:buSzPts val="2000"/>
              <a:buNone/>
              <a:defRPr b="1" sz="2000"/>
            </a:lvl7pPr>
            <a:lvl8pPr lvl="7" algn="l">
              <a:lnSpc>
                <a:spcPct val="100000"/>
              </a:lnSpc>
              <a:spcBef>
                <a:spcPts val="0"/>
              </a:spcBef>
              <a:spcAft>
                <a:spcPts val="0"/>
              </a:spcAft>
              <a:buSzPts val="2000"/>
              <a:buNone/>
              <a:defRPr b="1" sz="2000"/>
            </a:lvl8pPr>
            <a:lvl9pPr lvl="8" algn="l">
              <a:lnSpc>
                <a:spcPct val="100000"/>
              </a:lnSpc>
              <a:spcBef>
                <a:spcPts val="0"/>
              </a:spcBef>
              <a:spcAft>
                <a:spcPts val="0"/>
              </a:spcAft>
              <a:buSzPts val="2000"/>
              <a:buNone/>
              <a:defRPr b="1" sz="2000"/>
            </a:lvl9pPr>
          </a:lstStyle>
          <a:p/>
        </p:txBody>
      </p:sp>
      <p:sp>
        <p:nvSpPr>
          <p:cNvPr id="252" name="Google Shape;252;g2d3c537dc00_0_227"/>
          <p:cNvSpPr/>
          <p:nvPr/>
        </p:nvSpPr>
        <p:spPr>
          <a:xfrm>
            <a:off x="6129900" y="2751675"/>
            <a:ext cx="2785500" cy="21633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g2d3c537dc00_0_227"/>
          <p:cNvSpPr/>
          <p:nvPr>
            <p:ph idx="7" type="pic"/>
          </p:nvPr>
        </p:nvSpPr>
        <p:spPr>
          <a:xfrm>
            <a:off x="6333215" y="2937824"/>
            <a:ext cx="403800" cy="404100"/>
          </a:xfrm>
          <a:prstGeom prst="rect">
            <a:avLst/>
          </a:prstGeom>
          <a:noFill/>
          <a:ln>
            <a:noFill/>
          </a:ln>
        </p:spPr>
      </p:sp>
      <p:sp>
        <p:nvSpPr>
          <p:cNvPr id="254" name="Google Shape;254;g2d3c537dc00_0_227"/>
          <p:cNvSpPr txBox="1"/>
          <p:nvPr>
            <p:ph idx="8" type="ctrTitle"/>
          </p:nvPr>
        </p:nvSpPr>
        <p:spPr>
          <a:xfrm>
            <a:off x="6333225" y="3882400"/>
            <a:ext cx="2332500" cy="449400"/>
          </a:xfrm>
          <a:prstGeom prst="rect">
            <a:avLst/>
          </a:prstGeom>
          <a:noFill/>
          <a:ln>
            <a:noFill/>
          </a:ln>
        </p:spPr>
        <p:txBody>
          <a:bodyPr anchorCtr="0" anchor="b" bIns="0" lIns="0" spcFirstLastPara="1" rIns="0" wrap="square" tIns="0">
            <a:noAutofit/>
          </a:bodyPr>
          <a:lstStyle>
            <a:lvl1pPr lvl="0" algn="l">
              <a:lnSpc>
                <a:spcPct val="85000"/>
              </a:lnSpc>
              <a:spcBef>
                <a:spcPts val="0"/>
              </a:spcBef>
              <a:spcAft>
                <a:spcPts val="0"/>
              </a:spcAft>
              <a:buClr>
                <a:schemeClr val="accent2"/>
              </a:buClr>
              <a:buSzPts val="2000"/>
              <a:buFont typeface="Inter"/>
              <a:buNone/>
              <a:defRPr b="1" sz="2000">
                <a:solidFill>
                  <a:schemeClr val="accent2"/>
                </a:solidFill>
                <a:latin typeface="Inter"/>
                <a:ea typeface="Inter"/>
                <a:cs typeface="Inter"/>
                <a:sym typeface="Inter"/>
              </a:defRPr>
            </a:lvl1pPr>
            <a:lvl2pPr lvl="1" algn="l">
              <a:lnSpc>
                <a:spcPct val="100000"/>
              </a:lnSpc>
              <a:spcBef>
                <a:spcPts val="0"/>
              </a:spcBef>
              <a:spcAft>
                <a:spcPts val="0"/>
              </a:spcAft>
              <a:buSzPts val="2000"/>
              <a:buNone/>
              <a:defRPr b="1" sz="2000"/>
            </a:lvl2pPr>
            <a:lvl3pPr lvl="2" algn="l">
              <a:lnSpc>
                <a:spcPct val="100000"/>
              </a:lnSpc>
              <a:spcBef>
                <a:spcPts val="0"/>
              </a:spcBef>
              <a:spcAft>
                <a:spcPts val="0"/>
              </a:spcAft>
              <a:buSzPts val="2000"/>
              <a:buNone/>
              <a:defRPr b="1" sz="2000"/>
            </a:lvl3pPr>
            <a:lvl4pPr lvl="3" algn="l">
              <a:lnSpc>
                <a:spcPct val="100000"/>
              </a:lnSpc>
              <a:spcBef>
                <a:spcPts val="0"/>
              </a:spcBef>
              <a:spcAft>
                <a:spcPts val="0"/>
              </a:spcAft>
              <a:buSzPts val="2000"/>
              <a:buNone/>
              <a:defRPr b="1" sz="2000"/>
            </a:lvl4pPr>
            <a:lvl5pPr lvl="4" algn="l">
              <a:lnSpc>
                <a:spcPct val="100000"/>
              </a:lnSpc>
              <a:spcBef>
                <a:spcPts val="0"/>
              </a:spcBef>
              <a:spcAft>
                <a:spcPts val="0"/>
              </a:spcAft>
              <a:buSzPts val="2000"/>
              <a:buNone/>
              <a:defRPr b="1" sz="2000"/>
            </a:lvl5pPr>
            <a:lvl6pPr lvl="5" algn="l">
              <a:lnSpc>
                <a:spcPct val="100000"/>
              </a:lnSpc>
              <a:spcBef>
                <a:spcPts val="0"/>
              </a:spcBef>
              <a:spcAft>
                <a:spcPts val="0"/>
              </a:spcAft>
              <a:buSzPts val="2000"/>
              <a:buNone/>
              <a:defRPr b="1" sz="2000"/>
            </a:lvl6pPr>
            <a:lvl7pPr lvl="6" algn="l">
              <a:lnSpc>
                <a:spcPct val="100000"/>
              </a:lnSpc>
              <a:spcBef>
                <a:spcPts val="0"/>
              </a:spcBef>
              <a:spcAft>
                <a:spcPts val="0"/>
              </a:spcAft>
              <a:buSzPts val="2000"/>
              <a:buNone/>
              <a:defRPr b="1" sz="2000"/>
            </a:lvl7pPr>
            <a:lvl8pPr lvl="7" algn="l">
              <a:lnSpc>
                <a:spcPct val="100000"/>
              </a:lnSpc>
              <a:spcBef>
                <a:spcPts val="0"/>
              </a:spcBef>
              <a:spcAft>
                <a:spcPts val="0"/>
              </a:spcAft>
              <a:buSzPts val="2000"/>
              <a:buNone/>
              <a:defRPr b="1" sz="2000"/>
            </a:lvl8pPr>
            <a:lvl9pPr lvl="8" algn="l">
              <a:lnSpc>
                <a:spcPct val="100000"/>
              </a:lnSpc>
              <a:spcBef>
                <a:spcPts val="0"/>
              </a:spcBef>
              <a:spcAft>
                <a:spcPts val="0"/>
              </a:spcAft>
              <a:buSzPts val="2000"/>
              <a:buNone/>
              <a:defRPr b="1" sz="2000"/>
            </a:lvl9pPr>
          </a:lstStyle>
          <a:p/>
        </p:txBody>
      </p:sp>
      <p:sp>
        <p:nvSpPr>
          <p:cNvPr id="255" name="Google Shape;255;g2d3c537dc00_0_227"/>
          <p:cNvSpPr txBox="1"/>
          <p:nvPr>
            <p:ph idx="9" type="ctrTitle"/>
          </p:nvPr>
        </p:nvSpPr>
        <p:spPr>
          <a:xfrm>
            <a:off x="431925" y="4408000"/>
            <a:ext cx="2332500" cy="3090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300"/>
              <a:buFont typeface="Inter"/>
              <a:buNone/>
              <a:defRPr sz="1300">
                <a:solidFill>
                  <a:schemeClr val="accent2"/>
                </a:solidFill>
                <a:latin typeface="Inter"/>
                <a:ea typeface="Inter"/>
                <a:cs typeface="Inter"/>
                <a:sym typeface="Inter"/>
              </a:defRPr>
            </a:lvl1pPr>
            <a:lvl2pPr lvl="1" algn="l">
              <a:lnSpc>
                <a:spcPct val="100000"/>
              </a:lnSpc>
              <a:spcBef>
                <a:spcPts val="0"/>
              </a:spcBef>
              <a:spcAft>
                <a:spcPts val="0"/>
              </a:spcAft>
              <a:buSzPts val="1300"/>
              <a:buFont typeface="Inter"/>
              <a:buNone/>
              <a:defRPr sz="1300">
                <a:latin typeface="Inter"/>
                <a:ea typeface="Inter"/>
                <a:cs typeface="Inter"/>
                <a:sym typeface="Inter"/>
              </a:defRPr>
            </a:lvl2pPr>
            <a:lvl3pPr lvl="2" algn="l">
              <a:lnSpc>
                <a:spcPct val="100000"/>
              </a:lnSpc>
              <a:spcBef>
                <a:spcPts val="0"/>
              </a:spcBef>
              <a:spcAft>
                <a:spcPts val="0"/>
              </a:spcAft>
              <a:buSzPts val="1300"/>
              <a:buFont typeface="Inter"/>
              <a:buNone/>
              <a:defRPr sz="1300">
                <a:latin typeface="Inter"/>
                <a:ea typeface="Inter"/>
                <a:cs typeface="Inter"/>
                <a:sym typeface="Inter"/>
              </a:defRPr>
            </a:lvl3pPr>
            <a:lvl4pPr lvl="3" algn="l">
              <a:lnSpc>
                <a:spcPct val="100000"/>
              </a:lnSpc>
              <a:spcBef>
                <a:spcPts val="0"/>
              </a:spcBef>
              <a:spcAft>
                <a:spcPts val="0"/>
              </a:spcAft>
              <a:buSzPts val="1300"/>
              <a:buFont typeface="Inter"/>
              <a:buNone/>
              <a:defRPr sz="1300">
                <a:latin typeface="Inter"/>
                <a:ea typeface="Inter"/>
                <a:cs typeface="Inter"/>
                <a:sym typeface="Inter"/>
              </a:defRPr>
            </a:lvl4pPr>
            <a:lvl5pPr lvl="4" algn="l">
              <a:lnSpc>
                <a:spcPct val="100000"/>
              </a:lnSpc>
              <a:spcBef>
                <a:spcPts val="0"/>
              </a:spcBef>
              <a:spcAft>
                <a:spcPts val="0"/>
              </a:spcAft>
              <a:buSzPts val="1300"/>
              <a:buFont typeface="Inter"/>
              <a:buNone/>
              <a:defRPr sz="1300">
                <a:latin typeface="Inter"/>
                <a:ea typeface="Inter"/>
                <a:cs typeface="Inter"/>
                <a:sym typeface="Inter"/>
              </a:defRPr>
            </a:lvl5pPr>
            <a:lvl6pPr lvl="5" algn="l">
              <a:lnSpc>
                <a:spcPct val="100000"/>
              </a:lnSpc>
              <a:spcBef>
                <a:spcPts val="0"/>
              </a:spcBef>
              <a:spcAft>
                <a:spcPts val="0"/>
              </a:spcAft>
              <a:buSzPts val="1300"/>
              <a:buFont typeface="Inter"/>
              <a:buNone/>
              <a:defRPr sz="1300">
                <a:latin typeface="Inter"/>
                <a:ea typeface="Inter"/>
                <a:cs typeface="Inter"/>
                <a:sym typeface="Inter"/>
              </a:defRPr>
            </a:lvl6pPr>
            <a:lvl7pPr lvl="6" algn="l">
              <a:lnSpc>
                <a:spcPct val="100000"/>
              </a:lnSpc>
              <a:spcBef>
                <a:spcPts val="0"/>
              </a:spcBef>
              <a:spcAft>
                <a:spcPts val="0"/>
              </a:spcAft>
              <a:buSzPts val="1300"/>
              <a:buFont typeface="Inter"/>
              <a:buNone/>
              <a:defRPr sz="1300">
                <a:latin typeface="Inter"/>
                <a:ea typeface="Inter"/>
                <a:cs typeface="Inter"/>
                <a:sym typeface="Inter"/>
              </a:defRPr>
            </a:lvl7pPr>
            <a:lvl8pPr lvl="7" algn="l">
              <a:lnSpc>
                <a:spcPct val="100000"/>
              </a:lnSpc>
              <a:spcBef>
                <a:spcPts val="0"/>
              </a:spcBef>
              <a:spcAft>
                <a:spcPts val="0"/>
              </a:spcAft>
              <a:buSzPts val="1300"/>
              <a:buFont typeface="Inter"/>
              <a:buNone/>
              <a:defRPr sz="1300">
                <a:latin typeface="Inter"/>
                <a:ea typeface="Inter"/>
                <a:cs typeface="Inter"/>
                <a:sym typeface="Inter"/>
              </a:defRPr>
            </a:lvl8pPr>
            <a:lvl9pPr lvl="8" algn="l">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256" name="Google Shape;256;g2d3c537dc00_0_227"/>
          <p:cNvSpPr txBox="1"/>
          <p:nvPr>
            <p:ph idx="13" type="ctrTitle"/>
          </p:nvPr>
        </p:nvSpPr>
        <p:spPr>
          <a:xfrm>
            <a:off x="3382575" y="4408000"/>
            <a:ext cx="2332500" cy="3090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300"/>
              <a:buFont typeface="Inter"/>
              <a:buNone/>
              <a:defRPr sz="1300">
                <a:solidFill>
                  <a:schemeClr val="accent2"/>
                </a:solidFill>
                <a:latin typeface="Inter"/>
                <a:ea typeface="Inter"/>
                <a:cs typeface="Inter"/>
                <a:sym typeface="Inter"/>
              </a:defRPr>
            </a:lvl1pPr>
            <a:lvl2pPr lvl="1" algn="l">
              <a:lnSpc>
                <a:spcPct val="100000"/>
              </a:lnSpc>
              <a:spcBef>
                <a:spcPts val="0"/>
              </a:spcBef>
              <a:spcAft>
                <a:spcPts val="0"/>
              </a:spcAft>
              <a:buSzPts val="1300"/>
              <a:buFont typeface="Inter"/>
              <a:buNone/>
              <a:defRPr sz="1300">
                <a:latin typeface="Inter"/>
                <a:ea typeface="Inter"/>
                <a:cs typeface="Inter"/>
                <a:sym typeface="Inter"/>
              </a:defRPr>
            </a:lvl2pPr>
            <a:lvl3pPr lvl="2" algn="l">
              <a:lnSpc>
                <a:spcPct val="100000"/>
              </a:lnSpc>
              <a:spcBef>
                <a:spcPts val="0"/>
              </a:spcBef>
              <a:spcAft>
                <a:spcPts val="0"/>
              </a:spcAft>
              <a:buSzPts val="1300"/>
              <a:buFont typeface="Inter"/>
              <a:buNone/>
              <a:defRPr sz="1300">
                <a:latin typeface="Inter"/>
                <a:ea typeface="Inter"/>
                <a:cs typeface="Inter"/>
                <a:sym typeface="Inter"/>
              </a:defRPr>
            </a:lvl3pPr>
            <a:lvl4pPr lvl="3" algn="l">
              <a:lnSpc>
                <a:spcPct val="100000"/>
              </a:lnSpc>
              <a:spcBef>
                <a:spcPts val="0"/>
              </a:spcBef>
              <a:spcAft>
                <a:spcPts val="0"/>
              </a:spcAft>
              <a:buSzPts val="1300"/>
              <a:buFont typeface="Inter"/>
              <a:buNone/>
              <a:defRPr sz="1300">
                <a:latin typeface="Inter"/>
                <a:ea typeface="Inter"/>
                <a:cs typeface="Inter"/>
                <a:sym typeface="Inter"/>
              </a:defRPr>
            </a:lvl4pPr>
            <a:lvl5pPr lvl="4" algn="l">
              <a:lnSpc>
                <a:spcPct val="100000"/>
              </a:lnSpc>
              <a:spcBef>
                <a:spcPts val="0"/>
              </a:spcBef>
              <a:spcAft>
                <a:spcPts val="0"/>
              </a:spcAft>
              <a:buSzPts val="1300"/>
              <a:buFont typeface="Inter"/>
              <a:buNone/>
              <a:defRPr sz="1300">
                <a:latin typeface="Inter"/>
                <a:ea typeface="Inter"/>
                <a:cs typeface="Inter"/>
                <a:sym typeface="Inter"/>
              </a:defRPr>
            </a:lvl5pPr>
            <a:lvl6pPr lvl="5" algn="l">
              <a:lnSpc>
                <a:spcPct val="100000"/>
              </a:lnSpc>
              <a:spcBef>
                <a:spcPts val="0"/>
              </a:spcBef>
              <a:spcAft>
                <a:spcPts val="0"/>
              </a:spcAft>
              <a:buSzPts val="1300"/>
              <a:buFont typeface="Inter"/>
              <a:buNone/>
              <a:defRPr sz="1300">
                <a:latin typeface="Inter"/>
                <a:ea typeface="Inter"/>
                <a:cs typeface="Inter"/>
                <a:sym typeface="Inter"/>
              </a:defRPr>
            </a:lvl6pPr>
            <a:lvl7pPr lvl="6" algn="l">
              <a:lnSpc>
                <a:spcPct val="100000"/>
              </a:lnSpc>
              <a:spcBef>
                <a:spcPts val="0"/>
              </a:spcBef>
              <a:spcAft>
                <a:spcPts val="0"/>
              </a:spcAft>
              <a:buSzPts val="1300"/>
              <a:buFont typeface="Inter"/>
              <a:buNone/>
              <a:defRPr sz="1300">
                <a:latin typeface="Inter"/>
                <a:ea typeface="Inter"/>
                <a:cs typeface="Inter"/>
                <a:sym typeface="Inter"/>
              </a:defRPr>
            </a:lvl7pPr>
            <a:lvl8pPr lvl="7" algn="l">
              <a:lnSpc>
                <a:spcPct val="100000"/>
              </a:lnSpc>
              <a:spcBef>
                <a:spcPts val="0"/>
              </a:spcBef>
              <a:spcAft>
                <a:spcPts val="0"/>
              </a:spcAft>
              <a:buSzPts val="1300"/>
              <a:buFont typeface="Inter"/>
              <a:buNone/>
              <a:defRPr sz="1300">
                <a:latin typeface="Inter"/>
                <a:ea typeface="Inter"/>
                <a:cs typeface="Inter"/>
                <a:sym typeface="Inter"/>
              </a:defRPr>
            </a:lvl8pPr>
            <a:lvl9pPr lvl="8" algn="l">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257" name="Google Shape;257;g2d3c537dc00_0_227"/>
          <p:cNvSpPr txBox="1"/>
          <p:nvPr>
            <p:ph idx="14" type="ctrTitle"/>
          </p:nvPr>
        </p:nvSpPr>
        <p:spPr>
          <a:xfrm>
            <a:off x="6333225" y="4408000"/>
            <a:ext cx="2332500" cy="3090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300"/>
              <a:buFont typeface="Inter"/>
              <a:buNone/>
              <a:defRPr sz="1300">
                <a:solidFill>
                  <a:schemeClr val="accent2"/>
                </a:solidFill>
                <a:latin typeface="Inter"/>
                <a:ea typeface="Inter"/>
                <a:cs typeface="Inter"/>
                <a:sym typeface="Inter"/>
              </a:defRPr>
            </a:lvl1pPr>
            <a:lvl2pPr lvl="1" algn="l">
              <a:lnSpc>
                <a:spcPct val="100000"/>
              </a:lnSpc>
              <a:spcBef>
                <a:spcPts val="0"/>
              </a:spcBef>
              <a:spcAft>
                <a:spcPts val="0"/>
              </a:spcAft>
              <a:buSzPts val="1300"/>
              <a:buFont typeface="Inter"/>
              <a:buNone/>
              <a:defRPr sz="1300">
                <a:latin typeface="Inter"/>
                <a:ea typeface="Inter"/>
                <a:cs typeface="Inter"/>
                <a:sym typeface="Inter"/>
              </a:defRPr>
            </a:lvl2pPr>
            <a:lvl3pPr lvl="2" algn="l">
              <a:lnSpc>
                <a:spcPct val="100000"/>
              </a:lnSpc>
              <a:spcBef>
                <a:spcPts val="0"/>
              </a:spcBef>
              <a:spcAft>
                <a:spcPts val="0"/>
              </a:spcAft>
              <a:buSzPts val="1300"/>
              <a:buFont typeface="Inter"/>
              <a:buNone/>
              <a:defRPr sz="1300">
                <a:latin typeface="Inter"/>
                <a:ea typeface="Inter"/>
                <a:cs typeface="Inter"/>
                <a:sym typeface="Inter"/>
              </a:defRPr>
            </a:lvl3pPr>
            <a:lvl4pPr lvl="3" algn="l">
              <a:lnSpc>
                <a:spcPct val="100000"/>
              </a:lnSpc>
              <a:spcBef>
                <a:spcPts val="0"/>
              </a:spcBef>
              <a:spcAft>
                <a:spcPts val="0"/>
              </a:spcAft>
              <a:buSzPts val="1300"/>
              <a:buFont typeface="Inter"/>
              <a:buNone/>
              <a:defRPr sz="1300">
                <a:latin typeface="Inter"/>
                <a:ea typeface="Inter"/>
                <a:cs typeface="Inter"/>
                <a:sym typeface="Inter"/>
              </a:defRPr>
            </a:lvl4pPr>
            <a:lvl5pPr lvl="4" algn="l">
              <a:lnSpc>
                <a:spcPct val="100000"/>
              </a:lnSpc>
              <a:spcBef>
                <a:spcPts val="0"/>
              </a:spcBef>
              <a:spcAft>
                <a:spcPts val="0"/>
              </a:spcAft>
              <a:buSzPts val="1300"/>
              <a:buFont typeface="Inter"/>
              <a:buNone/>
              <a:defRPr sz="1300">
                <a:latin typeface="Inter"/>
                <a:ea typeface="Inter"/>
                <a:cs typeface="Inter"/>
                <a:sym typeface="Inter"/>
              </a:defRPr>
            </a:lvl5pPr>
            <a:lvl6pPr lvl="5" algn="l">
              <a:lnSpc>
                <a:spcPct val="100000"/>
              </a:lnSpc>
              <a:spcBef>
                <a:spcPts val="0"/>
              </a:spcBef>
              <a:spcAft>
                <a:spcPts val="0"/>
              </a:spcAft>
              <a:buSzPts val="1300"/>
              <a:buFont typeface="Inter"/>
              <a:buNone/>
              <a:defRPr sz="1300">
                <a:latin typeface="Inter"/>
                <a:ea typeface="Inter"/>
                <a:cs typeface="Inter"/>
                <a:sym typeface="Inter"/>
              </a:defRPr>
            </a:lvl6pPr>
            <a:lvl7pPr lvl="6" algn="l">
              <a:lnSpc>
                <a:spcPct val="100000"/>
              </a:lnSpc>
              <a:spcBef>
                <a:spcPts val="0"/>
              </a:spcBef>
              <a:spcAft>
                <a:spcPts val="0"/>
              </a:spcAft>
              <a:buSzPts val="1300"/>
              <a:buFont typeface="Inter"/>
              <a:buNone/>
              <a:defRPr sz="1300">
                <a:latin typeface="Inter"/>
                <a:ea typeface="Inter"/>
                <a:cs typeface="Inter"/>
                <a:sym typeface="Inter"/>
              </a:defRPr>
            </a:lvl7pPr>
            <a:lvl8pPr lvl="7" algn="l">
              <a:lnSpc>
                <a:spcPct val="100000"/>
              </a:lnSpc>
              <a:spcBef>
                <a:spcPts val="0"/>
              </a:spcBef>
              <a:spcAft>
                <a:spcPts val="0"/>
              </a:spcAft>
              <a:buSzPts val="1300"/>
              <a:buFont typeface="Inter"/>
              <a:buNone/>
              <a:defRPr sz="1300">
                <a:latin typeface="Inter"/>
                <a:ea typeface="Inter"/>
                <a:cs typeface="Inter"/>
                <a:sym typeface="Inter"/>
              </a:defRPr>
            </a:lvl8pPr>
            <a:lvl9pPr lvl="8" algn="l">
              <a:lnSpc>
                <a:spcPct val="100000"/>
              </a:lnSpc>
              <a:spcBef>
                <a:spcPts val="0"/>
              </a:spcBef>
              <a:spcAft>
                <a:spcPts val="0"/>
              </a:spcAft>
              <a:buSzPts val="1300"/>
              <a:buFont typeface="Inter"/>
              <a:buNone/>
              <a:defRPr sz="1300">
                <a:latin typeface="Inter"/>
                <a:ea typeface="Inter"/>
                <a:cs typeface="Inter"/>
                <a:sym typeface="Inte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6_2">
    <p:spTree>
      <p:nvGrpSpPr>
        <p:cNvPr id="258" name="Shape 258"/>
        <p:cNvGrpSpPr/>
        <p:nvPr/>
      </p:nvGrpSpPr>
      <p:grpSpPr>
        <a:xfrm>
          <a:off x="0" y="0"/>
          <a:ext cx="0" cy="0"/>
          <a:chOff x="0" y="0"/>
          <a:chExt cx="0" cy="0"/>
        </a:xfrm>
      </p:grpSpPr>
      <p:sp>
        <p:nvSpPr>
          <p:cNvPr id="259" name="Google Shape;259;g2d3c537dc00_0_242"/>
          <p:cNvSpPr txBox="1"/>
          <p:nvPr>
            <p:ph type="ctrTitle"/>
          </p:nvPr>
        </p:nvSpPr>
        <p:spPr>
          <a:xfrm>
            <a:off x="228600" y="228600"/>
            <a:ext cx="3522900" cy="11733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4900"/>
              <a:buFont typeface="Inter"/>
              <a:buNone/>
              <a:defRPr b="1" sz="49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260" name="Google Shape;260;g2d3c537dc00_0_242"/>
          <p:cNvSpPr txBox="1"/>
          <p:nvPr>
            <p:ph idx="2" type="ctrTitle"/>
          </p:nvPr>
        </p:nvSpPr>
        <p:spPr>
          <a:xfrm>
            <a:off x="228600" y="1650975"/>
            <a:ext cx="3522900" cy="32640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300"/>
              <a:buNone/>
              <a:defRPr sz="1300">
                <a:solidFill>
                  <a:schemeClr val="accent2"/>
                </a:solidFill>
              </a:defRPr>
            </a:lvl1pPr>
            <a:lvl2pPr lvl="1" algn="l">
              <a:lnSpc>
                <a:spcPct val="100000"/>
              </a:lnSpc>
              <a:spcBef>
                <a:spcPts val="0"/>
              </a:spcBef>
              <a:spcAft>
                <a:spcPts val="0"/>
              </a:spcAft>
              <a:buSzPts val="1300"/>
              <a:buNone/>
              <a:defRPr b="1" sz="1300"/>
            </a:lvl2pPr>
            <a:lvl3pPr lvl="2" algn="l">
              <a:lnSpc>
                <a:spcPct val="100000"/>
              </a:lnSpc>
              <a:spcBef>
                <a:spcPts val="0"/>
              </a:spcBef>
              <a:spcAft>
                <a:spcPts val="0"/>
              </a:spcAft>
              <a:buSzPts val="1300"/>
              <a:buNone/>
              <a:defRPr b="1" sz="1300"/>
            </a:lvl3pPr>
            <a:lvl4pPr lvl="3" algn="l">
              <a:lnSpc>
                <a:spcPct val="100000"/>
              </a:lnSpc>
              <a:spcBef>
                <a:spcPts val="0"/>
              </a:spcBef>
              <a:spcAft>
                <a:spcPts val="0"/>
              </a:spcAft>
              <a:buSzPts val="1300"/>
              <a:buNone/>
              <a:defRPr b="1" sz="1300"/>
            </a:lvl4pPr>
            <a:lvl5pPr lvl="4" algn="l">
              <a:lnSpc>
                <a:spcPct val="100000"/>
              </a:lnSpc>
              <a:spcBef>
                <a:spcPts val="0"/>
              </a:spcBef>
              <a:spcAft>
                <a:spcPts val="0"/>
              </a:spcAft>
              <a:buSzPts val="1300"/>
              <a:buNone/>
              <a:defRPr b="1" sz="1300"/>
            </a:lvl5pPr>
            <a:lvl6pPr lvl="5" algn="l">
              <a:lnSpc>
                <a:spcPct val="100000"/>
              </a:lnSpc>
              <a:spcBef>
                <a:spcPts val="0"/>
              </a:spcBef>
              <a:spcAft>
                <a:spcPts val="0"/>
              </a:spcAft>
              <a:buSzPts val="1300"/>
              <a:buNone/>
              <a:defRPr b="1" sz="1300"/>
            </a:lvl6pPr>
            <a:lvl7pPr lvl="6" algn="l">
              <a:lnSpc>
                <a:spcPct val="100000"/>
              </a:lnSpc>
              <a:spcBef>
                <a:spcPts val="0"/>
              </a:spcBef>
              <a:spcAft>
                <a:spcPts val="0"/>
              </a:spcAft>
              <a:buSzPts val="1300"/>
              <a:buNone/>
              <a:defRPr b="1" sz="1300"/>
            </a:lvl7pPr>
            <a:lvl8pPr lvl="7" algn="l">
              <a:lnSpc>
                <a:spcPct val="100000"/>
              </a:lnSpc>
              <a:spcBef>
                <a:spcPts val="0"/>
              </a:spcBef>
              <a:spcAft>
                <a:spcPts val="0"/>
              </a:spcAft>
              <a:buSzPts val="1300"/>
              <a:buNone/>
              <a:defRPr b="1" sz="1300"/>
            </a:lvl8pPr>
            <a:lvl9pPr lvl="8" algn="l">
              <a:lnSpc>
                <a:spcPct val="100000"/>
              </a:lnSpc>
              <a:spcBef>
                <a:spcPts val="0"/>
              </a:spcBef>
              <a:spcAft>
                <a:spcPts val="0"/>
              </a:spcAft>
              <a:buSzPts val="1300"/>
              <a:buNone/>
              <a:defRPr b="1" sz="13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w/text 1">
  <p:cSld name="CUSTOM_5_2_1">
    <p:bg>
      <p:bgPr>
        <a:solidFill>
          <a:schemeClr val="lt1"/>
        </a:solidFill>
      </p:bgPr>
    </p:bg>
    <p:spTree>
      <p:nvGrpSpPr>
        <p:cNvPr id="261" name="Shape 261"/>
        <p:cNvGrpSpPr/>
        <p:nvPr/>
      </p:nvGrpSpPr>
      <p:grpSpPr>
        <a:xfrm>
          <a:off x="0" y="0"/>
          <a:ext cx="0" cy="0"/>
          <a:chOff x="0" y="0"/>
          <a:chExt cx="0" cy="0"/>
        </a:xfrm>
      </p:grpSpPr>
      <p:sp>
        <p:nvSpPr>
          <p:cNvPr id="262" name="Google Shape;262;g2d3c537dc00_0_248"/>
          <p:cNvSpPr txBox="1"/>
          <p:nvPr>
            <p:ph type="ctrTitle"/>
          </p:nvPr>
        </p:nvSpPr>
        <p:spPr>
          <a:xfrm>
            <a:off x="2441650" y="537825"/>
            <a:ext cx="4260900" cy="354300"/>
          </a:xfrm>
          <a:prstGeom prst="rect">
            <a:avLst/>
          </a:prstGeom>
          <a:noFill/>
          <a:ln>
            <a:noFill/>
          </a:ln>
        </p:spPr>
        <p:txBody>
          <a:bodyPr anchorCtr="0" anchor="ctr" bIns="0" lIns="0" spcFirstLastPara="1" rIns="0" wrap="square" tIns="0">
            <a:noAutofit/>
          </a:bodyPr>
          <a:lstStyle>
            <a:lvl1pPr lvl="0" algn="ctr">
              <a:lnSpc>
                <a:spcPct val="85000"/>
              </a:lnSpc>
              <a:spcBef>
                <a:spcPts val="0"/>
              </a:spcBef>
              <a:spcAft>
                <a:spcPts val="0"/>
              </a:spcAft>
              <a:buClr>
                <a:schemeClr val="accent2"/>
              </a:buClr>
              <a:buSzPts val="2500"/>
              <a:buFont typeface="Inter"/>
              <a:buNone/>
              <a:defRPr b="1" sz="2500">
                <a:solidFill>
                  <a:schemeClr val="accent2"/>
                </a:solidFill>
                <a:latin typeface="Inter"/>
                <a:ea typeface="Inter"/>
                <a:cs typeface="Inter"/>
                <a:sym typeface="Inter"/>
              </a:defRPr>
            </a:lvl1pPr>
            <a:lvl2pPr lvl="1" algn="ctr">
              <a:lnSpc>
                <a:spcPct val="100000"/>
              </a:lnSpc>
              <a:spcBef>
                <a:spcPts val="0"/>
              </a:spcBef>
              <a:spcAft>
                <a:spcPts val="0"/>
              </a:spcAft>
              <a:buSzPts val="7000"/>
              <a:buNone/>
              <a:defRPr b="1" sz="7000"/>
            </a:lvl2pPr>
            <a:lvl3pPr lvl="2" algn="ctr">
              <a:lnSpc>
                <a:spcPct val="100000"/>
              </a:lnSpc>
              <a:spcBef>
                <a:spcPts val="0"/>
              </a:spcBef>
              <a:spcAft>
                <a:spcPts val="0"/>
              </a:spcAft>
              <a:buSzPts val="7000"/>
              <a:buNone/>
              <a:defRPr b="1" sz="7000"/>
            </a:lvl3pPr>
            <a:lvl4pPr lvl="3" algn="ctr">
              <a:lnSpc>
                <a:spcPct val="100000"/>
              </a:lnSpc>
              <a:spcBef>
                <a:spcPts val="0"/>
              </a:spcBef>
              <a:spcAft>
                <a:spcPts val="0"/>
              </a:spcAft>
              <a:buSzPts val="7000"/>
              <a:buNone/>
              <a:defRPr b="1" sz="7000"/>
            </a:lvl4pPr>
            <a:lvl5pPr lvl="4" algn="ctr">
              <a:lnSpc>
                <a:spcPct val="100000"/>
              </a:lnSpc>
              <a:spcBef>
                <a:spcPts val="0"/>
              </a:spcBef>
              <a:spcAft>
                <a:spcPts val="0"/>
              </a:spcAft>
              <a:buSzPts val="7000"/>
              <a:buNone/>
              <a:defRPr b="1" sz="7000"/>
            </a:lvl5pPr>
            <a:lvl6pPr lvl="5" algn="ctr">
              <a:lnSpc>
                <a:spcPct val="100000"/>
              </a:lnSpc>
              <a:spcBef>
                <a:spcPts val="0"/>
              </a:spcBef>
              <a:spcAft>
                <a:spcPts val="0"/>
              </a:spcAft>
              <a:buSzPts val="7000"/>
              <a:buNone/>
              <a:defRPr b="1" sz="7000"/>
            </a:lvl6pPr>
            <a:lvl7pPr lvl="6" algn="ctr">
              <a:lnSpc>
                <a:spcPct val="100000"/>
              </a:lnSpc>
              <a:spcBef>
                <a:spcPts val="0"/>
              </a:spcBef>
              <a:spcAft>
                <a:spcPts val="0"/>
              </a:spcAft>
              <a:buSzPts val="7000"/>
              <a:buNone/>
              <a:defRPr b="1" sz="7000"/>
            </a:lvl7pPr>
            <a:lvl8pPr lvl="7" algn="ctr">
              <a:lnSpc>
                <a:spcPct val="100000"/>
              </a:lnSpc>
              <a:spcBef>
                <a:spcPts val="0"/>
              </a:spcBef>
              <a:spcAft>
                <a:spcPts val="0"/>
              </a:spcAft>
              <a:buSzPts val="7000"/>
              <a:buNone/>
              <a:defRPr b="1" sz="7000"/>
            </a:lvl8pPr>
            <a:lvl9pPr lvl="8" algn="ctr">
              <a:lnSpc>
                <a:spcPct val="100000"/>
              </a:lnSpc>
              <a:spcBef>
                <a:spcPts val="0"/>
              </a:spcBef>
              <a:spcAft>
                <a:spcPts val="0"/>
              </a:spcAft>
              <a:buSzPts val="7000"/>
              <a:buNone/>
              <a:defRPr b="1" sz="7000"/>
            </a:lvl9pPr>
          </a:lstStyle>
          <a:p/>
        </p:txBody>
      </p:sp>
      <p:sp>
        <p:nvSpPr>
          <p:cNvPr id="263" name="Google Shape;263;g2d3c537dc00_0_248"/>
          <p:cNvSpPr/>
          <p:nvPr/>
        </p:nvSpPr>
        <p:spPr>
          <a:xfrm>
            <a:off x="661475" y="1208432"/>
            <a:ext cx="2948400" cy="973200"/>
          </a:xfrm>
          <a:prstGeom prst="roundRect">
            <a:avLst>
              <a:gd fmla="val 3019"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g2d3c537dc00_0_248"/>
          <p:cNvSpPr/>
          <p:nvPr>
            <p:ph idx="2" type="pic"/>
          </p:nvPr>
        </p:nvSpPr>
        <p:spPr>
          <a:xfrm>
            <a:off x="813875" y="1365925"/>
            <a:ext cx="306600" cy="306600"/>
          </a:xfrm>
          <a:prstGeom prst="rect">
            <a:avLst/>
          </a:prstGeom>
          <a:noFill/>
          <a:ln>
            <a:noFill/>
          </a:ln>
        </p:spPr>
      </p:sp>
      <p:sp>
        <p:nvSpPr>
          <p:cNvPr id="265" name="Google Shape;265;g2d3c537dc00_0_248"/>
          <p:cNvSpPr/>
          <p:nvPr/>
        </p:nvSpPr>
        <p:spPr>
          <a:xfrm>
            <a:off x="661475" y="2437763"/>
            <a:ext cx="2948400" cy="973200"/>
          </a:xfrm>
          <a:prstGeom prst="roundRect">
            <a:avLst>
              <a:gd fmla="val 3019"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g2d3c537dc00_0_248"/>
          <p:cNvSpPr/>
          <p:nvPr>
            <p:ph idx="3" type="pic"/>
          </p:nvPr>
        </p:nvSpPr>
        <p:spPr>
          <a:xfrm>
            <a:off x="813875" y="2682430"/>
            <a:ext cx="306600" cy="306600"/>
          </a:xfrm>
          <a:prstGeom prst="rect">
            <a:avLst/>
          </a:prstGeom>
          <a:noFill/>
          <a:ln>
            <a:noFill/>
          </a:ln>
        </p:spPr>
      </p:sp>
      <p:sp>
        <p:nvSpPr>
          <p:cNvPr id="267" name="Google Shape;267;g2d3c537dc00_0_248"/>
          <p:cNvSpPr/>
          <p:nvPr/>
        </p:nvSpPr>
        <p:spPr>
          <a:xfrm>
            <a:off x="661475" y="3669969"/>
            <a:ext cx="2948400" cy="973200"/>
          </a:xfrm>
          <a:prstGeom prst="roundRect">
            <a:avLst>
              <a:gd fmla="val 3019"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g2d3c537dc00_0_248"/>
          <p:cNvSpPr/>
          <p:nvPr>
            <p:ph idx="4" type="pic"/>
          </p:nvPr>
        </p:nvSpPr>
        <p:spPr>
          <a:xfrm>
            <a:off x="813875" y="3996485"/>
            <a:ext cx="306600" cy="306600"/>
          </a:xfrm>
          <a:prstGeom prst="rect">
            <a:avLst/>
          </a:prstGeom>
          <a:noFill/>
          <a:ln>
            <a:noFill/>
          </a:ln>
        </p:spPr>
      </p:sp>
      <p:sp>
        <p:nvSpPr>
          <p:cNvPr id="269" name="Google Shape;269;g2d3c537dc00_0_248"/>
          <p:cNvSpPr/>
          <p:nvPr/>
        </p:nvSpPr>
        <p:spPr>
          <a:xfrm>
            <a:off x="5517128" y="1208432"/>
            <a:ext cx="2948400" cy="973200"/>
          </a:xfrm>
          <a:prstGeom prst="roundRect">
            <a:avLst>
              <a:gd fmla="val 3019"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g2d3c537dc00_0_248"/>
          <p:cNvSpPr/>
          <p:nvPr>
            <p:ph idx="5" type="pic"/>
          </p:nvPr>
        </p:nvSpPr>
        <p:spPr>
          <a:xfrm>
            <a:off x="5697225" y="1365925"/>
            <a:ext cx="306600" cy="306600"/>
          </a:xfrm>
          <a:prstGeom prst="rect">
            <a:avLst/>
          </a:prstGeom>
          <a:noFill/>
          <a:ln>
            <a:noFill/>
          </a:ln>
        </p:spPr>
      </p:sp>
      <p:sp>
        <p:nvSpPr>
          <p:cNvPr id="271" name="Google Shape;271;g2d3c537dc00_0_248"/>
          <p:cNvSpPr/>
          <p:nvPr/>
        </p:nvSpPr>
        <p:spPr>
          <a:xfrm>
            <a:off x="5517128" y="2437763"/>
            <a:ext cx="2948400" cy="973200"/>
          </a:xfrm>
          <a:prstGeom prst="roundRect">
            <a:avLst>
              <a:gd fmla="val 3019"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g2d3c537dc00_0_248"/>
          <p:cNvSpPr/>
          <p:nvPr>
            <p:ph idx="6" type="pic"/>
          </p:nvPr>
        </p:nvSpPr>
        <p:spPr>
          <a:xfrm>
            <a:off x="5697200" y="2682430"/>
            <a:ext cx="306600" cy="306600"/>
          </a:xfrm>
          <a:prstGeom prst="rect">
            <a:avLst/>
          </a:prstGeom>
          <a:noFill/>
          <a:ln>
            <a:noFill/>
          </a:ln>
        </p:spPr>
      </p:sp>
      <p:sp>
        <p:nvSpPr>
          <p:cNvPr id="273" name="Google Shape;273;g2d3c537dc00_0_248"/>
          <p:cNvSpPr/>
          <p:nvPr/>
        </p:nvSpPr>
        <p:spPr>
          <a:xfrm>
            <a:off x="5517128" y="3669969"/>
            <a:ext cx="2948400" cy="973200"/>
          </a:xfrm>
          <a:prstGeom prst="roundRect">
            <a:avLst>
              <a:gd fmla="val 3019"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g2d3c537dc00_0_248"/>
          <p:cNvSpPr/>
          <p:nvPr>
            <p:ph idx="7" type="pic"/>
          </p:nvPr>
        </p:nvSpPr>
        <p:spPr>
          <a:xfrm>
            <a:off x="5697200" y="3996485"/>
            <a:ext cx="306600" cy="306600"/>
          </a:xfrm>
          <a:prstGeom prst="rect">
            <a:avLst/>
          </a:prstGeom>
          <a:noFill/>
          <a:ln>
            <a:noFill/>
          </a:ln>
        </p:spPr>
      </p:sp>
      <p:pic>
        <p:nvPicPr>
          <p:cNvPr id="275" name="Google Shape;275;g2d3c537dc00_0_248"/>
          <p:cNvPicPr preferRelativeResize="0"/>
          <p:nvPr/>
        </p:nvPicPr>
        <p:blipFill rotWithShape="1">
          <a:blip r:embed="rId2">
            <a:alphaModFix/>
          </a:blip>
          <a:srcRect b="0" l="13558" r="-864" t="0"/>
          <a:stretch/>
        </p:blipFill>
        <p:spPr>
          <a:xfrm>
            <a:off x="3942225" y="1692220"/>
            <a:ext cx="1297500" cy="100300"/>
          </a:xfrm>
          <a:prstGeom prst="rect">
            <a:avLst/>
          </a:prstGeom>
          <a:noFill/>
          <a:ln>
            <a:noFill/>
          </a:ln>
        </p:spPr>
      </p:pic>
      <p:pic>
        <p:nvPicPr>
          <p:cNvPr id="276" name="Google Shape;276;g2d3c537dc00_0_248"/>
          <p:cNvPicPr preferRelativeResize="0"/>
          <p:nvPr/>
        </p:nvPicPr>
        <p:blipFill rotWithShape="1">
          <a:blip r:embed="rId2">
            <a:alphaModFix/>
          </a:blip>
          <a:srcRect b="0" l="13558" r="-864" t="0"/>
          <a:stretch/>
        </p:blipFill>
        <p:spPr>
          <a:xfrm>
            <a:off x="3942225" y="2874220"/>
            <a:ext cx="1297500" cy="100300"/>
          </a:xfrm>
          <a:prstGeom prst="rect">
            <a:avLst/>
          </a:prstGeom>
          <a:noFill/>
          <a:ln>
            <a:noFill/>
          </a:ln>
        </p:spPr>
      </p:pic>
      <p:pic>
        <p:nvPicPr>
          <p:cNvPr id="277" name="Google Shape;277;g2d3c537dc00_0_248"/>
          <p:cNvPicPr preferRelativeResize="0"/>
          <p:nvPr/>
        </p:nvPicPr>
        <p:blipFill rotWithShape="1">
          <a:blip r:embed="rId2">
            <a:alphaModFix/>
          </a:blip>
          <a:srcRect b="0" l="13558" r="-864" t="0"/>
          <a:stretch/>
        </p:blipFill>
        <p:spPr>
          <a:xfrm>
            <a:off x="3942225" y="4106420"/>
            <a:ext cx="1297500" cy="100300"/>
          </a:xfrm>
          <a:prstGeom prst="rect">
            <a:avLst/>
          </a:prstGeom>
          <a:noFill/>
          <a:ln>
            <a:noFill/>
          </a:ln>
        </p:spPr>
      </p:pic>
      <p:sp>
        <p:nvSpPr>
          <p:cNvPr id="278" name="Google Shape;278;g2d3c537dc00_0_248"/>
          <p:cNvSpPr txBox="1"/>
          <p:nvPr>
            <p:ph idx="1" type="body"/>
          </p:nvPr>
        </p:nvSpPr>
        <p:spPr>
          <a:xfrm>
            <a:off x="1266700" y="3667125"/>
            <a:ext cx="2179200" cy="9732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SzPts val="1600"/>
              <a:buChar char="●"/>
              <a:defRPr b="1" sz="1600"/>
            </a:lvl1pPr>
            <a:lvl2pPr indent="-304800" lvl="1" marL="914400" algn="l">
              <a:lnSpc>
                <a:spcPct val="115000"/>
              </a:lnSpc>
              <a:spcBef>
                <a:spcPts val="0"/>
              </a:spcBef>
              <a:spcAft>
                <a:spcPts val="0"/>
              </a:spcAft>
              <a:buSzPts val="1200"/>
              <a:buChar char="○"/>
              <a:defRPr sz="1200"/>
            </a:lvl2pPr>
            <a:lvl3pPr indent="-323850" lvl="2" marL="1371600" algn="l">
              <a:lnSpc>
                <a:spcPct val="115000"/>
              </a:lnSpc>
              <a:spcBef>
                <a:spcPts val="0"/>
              </a:spcBef>
              <a:spcAft>
                <a:spcPts val="0"/>
              </a:spcAft>
              <a:buSzPts val="1500"/>
              <a:buChar char="■"/>
              <a:defRPr/>
            </a:lvl3pPr>
            <a:lvl4pPr indent="-323850" lvl="3" marL="1828800" algn="l">
              <a:lnSpc>
                <a:spcPct val="115000"/>
              </a:lnSpc>
              <a:spcBef>
                <a:spcPts val="0"/>
              </a:spcBef>
              <a:spcAft>
                <a:spcPts val="0"/>
              </a:spcAft>
              <a:buSzPts val="1500"/>
              <a:buChar char="●"/>
              <a:defRPr/>
            </a:lvl4pPr>
            <a:lvl5pPr indent="-323850" lvl="4" marL="2286000" algn="l">
              <a:lnSpc>
                <a:spcPct val="115000"/>
              </a:lnSpc>
              <a:spcBef>
                <a:spcPts val="0"/>
              </a:spcBef>
              <a:spcAft>
                <a:spcPts val="0"/>
              </a:spcAft>
              <a:buSzPts val="1500"/>
              <a:buChar char="○"/>
              <a:defRPr/>
            </a:lvl5pPr>
            <a:lvl6pPr indent="-323850" lvl="5" marL="2743200" algn="l">
              <a:lnSpc>
                <a:spcPct val="115000"/>
              </a:lnSpc>
              <a:spcBef>
                <a:spcPts val="0"/>
              </a:spcBef>
              <a:spcAft>
                <a:spcPts val="0"/>
              </a:spcAft>
              <a:buSzPts val="1500"/>
              <a:buChar char="■"/>
              <a:defRPr/>
            </a:lvl6pPr>
            <a:lvl7pPr indent="-323850" lvl="6" marL="3200400" algn="l">
              <a:lnSpc>
                <a:spcPct val="115000"/>
              </a:lnSpc>
              <a:spcBef>
                <a:spcPts val="0"/>
              </a:spcBef>
              <a:spcAft>
                <a:spcPts val="0"/>
              </a:spcAft>
              <a:buSzPts val="1500"/>
              <a:buChar char="●"/>
              <a:defRPr/>
            </a:lvl7pPr>
            <a:lvl8pPr indent="-323850" lvl="7" marL="3657600" algn="l">
              <a:lnSpc>
                <a:spcPct val="115000"/>
              </a:lnSpc>
              <a:spcBef>
                <a:spcPts val="0"/>
              </a:spcBef>
              <a:spcAft>
                <a:spcPts val="0"/>
              </a:spcAft>
              <a:buSzPts val="1500"/>
              <a:buChar char="○"/>
              <a:defRPr/>
            </a:lvl8pPr>
            <a:lvl9pPr indent="-323850" lvl="8" marL="4114800" algn="l">
              <a:lnSpc>
                <a:spcPct val="115000"/>
              </a:lnSpc>
              <a:spcBef>
                <a:spcPts val="0"/>
              </a:spcBef>
              <a:spcAft>
                <a:spcPts val="0"/>
              </a:spcAft>
              <a:buSzPts val="1500"/>
              <a:buChar char="■"/>
              <a:defRPr/>
            </a:lvl9pPr>
          </a:lstStyle>
          <a:p/>
        </p:txBody>
      </p:sp>
      <p:sp>
        <p:nvSpPr>
          <p:cNvPr id="279" name="Google Shape;279;g2d3c537dc00_0_248"/>
          <p:cNvSpPr txBox="1"/>
          <p:nvPr>
            <p:ph idx="8" type="body"/>
          </p:nvPr>
        </p:nvSpPr>
        <p:spPr>
          <a:xfrm>
            <a:off x="1266700" y="2439200"/>
            <a:ext cx="2179200" cy="9732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SzPts val="1600"/>
              <a:buChar char="●"/>
              <a:defRPr b="1" sz="1600"/>
            </a:lvl1pPr>
            <a:lvl2pPr indent="-304800" lvl="1" marL="914400" algn="l">
              <a:lnSpc>
                <a:spcPct val="115000"/>
              </a:lnSpc>
              <a:spcBef>
                <a:spcPts val="0"/>
              </a:spcBef>
              <a:spcAft>
                <a:spcPts val="0"/>
              </a:spcAft>
              <a:buSzPts val="1200"/>
              <a:buChar char="○"/>
              <a:defRPr sz="1200"/>
            </a:lvl2pPr>
            <a:lvl3pPr indent="-323850" lvl="2" marL="1371600" algn="l">
              <a:lnSpc>
                <a:spcPct val="115000"/>
              </a:lnSpc>
              <a:spcBef>
                <a:spcPts val="0"/>
              </a:spcBef>
              <a:spcAft>
                <a:spcPts val="0"/>
              </a:spcAft>
              <a:buSzPts val="1500"/>
              <a:buChar char="■"/>
              <a:defRPr/>
            </a:lvl3pPr>
            <a:lvl4pPr indent="-323850" lvl="3" marL="1828800" algn="l">
              <a:lnSpc>
                <a:spcPct val="115000"/>
              </a:lnSpc>
              <a:spcBef>
                <a:spcPts val="0"/>
              </a:spcBef>
              <a:spcAft>
                <a:spcPts val="0"/>
              </a:spcAft>
              <a:buSzPts val="1500"/>
              <a:buChar char="●"/>
              <a:defRPr/>
            </a:lvl4pPr>
            <a:lvl5pPr indent="-323850" lvl="4" marL="2286000" algn="l">
              <a:lnSpc>
                <a:spcPct val="115000"/>
              </a:lnSpc>
              <a:spcBef>
                <a:spcPts val="0"/>
              </a:spcBef>
              <a:spcAft>
                <a:spcPts val="0"/>
              </a:spcAft>
              <a:buSzPts val="1500"/>
              <a:buChar char="○"/>
              <a:defRPr/>
            </a:lvl5pPr>
            <a:lvl6pPr indent="-323850" lvl="5" marL="2743200" algn="l">
              <a:lnSpc>
                <a:spcPct val="115000"/>
              </a:lnSpc>
              <a:spcBef>
                <a:spcPts val="0"/>
              </a:spcBef>
              <a:spcAft>
                <a:spcPts val="0"/>
              </a:spcAft>
              <a:buSzPts val="1500"/>
              <a:buChar char="■"/>
              <a:defRPr/>
            </a:lvl6pPr>
            <a:lvl7pPr indent="-323850" lvl="6" marL="3200400" algn="l">
              <a:lnSpc>
                <a:spcPct val="115000"/>
              </a:lnSpc>
              <a:spcBef>
                <a:spcPts val="0"/>
              </a:spcBef>
              <a:spcAft>
                <a:spcPts val="0"/>
              </a:spcAft>
              <a:buSzPts val="1500"/>
              <a:buChar char="●"/>
              <a:defRPr/>
            </a:lvl7pPr>
            <a:lvl8pPr indent="-323850" lvl="7" marL="3657600" algn="l">
              <a:lnSpc>
                <a:spcPct val="115000"/>
              </a:lnSpc>
              <a:spcBef>
                <a:spcPts val="0"/>
              </a:spcBef>
              <a:spcAft>
                <a:spcPts val="0"/>
              </a:spcAft>
              <a:buSzPts val="1500"/>
              <a:buChar char="○"/>
              <a:defRPr/>
            </a:lvl8pPr>
            <a:lvl9pPr indent="-323850" lvl="8" marL="4114800" algn="l">
              <a:lnSpc>
                <a:spcPct val="115000"/>
              </a:lnSpc>
              <a:spcBef>
                <a:spcPts val="0"/>
              </a:spcBef>
              <a:spcAft>
                <a:spcPts val="0"/>
              </a:spcAft>
              <a:buSzPts val="1500"/>
              <a:buChar char="■"/>
              <a:defRPr/>
            </a:lvl9pPr>
          </a:lstStyle>
          <a:p/>
        </p:txBody>
      </p:sp>
      <p:sp>
        <p:nvSpPr>
          <p:cNvPr id="280" name="Google Shape;280;g2d3c537dc00_0_248"/>
          <p:cNvSpPr txBox="1"/>
          <p:nvPr>
            <p:ph idx="9" type="body"/>
          </p:nvPr>
        </p:nvSpPr>
        <p:spPr>
          <a:xfrm>
            <a:off x="1266700" y="1208425"/>
            <a:ext cx="2179200" cy="9732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SzPts val="1600"/>
              <a:buChar char="●"/>
              <a:defRPr b="1" sz="1600"/>
            </a:lvl1pPr>
            <a:lvl2pPr indent="-304800" lvl="1" marL="914400" algn="l">
              <a:lnSpc>
                <a:spcPct val="115000"/>
              </a:lnSpc>
              <a:spcBef>
                <a:spcPts val="0"/>
              </a:spcBef>
              <a:spcAft>
                <a:spcPts val="0"/>
              </a:spcAft>
              <a:buSzPts val="1200"/>
              <a:buChar char="○"/>
              <a:defRPr sz="1200"/>
            </a:lvl2pPr>
            <a:lvl3pPr indent="-323850" lvl="2" marL="1371600" algn="l">
              <a:lnSpc>
                <a:spcPct val="115000"/>
              </a:lnSpc>
              <a:spcBef>
                <a:spcPts val="0"/>
              </a:spcBef>
              <a:spcAft>
                <a:spcPts val="0"/>
              </a:spcAft>
              <a:buSzPts val="1500"/>
              <a:buChar char="■"/>
              <a:defRPr/>
            </a:lvl3pPr>
            <a:lvl4pPr indent="-323850" lvl="3" marL="1828800" algn="l">
              <a:lnSpc>
                <a:spcPct val="115000"/>
              </a:lnSpc>
              <a:spcBef>
                <a:spcPts val="0"/>
              </a:spcBef>
              <a:spcAft>
                <a:spcPts val="0"/>
              </a:spcAft>
              <a:buSzPts val="1500"/>
              <a:buChar char="●"/>
              <a:defRPr/>
            </a:lvl4pPr>
            <a:lvl5pPr indent="-323850" lvl="4" marL="2286000" algn="l">
              <a:lnSpc>
                <a:spcPct val="115000"/>
              </a:lnSpc>
              <a:spcBef>
                <a:spcPts val="0"/>
              </a:spcBef>
              <a:spcAft>
                <a:spcPts val="0"/>
              </a:spcAft>
              <a:buSzPts val="1500"/>
              <a:buChar char="○"/>
              <a:defRPr/>
            </a:lvl5pPr>
            <a:lvl6pPr indent="-323850" lvl="5" marL="2743200" algn="l">
              <a:lnSpc>
                <a:spcPct val="115000"/>
              </a:lnSpc>
              <a:spcBef>
                <a:spcPts val="0"/>
              </a:spcBef>
              <a:spcAft>
                <a:spcPts val="0"/>
              </a:spcAft>
              <a:buSzPts val="1500"/>
              <a:buChar char="■"/>
              <a:defRPr/>
            </a:lvl6pPr>
            <a:lvl7pPr indent="-323850" lvl="6" marL="3200400" algn="l">
              <a:lnSpc>
                <a:spcPct val="115000"/>
              </a:lnSpc>
              <a:spcBef>
                <a:spcPts val="0"/>
              </a:spcBef>
              <a:spcAft>
                <a:spcPts val="0"/>
              </a:spcAft>
              <a:buSzPts val="1500"/>
              <a:buChar char="●"/>
              <a:defRPr/>
            </a:lvl7pPr>
            <a:lvl8pPr indent="-323850" lvl="7" marL="3657600" algn="l">
              <a:lnSpc>
                <a:spcPct val="115000"/>
              </a:lnSpc>
              <a:spcBef>
                <a:spcPts val="0"/>
              </a:spcBef>
              <a:spcAft>
                <a:spcPts val="0"/>
              </a:spcAft>
              <a:buSzPts val="1500"/>
              <a:buChar char="○"/>
              <a:defRPr/>
            </a:lvl8pPr>
            <a:lvl9pPr indent="-323850" lvl="8" marL="4114800" algn="l">
              <a:lnSpc>
                <a:spcPct val="115000"/>
              </a:lnSpc>
              <a:spcBef>
                <a:spcPts val="0"/>
              </a:spcBef>
              <a:spcAft>
                <a:spcPts val="0"/>
              </a:spcAft>
              <a:buSzPts val="1500"/>
              <a:buChar char="■"/>
              <a:defRPr/>
            </a:lvl9pPr>
          </a:lstStyle>
          <a:p/>
        </p:txBody>
      </p:sp>
      <p:sp>
        <p:nvSpPr>
          <p:cNvPr id="281" name="Google Shape;281;g2d3c537dc00_0_248"/>
          <p:cNvSpPr txBox="1"/>
          <p:nvPr>
            <p:ph idx="13" type="body"/>
          </p:nvPr>
        </p:nvSpPr>
        <p:spPr>
          <a:xfrm>
            <a:off x="6130100" y="3667125"/>
            <a:ext cx="2202300" cy="9732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SzPts val="1600"/>
              <a:buChar char="●"/>
              <a:defRPr b="1" sz="1600"/>
            </a:lvl1pPr>
            <a:lvl2pPr indent="-304800" lvl="1" marL="914400" algn="l">
              <a:lnSpc>
                <a:spcPct val="115000"/>
              </a:lnSpc>
              <a:spcBef>
                <a:spcPts val="0"/>
              </a:spcBef>
              <a:spcAft>
                <a:spcPts val="0"/>
              </a:spcAft>
              <a:buSzPts val="1200"/>
              <a:buChar char="○"/>
              <a:defRPr sz="1200"/>
            </a:lvl2pPr>
            <a:lvl3pPr indent="-323850" lvl="2" marL="1371600" algn="l">
              <a:lnSpc>
                <a:spcPct val="115000"/>
              </a:lnSpc>
              <a:spcBef>
                <a:spcPts val="0"/>
              </a:spcBef>
              <a:spcAft>
                <a:spcPts val="0"/>
              </a:spcAft>
              <a:buSzPts val="1500"/>
              <a:buChar char="■"/>
              <a:defRPr/>
            </a:lvl3pPr>
            <a:lvl4pPr indent="-323850" lvl="3" marL="1828800" algn="l">
              <a:lnSpc>
                <a:spcPct val="115000"/>
              </a:lnSpc>
              <a:spcBef>
                <a:spcPts val="0"/>
              </a:spcBef>
              <a:spcAft>
                <a:spcPts val="0"/>
              </a:spcAft>
              <a:buSzPts val="1500"/>
              <a:buChar char="●"/>
              <a:defRPr/>
            </a:lvl4pPr>
            <a:lvl5pPr indent="-323850" lvl="4" marL="2286000" algn="l">
              <a:lnSpc>
                <a:spcPct val="115000"/>
              </a:lnSpc>
              <a:spcBef>
                <a:spcPts val="0"/>
              </a:spcBef>
              <a:spcAft>
                <a:spcPts val="0"/>
              </a:spcAft>
              <a:buSzPts val="1500"/>
              <a:buChar char="○"/>
              <a:defRPr/>
            </a:lvl5pPr>
            <a:lvl6pPr indent="-323850" lvl="5" marL="2743200" algn="l">
              <a:lnSpc>
                <a:spcPct val="115000"/>
              </a:lnSpc>
              <a:spcBef>
                <a:spcPts val="0"/>
              </a:spcBef>
              <a:spcAft>
                <a:spcPts val="0"/>
              </a:spcAft>
              <a:buSzPts val="1500"/>
              <a:buChar char="■"/>
              <a:defRPr/>
            </a:lvl6pPr>
            <a:lvl7pPr indent="-323850" lvl="6" marL="3200400" algn="l">
              <a:lnSpc>
                <a:spcPct val="115000"/>
              </a:lnSpc>
              <a:spcBef>
                <a:spcPts val="0"/>
              </a:spcBef>
              <a:spcAft>
                <a:spcPts val="0"/>
              </a:spcAft>
              <a:buSzPts val="1500"/>
              <a:buChar char="●"/>
              <a:defRPr/>
            </a:lvl7pPr>
            <a:lvl8pPr indent="-323850" lvl="7" marL="3657600" algn="l">
              <a:lnSpc>
                <a:spcPct val="115000"/>
              </a:lnSpc>
              <a:spcBef>
                <a:spcPts val="0"/>
              </a:spcBef>
              <a:spcAft>
                <a:spcPts val="0"/>
              </a:spcAft>
              <a:buSzPts val="1500"/>
              <a:buChar char="○"/>
              <a:defRPr/>
            </a:lvl8pPr>
            <a:lvl9pPr indent="-323850" lvl="8" marL="4114800" algn="l">
              <a:lnSpc>
                <a:spcPct val="115000"/>
              </a:lnSpc>
              <a:spcBef>
                <a:spcPts val="0"/>
              </a:spcBef>
              <a:spcAft>
                <a:spcPts val="0"/>
              </a:spcAft>
              <a:buSzPts val="1500"/>
              <a:buChar char="■"/>
              <a:defRPr/>
            </a:lvl9pPr>
          </a:lstStyle>
          <a:p/>
        </p:txBody>
      </p:sp>
      <p:sp>
        <p:nvSpPr>
          <p:cNvPr id="282" name="Google Shape;282;g2d3c537dc00_0_248"/>
          <p:cNvSpPr txBox="1"/>
          <p:nvPr>
            <p:ph idx="14" type="body"/>
          </p:nvPr>
        </p:nvSpPr>
        <p:spPr>
          <a:xfrm>
            <a:off x="6130100" y="2439200"/>
            <a:ext cx="2202300" cy="9732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SzPts val="1600"/>
              <a:buChar char="●"/>
              <a:defRPr b="1" sz="1600"/>
            </a:lvl1pPr>
            <a:lvl2pPr indent="-304800" lvl="1" marL="914400" algn="l">
              <a:lnSpc>
                <a:spcPct val="115000"/>
              </a:lnSpc>
              <a:spcBef>
                <a:spcPts val="0"/>
              </a:spcBef>
              <a:spcAft>
                <a:spcPts val="0"/>
              </a:spcAft>
              <a:buSzPts val="1200"/>
              <a:buChar char="○"/>
              <a:defRPr sz="1200"/>
            </a:lvl2pPr>
            <a:lvl3pPr indent="-323850" lvl="2" marL="1371600" algn="l">
              <a:lnSpc>
                <a:spcPct val="115000"/>
              </a:lnSpc>
              <a:spcBef>
                <a:spcPts val="0"/>
              </a:spcBef>
              <a:spcAft>
                <a:spcPts val="0"/>
              </a:spcAft>
              <a:buSzPts val="1500"/>
              <a:buChar char="■"/>
              <a:defRPr/>
            </a:lvl3pPr>
            <a:lvl4pPr indent="-323850" lvl="3" marL="1828800" algn="l">
              <a:lnSpc>
                <a:spcPct val="115000"/>
              </a:lnSpc>
              <a:spcBef>
                <a:spcPts val="0"/>
              </a:spcBef>
              <a:spcAft>
                <a:spcPts val="0"/>
              </a:spcAft>
              <a:buSzPts val="1500"/>
              <a:buChar char="●"/>
              <a:defRPr/>
            </a:lvl4pPr>
            <a:lvl5pPr indent="-323850" lvl="4" marL="2286000" algn="l">
              <a:lnSpc>
                <a:spcPct val="115000"/>
              </a:lnSpc>
              <a:spcBef>
                <a:spcPts val="0"/>
              </a:spcBef>
              <a:spcAft>
                <a:spcPts val="0"/>
              </a:spcAft>
              <a:buSzPts val="1500"/>
              <a:buChar char="○"/>
              <a:defRPr/>
            </a:lvl5pPr>
            <a:lvl6pPr indent="-323850" lvl="5" marL="2743200" algn="l">
              <a:lnSpc>
                <a:spcPct val="115000"/>
              </a:lnSpc>
              <a:spcBef>
                <a:spcPts val="0"/>
              </a:spcBef>
              <a:spcAft>
                <a:spcPts val="0"/>
              </a:spcAft>
              <a:buSzPts val="1500"/>
              <a:buChar char="■"/>
              <a:defRPr/>
            </a:lvl6pPr>
            <a:lvl7pPr indent="-323850" lvl="6" marL="3200400" algn="l">
              <a:lnSpc>
                <a:spcPct val="115000"/>
              </a:lnSpc>
              <a:spcBef>
                <a:spcPts val="0"/>
              </a:spcBef>
              <a:spcAft>
                <a:spcPts val="0"/>
              </a:spcAft>
              <a:buSzPts val="1500"/>
              <a:buChar char="●"/>
              <a:defRPr/>
            </a:lvl7pPr>
            <a:lvl8pPr indent="-323850" lvl="7" marL="3657600" algn="l">
              <a:lnSpc>
                <a:spcPct val="115000"/>
              </a:lnSpc>
              <a:spcBef>
                <a:spcPts val="0"/>
              </a:spcBef>
              <a:spcAft>
                <a:spcPts val="0"/>
              </a:spcAft>
              <a:buSzPts val="1500"/>
              <a:buChar char="○"/>
              <a:defRPr/>
            </a:lvl8pPr>
            <a:lvl9pPr indent="-323850" lvl="8" marL="4114800" algn="l">
              <a:lnSpc>
                <a:spcPct val="115000"/>
              </a:lnSpc>
              <a:spcBef>
                <a:spcPts val="0"/>
              </a:spcBef>
              <a:spcAft>
                <a:spcPts val="0"/>
              </a:spcAft>
              <a:buSzPts val="1500"/>
              <a:buChar char="■"/>
              <a:defRPr/>
            </a:lvl9pPr>
          </a:lstStyle>
          <a:p/>
        </p:txBody>
      </p:sp>
      <p:sp>
        <p:nvSpPr>
          <p:cNvPr id="283" name="Google Shape;283;g2d3c537dc00_0_248"/>
          <p:cNvSpPr txBox="1"/>
          <p:nvPr>
            <p:ph idx="15" type="body"/>
          </p:nvPr>
        </p:nvSpPr>
        <p:spPr>
          <a:xfrm>
            <a:off x="6130100" y="1208425"/>
            <a:ext cx="2202300" cy="973200"/>
          </a:xfrm>
          <a:prstGeom prst="rect">
            <a:avLst/>
          </a:prstGeom>
          <a:noFill/>
          <a:ln>
            <a:noFill/>
          </a:ln>
        </p:spPr>
        <p:txBody>
          <a:bodyPr anchorCtr="0" anchor="t" bIns="91425" lIns="91425" spcFirstLastPara="1" rIns="91425" wrap="square" tIns="91425">
            <a:normAutofit/>
          </a:bodyPr>
          <a:lstStyle>
            <a:lvl1pPr indent="-330200" lvl="0" marL="457200" algn="l">
              <a:lnSpc>
                <a:spcPct val="115000"/>
              </a:lnSpc>
              <a:spcBef>
                <a:spcPts val="0"/>
              </a:spcBef>
              <a:spcAft>
                <a:spcPts val="0"/>
              </a:spcAft>
              <a:buSzPts val="1600"/>
              <a:buChar char="●"/>
              <a:defRPr b="1" sz="1600"/>
            </a:lvl1pPr>
            <a:lvl2pPr indent="-304800" lvl="1" marL="914400" algn="l">
              <a:lnSpc>
                <a:spcPct val="115000"/>
              </a:lnSpc>
              <a:spcBef>
                <a:spcPts val="0"/>
              </a:spcBef>
              <a:spcAft>
                <a:spcPts val="0"/>
              </a:spcAft>
              <a:buSzPts val="1200"/>
              <a:buChar char="○"/>
              <a:defRPr sz="1200"/>
            </a:lvl2pPr>
            <a:lvl3pPr indent="-323850" lvl="2" marL="1371600" algn="l">
              <a:lnSpc>
                <a:spcPct val="115000"/>
              </a:lnSpc>
              <a:spcBef>
                <a:spcPts val="0"/>
              </a:spcBef>
              <a:spcAft>
                <a:spcPts val="0"/>
              </a:spcAft>
              <a:buSzPts val="1500"/>
              <a:buChar char="■"/>
              <a:defRPr/>
            </a:lvl3pPr>
            <a:lvl4pPr indent="-323850" lvl="3" marL="1828800" algn="l">
              <a:lnSpc>
                <a:spcPct val="115000"/>
              </a:lnSpc>
              <a:spcBef>
                <a:spcPts val="0"/>
              </a:spcBef>
              <a:spcAft>
                <a:spcPts val="0"/>
              </a:spcAft>
              <a:buSzPts val="1500"/>
              <a:buChar char="●"/>
              <a:defRPr/>
            </a:lvl4pPr>
            <a:lvl5pPr indent="-323850" lvl="4" marL="2286000" algn="l">
              <a:lnSpc>
                <a:spcPct val="115000"/>
              </a:lnSpc>
              <a:spcBef>
                <a:spcPts val="0"/>
              </a:spcBef>
              <a:spcAft>
                <a:spcPts val="0"/>
              </a:spcAft>
              <a:buSzPts val="1500"/>
              <a:buChar char="○"/>
              <a:defRPr/>
            </a:lvl5pPr>
            <a:lvl6pPr indent="-323850" lvl="5" marL="2743200" algn="l">
              <a:lnSpc>
                <a:spcPct val="115000"/>
              </a:lnSpc>
              <a:spcBef>
                <a:spcPts val="0"/>
              </a:spcBef>
              <a:spcAft>
                <a:spcPts val="0"/>
              </a:spcAft>
              <a:buSzPts val="1500"/>
              <a:buChar char="■"/>
              <a:defRPr/>
            </a:lvl6pPr>
            <a:lvl7pPr indent="-323850" lvl="6" marL="3200400" algn="l">
              <a:lnSpc>
                <a:spcPct val="115000"/>
              </a:lnSpc>
              <a:spcBef>
                <a:spcPts val="0"/>
              </a:spcBef>
              <a:spcAft>
                <a:spcPts val="0"/>
              </a:spcAft>
              <a:buSzPts val="1500"/>
              <a:buChar char="●"/>
              <a:defRPr/>
            </a:lvl7pPr>
            <a:lvl8pPr indent="-323850" lvl="7" marL="3657600" algn="l">
              <a:lnSpc>
                <a:spcPct val="115000"/>
              </a:lnSpc>
              <a:spcBef>
                <a:spcPts val="0"/>
              </a:spcBef>
              <a:spcAft>
                <a:spcPts val="0"/>
              </a:spcAft>
              <a:buSzPts val="1500"/>
              <a:buChar char="○"/>
              <a:defRPr/>
            </a:lvl8pPr>
            <a:lvl9pPr indent="-323850" lvl="8" marL="4114800" algn="l">
              <a:lnSpc>
                <a:spcPct val="115000"/>
              </a:lnSpc>
              <a:spcBef>
                <a:spcPts val="0"/>
              </a:spcBef>
              <a:spcAft>
                <a:spcPts val="0"/>
              </a:spcAft>
              <a:buSzPts val="15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lide - Sales">
  <p:cSld name="TITLE_3">
    <p:bg>
      <p:bgPr>
        <a:solidFill>
          <a:schemeClr val="lt2"/>
        </a:solidFill>
      </p:bgPr>
    </p:bg>
    <p:spTree>
      <p:nvGrpSpPr>
        <p:cNvPr id="284" name="Shape 284"/>
        <p:cNvGrpSpPr/>
        <p:nvPr/>
      </p:nvGrpSpPr>
      <p:grpSpPr>
        <a:xfrm>
          <a:off x="0" y="0"/>
          <a:ext cx="0" cy="0"/>
          <a:chOff x="0" y="0"/>
          <a:chExt cx="0" cy="0"/>
        </a:xfrm>
      </p:grpSpPr>
      <p:sp>
        <p:nvSpPr>
          <p:cNvPr id="285" name="Google Shape;285;g2d3c537dc00_0_271"/>
          <p:cNvSpPr txBox="1"/>
          <p:nvPr>
            <p:ph type="ctrTitle"/>
          </p:nvPr>
        </p:nvSpPr>
        <p:spPr>
          <a:xfrm>
            <a:off x="228600" y="556225"/>
            <a:ext cx="7376700" cy="4358700"/>
          </a:xfrm>
          <a:prstGeom prst="rect">
            <a:avLst/>
          </a:prstGeom>
          <a:noFill/>
          <a:ln>
            <a:noFill/>
          </a:ln>
        </p:spPr>
        <p:txBody>
          <a:bodyPr anchorCtr="0" anchor="b" bIns="0" lIns="0" spcFirstLastPara="1" rIns="0" wrap="square" tIns="0">
            <a:normAutofit/>
          </a:bodyPr>
          <a:lstStyle>
            <a:lvl1pPr lvl="0" algn="l">
              <a:lnSpc>
                <a:spcPct val="100000"/>
              </a:lnSpc>
              <a:spcBef>
                <a:spcPts val="0"/>
              </a:spcBef>
              <a:spcAft>
                <a:spcPts val="0"/>
              </a:spcAft>
              <a:buClr>
                <a:schemeClr val="accent3"/>
              </a:buClr>
              <a:buSzPts val="6100"/>
              <a:buFont typeface="Inter"/>
              <a:buNone/>
              <a:defRPr b="1" sz="6100">
                <a:solidFill>
                  <a:schemeClr val="accent3"/>
                </a:solidFill>
                <a:latin typeface="Inter"/>
                <a:ea typeface="Inter"/>
                <a:cs typeface="Inter"/>
                <a:sym typeface="Inter"/>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86" name="Google Shape;286;g2d3c537dc00_0_27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Dark - Sales">
  <p:cSld name="CUSTOM_4_1_1_1">
    <p:bg>
      <p:bgPr>
        <a:solidFill>
          <a:schemeClr val="dk2"/>
        </a:solidFill>
      </p:bgPr>
    </p:bg>
    <p:spTree>
      <p:nvGrpSpPr>
        <p:cNvPr id="287" name="Shape 287"/>
        <p:cNvGrpSpPr/>
        <p:nvPr/>
      </p:nvGrpSpPr>
      <p:grpSpPr>
        <a:xfrm>
          <a:off x="0" y="0"/>
          <a:ext cx="0" cy="0"/>
          <a:chOff x="0" y="0"/>
          <a:chExt cx="0" cy="0"/>
        </a:xfrm>
      </p:grpSpPr>
      <p:sp>
        <p:nvSpPr>
          <p:cNvPr id="288" name="Google Shape;288;g2d3c537dc00_0_274"/>
          <p:cNvSpPr txBox="1"/>
          <p:nvPr>
            <p:ph type="ctrTitle"/>
          </p:nvPr>
        </p:nvSpPr>
        <p:spPr>
          <a:xfrm>
            <a:off x="228600" y="228600"/>
            <a:ext cx="7211400" cy="3084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lt1"/>
              </a:buClr>
              <a:buSzPts val="3100"/>
              <a:buFont typeface="Inter"/>
              <a:buNone/>
              <a:defRPr b="1" sz="3100">
                <a:solidFill>
                  <a:schemeClr val="lt1"/>
                </a:solidFill>
                <a:latin typeface="Inter"/>
                <a:ea typeface="Inter"/>
                <a:cs typeface="Inter"/>
                <a:sym typeface="Inter"/>
              </a:defRPr>
            </a:lvl1pPr>
            <a:lvl2pPr lvl="1" algn="l">
              <a:lnSpc>
                <a:spcPct val="100000"/>
              </a:lnSpc>
              <a:spcBef>
                <a:spcPts val="0"/>
              </a:spcBef>
              <a:spcAft>
                <a:spcPts val="0"/>
              </a:spcAft>
              <a:buClr>
                <a:schemeClr val="lt1"/>
              </a:buClr>
              <a:buSzPts val="7000"/>
              <a:buNone/>
              <a:defRPr b="1" sz="7000">
                <a:solidFill>
                  <a:schemeClr val="lt1"/>
                </a:solidFill>
              </a:defRPr>
            </a:lvl2pPr>
            <a:lvl3pPr lvl="2" algn="l">
              <a:lnSpc>
                <a:spcPct val="100000"/>
              </a:lnSpc>
              <a:spcBef>
                <a:spcPts val="0"/>
              </a:spcBef>
              <a:spcAft>
                <a:spcPts val="0"/>
              </a:spcAft>
              <a:buClr>
                <a:schemeClr val="lt1"/>
              </a:buClr>
              <a:buSzPts val="7000"/>
              <a:buNone/>
              <a:defRPr b="1" sz="7000">
                <a:solidFill>
                  <a:schemeClr val="lt1"/>
                </a:solidFill>
              </a:defRPr>
            </a:lvl3pPr>
            <a:lvl4pPr lvl="3" algn="l">
              <a:lnSpc>
                <a:spcPct val="100000"/>
              </a:lnSpc>
              <a:spcBef>
                <a:spcPts val="0"/>
              </a:spcBef>
              <a:spcAft>
                <a:spcPts val="0"/>
              </a:spcAft>
              <a:buClr>
                <a:schemeClr val="lt1"/>
              </a:buClr>
              <a:buSzPts val="7000"/>
              <a:buNone/>
              <a:defRPr b="1" sz="7000">
                <a:solidFill>
                  <a:schemeClr val="lt1"/>
                </a:solidFill>
              </a:defRPr>
            </a:lvl4pPr>
            <a:lvl5pPr lvl="4" algn="l">
              <a:lnSpc>
                <a:spcPct val="100000"/>
              </a:lnSpc>
              <a:spcBef>
                <a:spcPts val="0"/>
              </a:spcBef>
              <a:spcAft>
                <a:spcPts val="0"/>
              </a:spcAft>
              <a:buClr>
                <a:schemeClr val="lt1"/>
              </a:buClr>
              <a:buSzPts val="7000"/>
              <a:buNone/>
              <a:defRPr b="1" sz="7000">
                <a:solidFill>
                  <a:schemeClr val="lt1"/>
                </a:solidFill>
              </a:defRPr>
            </a:lvl5pPr>
            <a:lvl6pPr lvl="5" algn="l">
              <a:lnSpc>
                <a:spcPct val="100000"/>
              </a:lnSpc>
              <a:spcBef>
                <a:spcPts val="0"/>
              </a:spcBef>
              <a:spcAft>
                <a:spcPts val="0"/>
              </a:spcAft>
              <a:buClr>
                <a:schemeClr val="lt1"/>
              </a:buClr>
              <a:buSzPts val="7000"/>
              <a:buNone/>
              <a:defRPr b="1" sz="7000">
                <a:solidFill>
                  <a:schemeClr val="lt1"/>
                </a:solidFill>
              </a:defRPr>
            </a:lvl6pPr>
            <a:lvl7pPr lvl="6" algn="l">
              <a:lnSpc>
                <a:spcPct val="100000"/>
              </a:lnSpc>
              <a:spcBef>
                <a:spcPts val="0"/>
              </a:spcBef>
              <a:spcAft>
                <a:spcPts val="0"/>
              </a:spcAft>
              <a:buClr>
                <a:schemeClr val="lt1"/>
              </a:buClr>
              <a:buSzPts val="7000"/>
              <a:buNone/>
              <a:defRPr b="1" sz="7000">
                <a:solidFill>
                  <a:schemeClr val="lt1"/>
                </a:solidFill>
              </a:defRPr>
            </a:lvl7pPr>
            <a:lvl8pPr lvl="7" algn="l">
              <a:lnSpc>
                <a:spcPct val="100000"/>
              </a:lnSpc>
              <a:spcBef>
                <a:spcPts val="0"/>
              </a:spcBef>
              <a:spcAft>
                <a:spcPts val="0"/>
              </a:spcAft>
              <a:buClr>
                <a:schemeClr val="lt1"/>
              </a:buClr>
              <a:buSzPts val="7000"/>
              <a:buNone/>
              <a:defRPr b="1" sz="7000">
                <a:solidFill>
                  <a:schemeClr val="lt1"/>
                </a:solidFill>
              </a:defRPr>
            </a:lvl8pPr>
            <a:lvl9pPr lvl="8" algn="l">
              <a:lnSpc>
                <a:spcPct val="100000"/>
              </a:lnSpc>
              <a:spcBef>
                <a:spcPts val="0"/>
              </a:spcBef>
              <a:spcAft>
                <a:spcPts val="0"/>
              </a:spcAft>
              <a:buClr>
                <a:schemeClr val="lt1"/>
              </a:buClr>
              <a:buSzPts val="7000"/>
              <a:buNone/>
              <a:defRPr b="1" sz="7000">
                <a:solidFill>
                  <a:schemeClr val="lt1"/>
                </a:solidFill>
              </a:defRPr>
            </a:lvl9pPr>
          </a:lstStyle>
          <a:p/>
        </p:txBody>
      </p:sp>
      <p:sp>
        <p:nvSpPr>
          <p:cNvPr id="289" name="Google Shape;289;g2d3c537dc00_0_274"/>
          <p:cNvSpPr txBox="1"/>
          <p:nvPr>
            <p:ph idx="2" type="ctrTitle"/>
          </p:nvPr>
        </p:nvSpPr>
        <p:spPr>
          <a:xfrm>
            <a:off x="228600" y="700450"/>
            <a:ext cx="6474000" cy="3543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lt1"/>
              </a:buClr>
              <a:buSzPts val="1300"/>
              <a:buNone/>
              <a:defRPr sz="1300">
                <a:solidFill>
                  <a:schemeClr val="lt1"/>
                </a:solidFill>
              </a:defRPr>
            </a:lvl1pPr>
            <a:lvl2pPr lvl="1" algn="l">
              <a:lnSpc>
                <a:spcPct val="100000"/>
              </a:lnSpc>
              <a:spcBef>
                <a:spcPts val="0"/>
              </a:spcBef>
              <a:spcAft>
                <a:spcPts val="0"/>
              </a:spcAft>
              <a:buClr>
                <a:schemeClr val="lt1"/>
              </a:buClr>
              <a:buSzPts val="7000"/>
              <a:buNone/>
              <a:defRPr b="1" sz="7000">
                <a:solidFill>
                  <a:schemeClr val="lt1"/>
                </a:solidFill>
              </a:defRPr>
            </a:lvl2pPr>
            <a:lvl3pPr lvl="2" algn="l">
              <a:lnSpc>
                <a:spcPct val="100000"/>
              </a:lnSpc>
              <a:spcBef>
                <a:spcPts val="0"/>
              </a:spcBef>
              <a:spcAft>
                <a:spcPts val="0"/>
              </a:spcAft>
              <a:buClr>
                <a:schemeClr val="lt1"/>
              </a:buClr>
              <a:buSzPts val="7000"/>
              <a:buNone/>
              <a:defRPr b="1" sz="7000">
                <a:solidFill>
                  <a:schemeClr val="lt1"/>
                </a:solidFill>
              </a:defRPr>
            </a:lvl3pPr>
            <a:lvl4pPr lvl="3" algn="l">
              <a:lnSpc>
                <a:spcPct val="100000"/>
              </a:lnSpc>
              <a:spcBef>
                <a:spcPts val="0"/>
              </a:spcBef>
              <a:spcAft>
                <a:spcPts val="0"/>
              </a:spcAft>
              <a:buClr>
                <a:schemeClr val="lt1"/>
              </a:buClr>
              <a:buSzPts val="7000"/>
              <a:buNone/>
              <a:defRPr b="1" sz="7000">
                <a:solidFill>
                  <a:schemeClr val="lt1"/>
                </a:solidFill>
              </a:defRPr>
            </a:lvl4pPr>
            <a:lvl5pPr lvl="4" algn="l">
              <a:lnSpc>
                <a:spcPct val="100000"/>
              </a:lnSpc>
              <a:spcBef>
                <a:spcPts val="0"/>
              </a:spcBef>
              <a:spcAft>
                <a:spcPts val="0"/>
              </a:spcAft>
              <a:buClr>
                <a:schemeClr val="lt1"/>
              </a:buClr>
              <a:buSzPts val="7000"/>
              <a:buNone/>
              <a:defRPr b="1" sz="7000">
                <a:solidFill>
                  <a:schemeClr val="lt1"/>
                </a:solidFill>
              </a:defRPr>
            </a:lvl5pPr>
            <a:lvl6pPr lvl="5" algn="l">
              <a:lnSpc>
                <a:spcPct val="100000"/>
              </a:lnSpc>
              <a:spcBef>
                <a:spcPts val="0"/>
              </a:spcBef>
              <a:spcAft>
                <a:spcPts val="0"/>
              </a:spcAft>
              <a:buClr>
                <a:schemeClr val="lt1"/>
              </a:buClr>
              <a:buSzPts val="7000"/>
              <a:buNone/>
              <a:defRPr b="1" sz="7000">
                <a:solidFill>
                  <a:schemeClr val="lt1"/>
                </a:solidFill>
              </a:defRPr>
            </a:lvl6pPr>
            <a:lvl7pPr lvl="6" algn="l">
              <a:lnSpc>
                <a:spcPct val="100000"/>
              </a:lnSpc>
              <a:spcBef>
                <a:spcPts val="0"/>
              </a:spcBef>
              <a:spcAft>
                <a:spcPts val="0"/>
              </a:spcAft>
              <a:buClr>
                <a:schemeClr val="lt1"/>
              </a:buClr>
              <a:buSzPts val="7000"/>
              <a:buNone/>
              <a:defRPr b="1" sz="7000">
                <a:solidFill>
                  <a:schemeClr val="lt1"/>
                </a:solidFill>
              </a:defRPr>
            </a:lvl7pPr>
            <a:lvl8pPr lvl="7" algn="l">
              <a:lnSpc>
                <a:spcPct val="100000"/>
              </a:lnSpc>
              <a:spcBef>
                <a:spcPts val="0"/>
              </a:spcBef>
              <a:spcAft>
                <a:spcPts val="0"/>
              </a:spcAft>
              <a:buClr>
                <a:schemeClr val="lt1"/>
              </a:buClr>
              <a:buSzPts val="7000"/>
              <a:buNone/>
              <a:defRPr b="1" sz="7000">
                <a:solidFill>
                  <a:schemeClr val="lt1"/>
                </a:solidFill>
              </a:defRPr>
            </a:lvl8pPr>
            <a:lvl9pPr lvl="8" algn="l">
              <a:lnSpc>
                <a:spcPct val="100000"/>
              </a:lnSpc>
              <a:spcBef>
                <a:spcPts val="0"/>
              </a:spcBef>
              <a:spcAft>
                <a:spcPts val="0"/>
              </a:spcAft>
              <a:buClr>
                <a:schemeClr val="lt1"/>
              </a:buClr>
              <a:buSzPts val="7000"/>
              <a:buNone/>
              <a:defRPr b="1" sz="7000">
                <a:solidFill>
                  <a:schemeClr val="lt1"/>
                </a:solidFill>
              </a:defRPr>
            </a:lvl9pPr>
          </a:lstStyle>
          <a:p/>
        </p:txBody>
      </p:sp>
    </p:spTree>
  </p:cSld>
  <p:clrMapOvr>
    <a:masterClrMapping/>
  </p:clrMapOvr>
  <p:extLst>
    <p:ext uri="{DCECCB84-F9BA-43D5-87BE-67443E8EF086}">
      <p15:sldGuideLst>
        <p15:guide id="1" orient="horz" pos="732">
          <p15:clr>
            <a:srgbClr val="E46962"/>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Light - Sales">
  <p:cSld name="CUSTOM_4_1_1_1_1">
    <p:bg>
      <p:bgPr>
        <a:solidFill>
          <a:schemeClr val="lt1"/>
        </a:solidFill>
      </p:bgPr>
    </p:bg>
    <p:spTree>
      <p:nvGrpSpPr>
        <p:cNvPr id="290" name="Shape 290"/>
        <p:cNvGrpSpPr/>
        <p:nvPr/>
      </p:nvGrpSpPr>
      <p:grpSpPr>
        <a:xfrm>
          <a:off x="0" y="0"/>
          <a:ext cx="0" cy="0"/>
          <a:chOff x="0" y="0"/>
          <a:chExt cx="0" cy="0"/>
        </a:xfrm>
      </p:grpSpPr>
      <p:sp>
        <p:nvSpPr>
          <p:cNvPr id="291" name="Google Shape;291;g2d3c537dc00_0_277"/>
          <p:cNvSpPr txBox="1"/>
          <p:nvPr>
            <p:ph type="ctrTitle"/>
          </p:nvPr>
        </p:nvSpPr>
        <p:spPr>
          <a:xfrm>
            <a:off x="228600" y="228600"/>
            <a:ext cx="7211400" cy="3084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SzPts val="3100"/>
              <a:buFont typeface="Inter"/>
              <a:buNone/>
              <a:defRPr b="1" sz="3100">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292" name="Google Shape;292;g2d3c537dc00_0_277"/>
          <p:cNvSpPr txBox="1"/>
          <p:nvPr>
            <p:ph idx="2" type="ctrTitle"/>
          </p:nvPr>
        </p:nvSpPr>
        <p:spPr>
          <a:xfrm>
            <a:off x="228600" y="700450"/>
            <a:ext cx="6474000" cy="3543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SzPts val="1300"/>
              <a:buNone/>
              <a:defRPr sz="1300"/>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Tree>
  </p:cSld>
  <p:clrMapOvr>
    <a:masterClrMapping/>
  </p:clrMapOvr>
  <p:extLst>
    <p:ext uri="{DCECCB84-F9BA-43D5-87BE-67443E8EF086}">
      <p15:sldGuideLst>
        <p15:guide id="1" orient="horz" pos="732">
          <p15:clr>
            <a:srgbClr val="E46962"/>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alytics Growth (2) - Sales">
  <p:cSld name="CUSTOM_8_1">
    <p:spTree>
      <p:nvGrpSpPr>
        <p:cNvPr id="293" name="Shape 293"/>
        <p:cNvGrpSpPr/>
        <p:nvPr/>
      </p:nvGrpSpPr>
      <p:grpSpPr>
        <a:xfrm>
          <a:off x="0" y="0"/>
          <a:ext cx="0" cy="0"/>
          <a:chOff x="0" y="0"/>
          <a:chExt cx="0" cy="0"/>
        </a:xfrm>
      </p:grpSpPr>
      <p:sp>
        <p:nvSpPr>
          <p:cNvPr id="294" name="Google Shape;294;g2d3c537dc00_0_280"/>
          <p:cNvSpPr/>
          <p:nvPr/>
        </p:nvSpPr>
        <p:spPr>
          <a:xfrm>
            <a:off x="-5037" y="3225"/>
            <a:ext cx="45720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g2d3c537dc00_0_280"/>
          <p:cNvSpPr/>
          <p:nvPr/>
        </p:nvSpPr>
        <p:spPr>
          <a:xfrm>
            <a:off x="4566937" y="3225"/>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g2d3c537dc00_0_280"/>
          <p:cNvSpPr/>
          <p:nvPr>
            <p:ph idx="2" type="pic"/>
          </p:nvPr>
        </p:nvSpPr>
        <p:spPr>
          <a:xfrm>
            <a:off x="581275" y="1251276"/>
            <a:ext cx="3329400" cy="2542200"/>
          </a:xfrm>
          <a:prstGeom prst="roundRect">
            <a:avLst>
              <a:gd fmla="val 913" name="adj"/>
            </a:avLst>
          </a:prstGeom>
          <a:noFill/>
          <a:ln cap="flat" cmpd="sng" w="9525">
            <a:solidFill>
              <a:schemeClr val="dk1"/>
            </a:solidFill>
            <a:prstDash val="solid"/>
            <a:round/>
            <a:headEnd len="sm" w="sm" type="none"/>
            <a:tailEnd len="sm" w="sm" type="none"/>
          </a:ln>
        </p:spPr>
      </p:sp>
      <p:sp>
        <p:nvSpPr>
          <p:cNvPr id="297" name="Google Shape;297;g2d3c537dc00_0_280"/>
          <p:cNvSpPr/>
          <p:nvPr>
            <p:ph idx="3" type="pic"/>
          </p:nvPr>
        </p:nvSpPr>
        <p:spPr>
          <a:xfrm>
            <a:off x="5206575" y="1251276"/>
            <a:ext cx="3329400" cy="2542200"/>
          </a:xfrm>
          <a:prstGeom prst="roundRect">
            <a:avLst>
              <a:gd fmla="val 812" name="adj"/>
            </a:avLst>
          </a:prstGeom>
          <a:noFill/>
          <a:ln cap="flat" cmpd="sng" w="9525">
            <a:solidFill>
              <a:schemeClr val="dk1"/>
            </a:solidFill>
            <a:prstDash val="solid"/>
            <a:round/>
            <a:headEnd len="sm" w="sm" type="none"/>
            <a:tailEnd len="sm" w="sm" type="none"/>
          </a:ln>
        </p:spPr>
      </p:sp>
      <p:sp>
        <p:nvSpPr>
          <p:cNvPr id="298" name="Google Shape;298;g2d3c537dc00_0_280"/>
          <p:cNvSpPr/>
          <p:nvPr/>
        </p:nvSpPr>
        <p:spPr>
          <a:xfrm>
            <a:off x="581275" y="4014975"/>
            <a:ext cx="3329400" cy="9000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g2d3c537dc00_0_280"/>
          <p:cNvSpPr txBox="1"/>
          <p:nvPr/>
        </p:nvSpPr>
        <p:spPr>
          <a:xfrm>
            <a:off x="711250" y="4112079"/>
            <a:ext cx="3837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Inter"/>
                <a:ea typeface="Inter"/>
                <a:cs typeface="Inter"/>
                <a:sym typeface="Inter"/>
              </a:rPr>
              <a:t>Notes</a:t>
            </a:r>
            <a:endParaRPr b="1" i="0" sz="1000" u="none" cap="none" strike="noStrike">
              <a:solidFill>
                <a:srgbClr val="000000"/>
              </a:solidFill>
              <a:latin typeface="Inter"/>
              <a:ea typeface="Inter"/>
              <a:cs typeface="Inter"/>
              <a:sym typeface="Inter"/>
            </a:endParaRPr>
          </a:p>
        </p:txBody>
      </p:sp>
      <p:sp>
        <p:nvSpPr>
          <p:cNvPr id="300" name="Google Shape;300;g2d3c537dc00_0_280"/>
          <p:cNvSpPr txBox="1"/>
          <p:nvPr>
            <p:ph idx="1" type="body"/>
          </p:nvPr>
        </p:nvSpPr>
        <p:spPr>
          <a:xfrm>
            <a:off x="711250" y="4306260"/>
            <a:ext cx="3107100" cy="534000"/>
          </a:xfrm>
          <a:prstGeom prst="rect">
            <a:avLst/>
          </a:prstGeom>
          <a:noFill/>
          <a:ln>
            <a:noFill/>
          </a:ln>
        </p:spPr>
        <p:txBody>
          <a:bodyPr anchorCtr="0" anchor="t" bIns="0" lIns="0" spcFirstLastPara="1" rIns="0" wrap="square" tIns="0">
            <a:normAutofit/>
          </a:bodyPr>
          <a:lstStyle>
            <a:lvl1pPr indent="-292100" lvl="0" marL="457200" algn="l">
              <a:lnSpc>
                <a:spcPct val="115000"/>
              </a:lnSpc>
              <a:spcBef>
                <a:spcPts val="0"/>
              </a:spcBef>
              <a:spcAft>
                <a:spcPts val="0"/>
              </a:spcAft>
              <a:buSzPts val="1000"/>
              <a:buChar char="●"/>
              <a:defRPr sz="1000"/>
            </a:lvl1pPr>
            <a:lvl2pPr indent="-292100" lvl="1" marL="914400" algn="l">
              <a:lnSpc>
                <a:spcPct val="115000"/>
              </a:lnSpc>
              <a:spcBef>
                <a:spcPts val="0"/>
              </a:spcBef>
              <a:spcAft>
                <a:spcPts val="0"/>
              </a:spcAft>
              <a:buSzPts val="1000"/>
              <a:buChar char="○"/>
              <a:defRPr sz="1000"/>
            </a:lvl2pPr>
            <a:lvl3pPr indent="-292100" lvl="2" marL="1371600" algn="l">
              <a:lnSpc>
                <a:spcPct val="115000"/>
              </a:lnSpc>
              <a:spcBef>
                <a:spcPts val="0"/>
              </a:spcBef>
              <a:spcAft>
                <a:spcPts val="0"/>
              </a:spcAft>
              <a:buSzPts val="1000"/>
              <a:buChar char="■"/>
              <a:defRPr sz="1000"/>
            </a:lvl3pPr>
            <a:lvl4pPr indent="-292100" lvl="3" marL="1828800" algn="l">
              <a:lnSpc>
                <a:spcPct val="115000"/>
              </a:lnSpc>
              <a:spcBef>
                <a:spcPts val="0"/>
              </a:spcBef>
              <a:spcAft>
                <a:spcPts val="0"/>
              </a:spcAft>
              <a:buSzPts val="1000"/>
              <a:buChar char="●"/>
              <a:defRPr sz="1000"/>
            </a:lvl4pPr>
            <a:lvl5pPr indent="-292100" lvl="4" marL="2286000" algn="l">
              <a:lnSpc>
                <a:spcPct val="115000"/>
              </a:lnSpc>
              <a:spcBef>
                <a:spcPts val="0"/>
              </a:spcBef>
              <a:spcAft>
                <a:spcPts val="0"/>
              </a:spcAft>
              <a:buSzPts val="1000"/>
              <a:buChar char="○"/>
              <a:defRPr sz="1000"/>
            </a:lvl5pPr>
            <a:lvl6pPr indent="-292100" lvl="5" marL="2743200" algn="l">
              <a:lnSpc>
                <a:spcPct val="115000"/>
              </a:lnSpc>
              <a:spcBef>
                <a:spcPts val="0"/>
              </a:spcBef>
              <a:spcAft>
                <a:spcPts val="0"/>
              </a:spcAft>
              <a:buSzPts val="1000"/>
              <a:buChar char="■"/>
              <a:defRPr sz="1000"/>
            </a:lvl6pPr>
            <a:lvl7pPr indent="-292100" lvl="6" marL="3200400" algn="l">
              <a:lnSpc>
                <a:spcPct val="115000"/>
              </a:lnSpc>
              <a:spcBef>
                <a:spcPts val="0"/>
              </a:spcBef>
              <a:spcAft>
                <a:spcPts val="0"/>
              </a:spcAft>
              <a:buSzPts val="1000"/>
              <a:buChar char="●"/>
              <a:defRPr sz="1000"/>
            </a:lvl7pPr>
            <a:lvl8pPr indent="-292100" lvl="7" marL="3657600" algn="l">
              <a:lnSpc>
                <a:spcPct val="115000"/>
              </a:lnSpc>
              <a:spcBef>
                <a:spcPts val="0"/>
              </a:spcBef>
              <a:spcAft>
                <a:spcPts val="0"/>
              </a:spcAft>
              <a:buSzPts val="1000"/>
              <a:buChar char="○"/>
              <a:defRPr sz="1000"/>
            </a:lvl8pPr>
            <a:lvl9pPr indent="-292100" lvl="8" marL="4114800" algn="l">
              <a:lnSpc>
                <a:spcPct val="115000"/>
              </a:lnSpc>
              <a:spcBef>
                <a:spcPts val="0"/>
              </a:spcBef>
              <a:spcAft>
                <a:spcPts val="0"/>
              </a:spcAft>
              <a:buSzPts val="1000"/>
              <a:buChar char="■"/>
              <a:defRPr sz="1000"/>
            </a:lvl9pPr>
          </a:lstStyle>
          <a:p/>
        </p:txBody>
      </p:sp>
      <p:sp>
        <p:nvSpPr>
          <p:cNvPr id="301" name="Google Shape;301;g2d3c537dc00_0_280"/>
          <p:cNvSpPr/>
          <p:nvPr/>
        </p:nvSpPr>
        <p:spPr>
          <a:xfrm>
            <a:off x="5206575" y="4014975"/>
            <a:ext cx="3329400" cy="9000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g2d3c537dc00_0_280"/>
          <p:cNvSpPr txBox="1"/>
          <p:nvPr/>
        </p:nvSpPr>
        <p:spPr>
          <a:xfrm>
            <a:off x="5336550" y="4112079"/>
            <a:ext cx="3837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Inter"/>
                <a:ea typeface="Inter"/>
                <a:cs typeface="Inter"/>
                <a:sym typeface="Inter"/>
              </a:rPr>
              <a:t>Notes</a:t>
            </a:r>
            <a:endParaRPr b="1" i="0" sz="1000" u="none" cap="none" strike="noStrike">
              <a:solidFill>
                <a:srgbClr val="000000"/>
              </a:solidFill>
              <a:latin typeface="Inter"/>
              <a:ea typeface="Inter"/>
              <a:cs typeface="Inter"/>
              <a:sym typeface="Inter"/>
            </a:endParaRPr>
          </a:p>
        </p:txBody>
      </p:sp>
      <p:sp>
        <p:nvSpPr>
          <p:cNvPr id="303" name="Google Shape;303;g2d3c537dc00_0_280"/>
          <p:cNvSpPr txBox="1"/>
          <p:nvPr>
            <p:ph idx="4" type="body"/>
          </p:nvPr>
        </p:nvSpPr>
        <p:spPr>
          <a:xfrm>
            <a:off x="5336550" y="4306260"/>
            <a:ext cx="3107100" cy="534000"/>
          </a:xfrm>
          <a:prstGeom prst="rect">
            <a:avLst/>
          </a:prstGeom>
          <a:noFill/>
          <a:ln>
            <a:noFill/>
          </a:ln>
        </p:spPr>
        <p:txBody>
          <a:bodyPr anchorCtr="0" anchor="t" bIns="0" lIns="0" spcFirstLastPara="1" rIns="0" wrap="square" tIns="0">
            <a:normAutofit/>
          </a:bodyPr>
          <a:lstStyle>
            <a:lvl1pPr indent="-292100" lvl="0" marL="457200" algn="l">
              <a:lnSpc>
                <a:spcPct val="115000"/>
              </a:lnSpc>
              <a:spcBef>
                <a:spcPts val="0"/>
              </a:spcBef>
              <a:spcAft>
                <a:spcPts val="0"/>
              </a:spcAft>
              <a:buSzPts val="1000"/>
              <a:buChar char="●"/>
              <a:defRPr sz="1000"/>
            </a:lvl1pPr>
            <a:lvl2pPr indent="-292100" lvl="1" marL="914400" algn="l">
              <a:lnSpc>
                <a:spcPct val="115000"/>
              </a:lnSpc>
              <a:spcBef>
                <a:spcPts val="0"/>
              </a:spcBef>
              <a:spcAft>
                <a:spcPts val="0"/>
              </a:spcAft>
              <a:buSzPts val="1000"/>
              <a:buChar char="○"/>
              <a:defRPr sz="1000"/>
            </a:lvl2pPr>
            <a:lvl3pPr indent="-292100" lvl="2" marL="1371600" algn="l">
              <a:lnSpc>
                <a:spcPct val="115000"/>
              </a:lnSpc>
              <a:spcBef>
                <a:spcPts val="0"/>
              </a:spcBef>
              <a:spcAft>
                <a:spcPts val="0"/>
              </a:spcAft>
              <a:buSzPts val="1000"/>
              <a:buChar char="■"/>
              <a:defRPr sz="1000"/>
            </a:lvl3pPr>
            <a:lvl4pPr indent="-292100" lvl="3" marL="1828800" algn="l">
              <a:lnSpc>
                <a:spcPct val="115000"/>
              </a:lnSpc>
              <a:spcBef>
                <a:spcPts val="0"/>
              </a:spcBef>
              <a:spcAft>
                <a:spcPts val="0"/>
              </a:spcAft>
              <a:buSzPts val="1000"/>
              <a:buChar char="●"/>
              <a:defRPr sz="1000"/>
            </a:lvl4pPr>
            <a:lvl5pPr indent="-292100" lvl="4" marL="2286000" algn="l">
              <a:lnSpc>
                <a:spcPct val="115000"/>
              </a:lnSpc>
              <a:spcBef>
                <a:spcPts val="0"/>
              </a:spcBef>
              <a:spcAft>
                <a:spcPts val="0"/>
              </a:spcAft>
              <a:buSzPts val="1000"/>
              <a:buChar char="○"/>
              <a:defRPr sz="1000"/>
            </a:lvl5pPr>
            <a:lvl6pPr indent="-292100" lvl="5" marL="2743200" algn="l">
              <a:lnSpc>
                <a:spcPct val="115000"/>
              </a:lnSpc>
              <a:spcBef>
                <a:spcPts val="0"/>
              </a:spcBef>
              <a:spcAft>
                <a:spcPts val="0"/>
              </a:spcAft>
              <a:buSzPts val="1000"/>
              <a:buChar char="■"/>
              <a:defRPr sz="1000"/>
            </a:lvl6pPr>
            <a:lvl7pPr indent="-292100" lvl="6" marL="3200400" algn="l">
              <a:lnSpc>
                <a:spcPct val="115000"/>
              </a:lnSpc>
              <a:spcBef>
                <a:spcPts val="0"/>
              </a:spcBef>
              <a:spcAft>
                <a:spcPts val="0"/>
              </a:spcAft>
              <a:buSzPts val="1000"/>
              <a:buChar char="●"/>
              <a:defRPr sz="1000"/>
            </a:lvl7pPr>
            <a:lvl8pPr indent="-292100" lvl="7" marL="3657600" algn="l">
              <a:lnSpc>
                <a:spcPct val="115000"/>
              </a:lnSpc>
              <a:spcBef>
                <a:spcPts val="0"/>
              </a:spcBef>
              <a:spcAft>
                <a:spcPts val="0"/>
              </a:spcAft>
              <a:buSzPts val="1000"/>
              <a:buChar char="○"/>
              <a:defRPr sz="1000"/>
            </a:lvl8pPr>
            <a:lvl9pPr indent="-292100" lvl="8" marL="4114800" algn="l">
              <a:lnSpc>
                <a:spcPct val="115000"/>
              </a:lnSpc>
              <a:spcBef>
                <a:spcPts val="0"/>
              </a:spcBef>
              <a:spcAft>
                <a:spcPts val="0"/>
              </a:spcAft>
              <a:buSzPts val="1000"/>
              <a:buChar char="■"/>
              <a:defRPr sz="1000"/>
            </a:lvl9pPr>
          </a:lstStyle>
          <a:p/>
        </p:txBody>
      </p:sp>
      <p:sp>
        <p:nvSpPr>
          <p:cNvPr id="304" name="Google Shape;304;g2d3c537dc00_0_280"/>
          <p:cNvSpPr txBox="1"/>
          <p:nvPr>
            <p:ph type="ctrTitle"/>
          </p:nvPr>
        </p:nvSpPr>
        <p:spPr>
          <a:xfrm>
            <a:off x="581275" y="228600"/>
            <a:ext cx="1695000" cy="3267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None/>
              <a:defRPr sz="1000">
                <a:solidFill>
                  <a:schemeClr val="accent2"/>
                </a:solidFill>
              </a:defRPr>
            </a:lvl1pPr>
            <a:lvl2pPr lvl="1" algn="l">
              <a:lnSpc>
                <a:spcPct val="100000"/>
              </a:lnSpc>
              <a:spcBef>
                <a:spcPts val="0"/>
              </a:spcBef>
              <a:spcAft>
                <a:spcPts val="0"/>
              </a:spcAft>
              <a:buSzPts val="1000"/>
              <a:buNone/>
              <a:defRPr b="1" sz="1000"/>
            </a:lvl2pPr>
            <a:lvl3pPr lvl="2" algn="l">
              <a:lnSpc>
                <a:spcPct val="100000"/>
              </a:lnSpc>
              <a:spcBef>
                <a:spcPts val="0"/>
              </a:spcBef>
              <a:spcAft>
                <a:spcPts val="0"/>
              </a:spcAft>
              <a:buSzPts val="1000"/>
              <a:buNone/>
              <a:defRPr b="1" sz="1000"/>
            </a:lvl3pPr>
            <a:lvl4pPr lvl="3" algn="l">
              <a:lnSpc>
                <a:spcPct val="100000"/>
              </a:lnSpc>
              <a:spcBef>
                <a:spcPts val="0"/>
              </a:spcBef>
              <a:spcAft>
                <a:spcPts val="0"/>
              </a:spcAft>
              <a:buSzPts val="1000"/>
              <a:buNone/>
              <a:defRPr b="1" sz="1000"/>
            </a:lvl4pPr>
            <a:lvl5pPr lvl="4" algn="l">
              <a:lnSpc>
                <a:spcPct val="100000"/>
              </a:lnSpc>
              <a:spcBef>
                <a:spcPts val="0"/>
              </a:spcBef>
              <a:spcAft>
                <a:spcPts val="0"/>
              </a:spcAft>
              <a:buSzPts val="1000"/>
              <a:buNone/>
              <a:defRPr b="1" sz="1000"/>
            </a:lvl5pPr>
            <a:lvl6pPr lvl="5" algn="l">
              <a:lnSpc>
                <a:spcPct val="100000"/>
              </a:lnSpc>
              <a:spcBef>
                <a:spcPts val="0"/>
              </a:spcBef>
              <a:spcAft>
                <a:spcPts val="0"/>
              </a:spcAft>
              <a:buSzPts val="1000"/>
              <a:buNone/>
              <a:defRPr b="1" sz="1000"/>
            </a:lvl6pPr>
            <a:lvl7pPr lvl="6" algn="l">
              <a:lnSpc>
                <a:spcPct val="100000"/>
              </a:lnSpc>
              <a:spcBef>
                <a:spcPts val="0"/>
              </a:spcBef>
              <a:spcAft>
                <a:spcPts val="0"/>
              </a:spcAft>
              <a:buSzPts val="1000"/>
              <a:buNone/>
              <a:defRPr b="1" sz="1000"/>
            </a:lvl7pPr>
            <a:lvl8pPr lvl="7" algn="l">
              <a:lnSpc>
                <a:spcPct val="100000"/>
              </a:lnSpc>
              <a:spcBef>
                <a:spcPts val="0"/>
              </a:spcBef>
              <a:spcAft>
                <a:spcPts val="0"/>
              </a:spcAft>
              <a:buSzPts val="1000"/>
              <a:buNone/>
              <a:defRPr b="1" sz="1000"/>
            </a:lvl8pPr>
            <a:lvl9pPr lvl="8" algn="l">
              <a:lnSpc>
                <a:spcPct val="100000"/>
              </a:lnSpc>
              <a:spcBef>
                <a:spcPts val="0"/>
              </a:spcBef>
              <a:spcAft>
                <a:spcPts val="0"/>
              </a:spcAft>
              <a:buSzPts val="1000"/>
              <a:buNone/>
              <a:defRPr b="1" sz="1000"/>
            </a:lvl9pPr>
          </a:lstStyle>
          <a:p/>
        </p:txBody>
      </p:sp>
      <p:sp>
        <p:nvSpPr>
          <p:cNvPr id="305" name="Google Shape;305;g2d3c537dc00_0_280"/>
          <p:cNvSpPr txBox="1"/>
          <p:nvPr>
            <p:ph idx="5" type="ctrTitle"/>
          </p:nvPr>
        </p:nvSpPr>
        <p:spPr>
          <a:xfrm>
            <a:off x="5206475" y="228600"/>
            <a:ext cx="1695000" cy="3267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None/>
              <a:defRPr sz="1000">
                <a:solidFill>
                  <a:schemeClr val="accent2"/>
                </a:solidFill>
              </a:defRPr>
            </a:lvl1pPr>
            <a:lvl2pPr lvl="1" algn="l">
              <a:lnSpc>
                <a:spcPct val="100000"/>
              </a:lnSpc>
              <a:spcBef>
                <a:spcPts val="0"/>
              </a:spcBef>
              <a:spcAft>
                <a:spcPts val="0"/>
              </a:spcAft>
              <a:buSzPts val="1000"/>
              <a:buNone/>
              <a:defRPr b="1" sz="1000"/>
            </a:lvl2pPr>
            <a:lvl3pPr lvl="2" algn="l">
              <a:lnSpc>
                <a:spcPct val="100000"/>
              </a:lnSpc>
              <a:spcBef>
                <a:spcPts val="0"/>
              </a:spcBef>
              <a:spcAft>
                <a:spcPts val="0"/>
              </a:spcAft>
              <a:buSzPts val="1000"/>
              <a:buNone/>
              <a:defRPr b="1" sz="1000"/>
            </a:lvl3pPr>
            <a:lvl4pPr lvl="3" algn="l">
              <a:lnSpc>
                <a:spcPct val="100000"/>
              </a:lnSpc>
              <a:spcBef>
                <a:spcPts val="0"/>
              </a:spcBef>
              <a:spcAft>
                <a:spcPts val="0"/>
              </a:spcAft>
              <a:buSzPts val="1000"/>
              <a:buNone/>
              <a:defRPr b="1" sz="1000"/>
            </a:lvl4pPr>
            <a:lvl5pPr lvl="4" algn="l">
              <a:lnSpc>
                <a:spcPct val="100000"/>
              </a:lnSpc>
              <a:spcBef>
                <a:spcPts val="0"/>
              </a:spcBef>
              <a:spcAft>
                <a:spcPts val="0"/>
              </a:spcAft>
              <a:buSzPts val="1000"/>
              <a:buNone/>
              <a:defRPr b="1" sz="1000"/>
            </a:lvl5pPr>
            <a:lvl6pPr lvl="5" algn="l">
              <a:lnSpc>
                <a:spcPct val="100000"/>
              </a:lnSpc>
              <a:spcBef>
                <a:spcPts val="0"/>
              </a:spcBef>
              <a:spcAft>
                <a:spcPts val="0"/>
              </a:spcAft>
              <a:buSzPts val="1000"/>
              <a:buNone/>
              <a:defRPr b="1" sz="1000"/>
            </a:lvl6pPr>
            <a:lvl7pPr lvl="6" algn="l">
              <a:lnSpc>
                <a:spcPct val="100000"/>
              </a:lnSpc>
              <a:spcBef>
                <a:spcPts val="0"/>
              </a:spcBef>
              <a:spcAft>
                <a:spcPts val="0"/>
              </a:spcAft>
              <a:buSzPts val="1000"/>
              <a:buNone/>
              <a:defRPr b="1" sz="1000"/>
            </a:lvl7pPr>
            <a:lvl8pPr lvl="7" algn="l">
              <a:lnSpc>
                <a:spcPct val="100000"/>
              </a:lnSpc>
              <a:spcBef>
                <a:spcPts val="0"/>
              </a:spcBef>
              <a:spcAft>
                <a:spcPts val="0"/>
              </a:spcAft>
              <a:buSzPts val="1000"/>
              <a:buNone/>
              <a:defRPr b="1" sz="1000"/>
            </a:lvl8pPr>
            <a:lvl9pPr lvl="8" algn="l">
              <a:lnSpc>
                <a:spcPct val="100000"/>
              </a:lnSpc>
              <a:spcBef>
                <a:spcPts val="0"/>
              </a:spcBef>
              <a:spcAft>
                <a:spcPts val="0"/>
              </a:spcAft>
              <a:buSzPts val="1000"/>
              <a:buNone/>
              <a:defRPr b="1" sz="1000"/>
            </a:lvl9pPr>
          </a:lstStyle>
          <a:p/>
        </p:txBody>
      </p:sp>
      <p:sp>
        <p:nvSpPr>
          <p:cNvPr id="306" name="Google Shape;306;g2d3c537dc00_0_280"/>
          <p:cNvSpPr txBox="1"/>
          <p:nvPr>
            <p:ph idx="6" type="ctrTitle"/>
          </p:nvPr>
        </p:nvSpPr>
        <p:spPr>
          <a:xfrm>
            <a:off x="581275" y="675475"/>
            <a:ext cx="3329400" cy="354300"/>
          </a:xfrm>
          <a:prstGeom prst="rect">
            <a:avLst/>
          </a:prstGeom>
          <a:noFill/>
          <a:ln>
            <a:noFill/>
          </a:ln>
        </p:spPr>
        <p:txBody>
          <a:bodyPr anchorCtr="0" anchor="ctr" bIns="0" lIns="0" spcFirstLastPara="1" rIns="0" wrap="square" tIns="0">
            <a:noAutofit/>
          </a:bodyPr>
          <a:lstStyle>
            <a:lvl1pPr lvl="0" algn="l">
              <a:lnSpc>
                <a:spcPct val="85000"/>
              </a:lnSpc>
              <a:spcBef>
                <a:spcPts val="0"/>
              </a:spcBef>
              <a:spcAft>
                <a:spcPts val="0"/>
              </a:spcAft>
              <a:buClr>
                <a:schemeClr val="accent2"/>
              </a:buClr>
              <a:buSzPts val="2500"/>
              <a:buFont typeface="Inter"/>
              <a:buNone/>
              <a:defRPr b="1" sz="25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307" name="Google Shape;307;g2d3c537dc00_0_280"/>
          <p:cNvSpPr txBox="1"/>
          <p:nvPr>
            <p:ph idx="7" type="ctrTitle"/>
          </p:nvPr>
        </p:nvSpPr>
        <p:spPr>
          <a:xfrm>
            <a:off x="5225400" y="675475"/>
            <a:ext cx="3329400" cy="354300"/>
          </a:xfrm>
          <a:prstGeom prst="rect">
            <a:avLst/>
          </a:prstGeom>
          <a:noFill/>
          <a:ln>
            <a:noFill/>
          </a:ln>
        </p:spPr>
        <p:txBody>
          <a:bodyPr anchorCtr="0" anchor="ctr" bIns="0" lIns="0" spcFirstLastPara="1" rIns="0" wrap="square" tIns="0">
            <a:noAutofit/>
          </a:bodyPr>
          <a:lstStyle>
            <a:lvl1pPr lvl="0" algn="l">
              <a:lnSpc>
                <a:spcPct val="85000"/>
              </a:lnSpc>
              <a:spcBef>
                <a:spcPts val="0"/>
              </a:spcBef>
              <a:spcAft>
                <a:spcPts val="0"/>
              </a:spcAft>
              <a:buClr>
                <a:schemeClr val="accent2"/>
              </a:buClr>
              <a:buSzPts val="2500"/>
              <a:buFont typeface="Inter"/>
              <a:buNone/>
              <a:defRPr b="1" sz="25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alytics Growth Vertical (1) - Sales">
  <p:cSld name="CUSTOM_8_1_1">
    <p:bg>
      <p:bgPr>
        <a:solidFill>
          <a:schemeClr val="accent3"/>
        </a:solidFill>
      </p:bgPr>
    </p:bg>
    <p:spTree>
      <p:nvGrpSpPr>
        <p:cNvPr id="308" name="Shape 308"/>
        <p:cNvGrpSpPr/>
        <p:nvPr/>
      </p:nvGrpSpPr>
      <p:grpSpPr>
        <a:xfrm>
          <a:off x="0" y="0"/>
          <a:ext cx="0" cy="0"/>
          <a:chOff x="0" y="0"/>
          <a:chExt cx="0" cy="0"/>
        </a:xfrm>
      </p:grpSpPr>
      <p:sp>
        <p:nvSpPr>
          <p:cNvPr id="309" name="Google Shape;309;g2d3c537dc00_0_295"/>
          <p:cNvSpPr/>
          <p:nvPr/>
        </p:nvSpPr>
        <p:spPr>
          <a:xfrm>
            <a:off x="4566937" y="3225"/>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g2d3c537dc00_0_295"/>
          <p:cNvSpPr/>
          <p:nvPr>
            <p:ph idx="2" type="pic"/>
          </p:nvPr>
        </p:nvSpPr>
        <p:spPr>
          <a:xfrm>
            <a:off x="5203075" y="588750"/>
            <a:ext cx="3329400" cy="3966000"/>
          </a:xfrm>
          <a:prstGeom prst="roundRect">
            <a:avLst>
              <a:gd fmla="val 812" name="adj"/>
            </a:avLst>
          </a:prstGeom>
          <a:noFill/>
          <a:ln cap="flat" cmpd="sng" w="9525">
            <a:solidFill>
              <a:schemeClr val="dk1"/>
            </a:solidFill>
            <a:prstDash val="solid"/>
            <a:round/>
            <a:headEnd len="sm" w="sm" type="none"/>
            <a:tailEnd len="sm" w="sm" type="none"/>
          </a:ln>
        </p:spPr>
      </p:sp>
      <p:sp>
        <p:nvSpPr>
          <p:cNvPr id="311" name="Google Shape;311;g2d3c537dc00_0_295"/>
          <p:cNvSpPr/>
          <p:nvPr/>
        </p:nvSpPr>
        <p:spPr>
          <a:xfrm>
            <a:off x="228600" y="3046475"/>
            <a:ext cx="3688500" cy="18684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g2d3c537dc00_0_295"/>
          <p:cNvSpPr txBox="1"/>
          <p:nvPr/>
        </p:nvSpPr>
        <p:spPr>
          <a:xfrm>
            <a:off x="358575" y="3171866"/>
            <a:ext cx="3837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Inter"/>
                <a:ea typeface="Inter"/>
                <a:cs typeface="Inter"/>
                <a:sym typeface="Inter"/>
              </a:rPr>
              <a:t>Notes</a:t>
            </a:r>
            <a:endParaRPr b="1" i="0" sz="1000" u="none" cap="none" strike="noStrike">
              <a:solidFill>
                <a:srgbClr val="000000"/>
              </a:solidFill>
              <a:latin typeface="Inter"/>
              <a:ea typeface="Inter"/>
              <a:cs typeface="Inter"/>
              <a:sym typeface="Inter"/>
            </a:endParaRPr>
          </a:p>
        </p:txBody>
      </p:sp>
      <p:sp>
        <p:nvSpPr>
          <p:cNvPr id="313" name="Google Shape;313;g2d3c537dc00_0_295"/>
          <p:cNvSpPr txBox="1"/>
          <p:nvPr>
            <p:ph idx="1" type="body"/>
          </p:nvPr>
        </p:nvSpPr>
        <p:spPr>
          <a:xfrm>
            <a:off x="372591" y="3410552"/>
            <a:ext cx="3442200" cy="1349100"/>
          </a:xfrm>
          <a:prstGeom prst="rect">
            <a:avLst/>
          </a:prstGeom>
          <a:noFill/>
          <a:ln>
            <a:noFill/>
          </a:ln>
        </p:spPr>
        <p:txBody>
          <a:bodyPr anchorCtr="0" anchor="t" bIns="0" lIns="0" spcFirstLastPara="1" rIns="0" wrap="square" tIns="0">
            <a:normAutofit/>
          </a:bodyPr>
          <a:lstStyle>
            <a:lvl1pPr indent="-292100" lvl="0" marL="457200" algn="l">
              <a:lnSpc>
                <a:spcPct val="115000"/>
              </a:lnSpc>
              <a:spcBef>
                <a:spcPts val="0"/>
              </a:spcBef>
              <a:spcAft>
                <a:spcPts val="0"/>
              </a:spcAft>
              <a:buSzPts val="1000"/>
              <a:buChar char="●"/>
              <a:defRPr sz="1000"/>
            </a:lvl1pPr>
            <a:lvl2pPr indent="-292100" lvl="1" marL="914400" algn="l">
              <a:lnSpc>
                <a:spcPct val="115000"/>
              </a:lnSpc>
              <a:spcBef>
                <a:spcPts val="0"/>
              </a:spcBef>
              <a:spcAft>
                <a:spcPts val="0"/>
              </a:spcAft>
              <a:buSzPts val="1000"/>
              <a:buChar char="○"/>
              <a:defRPr sz="1000"/>
            </a:lvl2pPr>
            <a:lvl3pPr indent="-292100" lvl="2" marL="1371600" algn="l">
              <a:lnSpc>
                <a:spcPct val="115000"/>
              </a:lnSpc>
              <a:spcBef>
                <a:spcPts val="0"/>
              </a:spcBef>
              <a:spcAft>
                <a:spcPts val="0"/>
              </a:spcAft>
              <a:buSzPts val="1000"/>
              <a:buChar char="■"/>
              <a:defRPr sz="1000"/>
            </a:lvl3pPr>
            <a:lvl4pPr indent="-292100" lvl="3" marL="1828800" algn="l">
              <a:lnSpc>
                <a:spcPct val="115000"/>
              </a:lnSpc>
              <a:spcBef>
                <a:spcPts val="0"/>
              </a:spcBef>
              <a:spcAft>
                <a:spcPts val="0"/>
              </a:spcAft>
              <a:buSzPts val="1000"/>
              <a:buChar char="●"/>
              <a:defRPr sz="1000"/>
            </a:lvl4pPr>
            <a:lvl5pPr indent="-292100" lvl="4" marL="2286000" algn="l">
              <a:lnSpc>
                <a:spcPct val="115000"/>
              </a:lnSpc>
              <a:spcBef>
                <a:spcPts val="0"/>
              </a:spcBef>
              <a:spcAft>
                <a:spcPts val="0"/>
              </a:spcAft>
              <a:buSzPts val="1000"/>
              <a:buChar char="○"/>
              <a:defRPr sz="1000"/>
            </a:lvl5pPr>
            <a:lvl6pPr indent="-292100" lvl="5" marL="2743200" algn="l">
              <a:lnSpc>
                <a:spcPct val="115000"/>
              </a:lnSpc>
              <a:spcBef>
                <a:spcPts val="0"/>
              </a:spcBef>
              <a:spcAft>
                <a:spcPts val="0"/>
              </a:spcAft>
              <a:buSzPts val="1000"/>
              <a:buChar char="■"/>
              <a:defRPr sz="1000"/>
            </a:lvl6pPr>
            <a:lvl7pPr indent="-292100" lvl="6" marL="3200400" algn="l">
              <a:lnSpc>
                <a:spcPct val="115000"/>
              </a:lnSpc>
              <a:spcBef>
                <a:spcPts val="0"/>
              </a:spcBef>
              <a:spcAft>
                <a:spcPts val="0"/>
              </a:spcAft>
              <a:buSzPts val="1000"/>
              <a:buChar char="●"/>
              <a:defRPr sz="1000"/>
            </a:lvl7pPr>
            <a:lvl8pPr indent="-292100" lvl="7" marL="3657600" algn="l">
              <a:lnSpc>
                <a:spcPct val="115000"/>
              </a:lnSpc>
              <a:spcBef>
                <a:spcPts val="0"/>
              </a:spcBef>
              <a:spcAft>
                <a:spcPts val="0"/>
              </a:spcAft>
              <a:buSzPts val="1000"/>
              <a:buChar char="○"/>
              <a:defRPr sz="1000"/>
            </a:lvl8pPr>
            <a:lvl9pPr indent="-292100" lvl="8" marL="4114800" algn="l">
              <a:lnSpc>
                <a:spcPct val="115000"/>
              </a:lnSpc>
              <a:spcBef>
                <a:spcPts val="0"/>
              </a:spcBef>
              <a:spcAft>
                <a:spcPts val="0"/>
              </a:spcAft>
              <a:buSzPts val="1000"/>
              <a:buChar char="■"/>
              <a:defRPr sz="1000"/>
            </a:lvl9pPr>
          </a:lstStyle>
          <a:p/>
        </p:txBody>
      </p:sp>
      <p:sp>
        <p:nvSpPr>
          <p:cNvPr id="314" name="Google Shape;314;g2d3c537dc00_0_295"/>
          <p:cNvSpPr txBox="1"/>
          <p:nvPr>
            <p:ph type="ctrTitle"/>
          </p:nvPr>
        </p:nvSpPr>
        <p:spPr>
          <a:xfrm>
            <a:off x="228600" y="228600"/>
            <a:ext cx="1695000" cy="3267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None/>
              <a:defRPr sz="1000">
                <a:solidFill>
                  <a:schemeClr val="accent2"/>
                </a:solidFill>
              </a:defRPr>
            </a:lvl1pPr>
            <a:lvl2pPr lvl="1" algn="l">
              <a:lnSpc>
                <a:spcPct val="100000"/>
              </a:lnSpc>
              <a:spcBef>
                <a:spcPts val="0"/>
              </a:spcBef>
              <a:spcAft>
                <a:spcPts val="0"/>
              </a:spcAft>
              <a:buSzPts val="1000"/>
              <a:buNone/>
              <a:defRPr b="1" sz="1000"/>
            </a:lvl2pPr>
            <a:lvl3pPr lvl="2" algn="l">
              <a:lnSpc>
                <a:spcPct val="100000"/>
              </a:lnSpc>
              <a:spcBef>
                <a:spcPts val="0"/>
              </a:spcBef>
              <a:spcAft>
                <a:spcPts val="0"/>
              </a:spcAft>
              <a:buSzPts val="1000"/>
              <a:buNone/>
              <a:defRPr b="1" sz="1000"/>
            </a:lvl3pPr>
            <a:lvl4pPr lvl="3" algn="l">
              <a:lnSpc>
                <a:spcPct val="100000"/>
              </a:lnSpc>
              <a:spcBef>
                <a:spcPts val="0"/>
              </a:spcBef>
              <a:spcAft>
                <a:spcPts val="0"/>
              </a:spcAft>
              <a:buSzPts val="1000"/>
              <a:buNone/>
              <a:defRPr b="1" sz="1000"/>
            </a:lvl4pPr>
            <a:lvl5pPr lvl="4" algn="l">
              <a:lnSpc>
                <a:spcPct val="100000"/>
              </a:lnSpc>
              <a:spcBef>
                <a:spcPts val="0"/>
              </a:spcBef>
              <a:spcAft>
                <a:spcPts val="0"/>
              </a:spcAft>
              <a:buSzPts val="1000"/>
              <a:buNone/>
              <a:defRPr b="1" sz="1000"/>
            </a:lvl5pPr>
            <a:lvl6pPr lvl="5" algn="l">
              <a:lnSpc>
                <a:spcPct val="100000"/>
              </a:lnSpc>
              <a:spcBef>
                <a:spcPts val="0"/>
              </a:spcBef>
              <a:spcAft>
                <a:spcPts val="0"/>
              </a:spcAft>
              <a:buSzPts val="1000"/>
              <a:buNone/>
              <a:defRPr b="1" sz="1000"/>
            </a:lvl6pPr>
            <a:lvl7pPr lvl="6" algn="l">
              <a:lnSpc>
                <a:spcPct val="100000"/>
              </a:lnSpc>
              <a:spcBef>
                <a:spcPts val="0"/>
              </a:spcBef>
              <a:spcAft>
                <a:spcPts val="0"/>
              </a:spcAft>
              <a:buSzPts val="1000"/>
              <a:buNone/>
              <a:defRPr b="1" sz="1000"/>
            </a:lvl7pPr>
            <a:lvl8pPr lvl="7" algn="l">
              <a:lnSpc>
                <a:spcPct val="100000"/>
              </a:lnSpc>
              <a:spcBef>
                <a:spcPts val="0"/>
              </a:spcBef>
              <a:spcAft>
                <a:spcPts val="0"/>
              </a:spcAft>
              <a:buSzPts val="1000"/>
              <a:buNone/>
              <a:defRPr b="1" sz="1000"/>
            </a:lvl8pPr>
            <a:lvl9pPr lvl="8" algn="l">
              <a:lnSpc>
                <a:spcPct val="100000"/>
              </a:lnSpc>
              <a:spcBef>
                <a:spcPts val="0"/>
              </a:spcBef>
              <a:spcAft>
                <a:spcPts val="0"/>
              </a:spcAft>
              <a:buSzPts val="1000"/>
              <a:buNone/>
              <a:defRPr b="1" sz="1000"/>
            </a:lvl9pPr>
          </a:lstStyle>
          <a:p/>
        </p:txBody>
      </p:sp>
      <p:sp>
        <p:nvSpPr>
          <p:cNvPr id="315" name="Google Shape;315;g2d3c537dc00_0_295"/>
          <p:cNvSpPr txBox="1"/>
          <p:nvPr>
            <p:ph idx="3" type="ctrTitle"/>
          </p:nvPr>
        </p:nvSpPr>
        <p:spPr>
          <a:xfrm>
            <a:off x="247525" y="675475"/>
            <a:ext cx="3329400" cy="354300"/>
          </a:xfrm>
          <a:prstGeom prst="rect">
            <a:avLst/>
          </a:prstGeom>
          <a:noFill/>
          <a:ln>
            <a:noFill/>
          </a:ln>
        </p:spPr>
        <p:txBody>
          <a:bodyPr anchorCtr="0" anchor="ctr" bIns="0" lIns="0" spcFirstLastPara="1" rIns="0" wrap="square" tIns="0">
            <a:noAutofit/>
          </a:bodyPr>
          <a:lstStyle>
            <a:lvl1pPr lvl="0" algn="l">
              <a:lnSpc>
                <a:spcPct val="85000"/>
              </a:lnSpc>
              <a:spcBef>
                <a:spcPts val="0"/>
              </a:spcBef>
              <a:spcAft>
                <a:spcPts val="0"/>
              </a:spcAft>
              <a:buClr>
                <a:schemeClr val="accent2"/>
              </a:buClr>
              <a:buSzPts val="2500"/>
              <a:buFont typeface="Inter"/>
              <a:buNone/>
              <a:defRPr b="1" sz="25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316" name="Google Shape;316;g2d3c537dc00_0_295"/>
          <p:cNvSpPr txBox="1"/>
          <p:nvPr>
            <p:ph idx="4" type="ctrTitle"/>
          </p:nvPr>
        </p:nvSpPr>
        <p:spPr>
          <a:xfrm>
            <a:off x="228600" y="1443200"/>
            <a:ext cx="3688500" cy="13491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1000"/>
              <a:buFont typeface="Inter"/>
              <a:buNone/>
              <a:defRPr sz="1000">
                <a:latin typeface="Inter"/>
                <a:ea typeface="Inter"/>
                <a:cs typeface="Inter"/>
                <a:sym typeface="Inter"/>
              </a:defRPr>
            </a:lvl2pPr>
            <a:lvl3pPr lvl="2" algn="l">
              <a:lnSpc>
                <a:spcPct val="100000"/>
              </a:lnSpc>
              <a:spcBef>
                <a:spcPts val="0"/>
              </a:spcBef>
              <a:spcAft>
                <a:spcPts val="0"/>
              </a:spcAft>
              <a:buSzPts val="1000"/>
              <a:buFont typeface="Inter"/>
              <a:buNone/>
              <a:defRPr sz="1000">
                <a:latin typeface="Inter"/>
                <a:ea typeface="Inter"/>
                <a:cs typeface="Inter"/>
                <a:sym typeface="Inter"/>
              </a:defRPr>
            </a:lvl3pPr>
            <a:lvl4pPr lvl="3" algn="l">
              <a:lnSpc>
                <a:spcPct val="100000"/>
              </a:lnSpc>
              <a:spcBef>
                <a:spcPts val="0"/>
              </a:spcBef>
              <a:spcAft>
                <a:spcPts val="0"/>
              </a:spcAft>
              <a:buSzPts val="1000"/>
              <a:buFont typeface="Inter"/>
              <a:buNone/>
              <a:defRPr sz="1000">
                <a:latin typeface="Inter"/>
                <a:ea typeface="Inter"/>
                <a:cs typeface="Inter"/>
                <a:sym typeface="Inter"/>
              </a:defRPr>
            </a:lvl4pPr>
            <a:lvl5pPr lvl="4" algn="l">
              <a:lnSpc>
                <a:spcPct val="100000"/>
              </a:lnSpc>
              <a:spcBef>
                <a:spcPts val="0"/>
              </a:spcBef>
              <a:spcAft>
                <a:spcPts val="0"/>
              </a:spcAft>
              <a:buSzPts val="1000"/>
              <a:buFont typeface="Inter"/>
              <a:buNone/>
              <a:defRPr sz="1000">
                <a:latin typeface="Inter"/>
                <a:ea typeface="Inter"/>
                <a:cs typeface="Inter"/>
                <a:sym typeface="Inter"/>
              </a:defRPr>
            </a:lvl5pPr>
            <a:lvl6pPr lvl="5" algn="l">
              <a:lnSpc>
                <a:spcPct val="100000"/>
              </a:lnSpc>
              <a:spcBef>
                <a:spcPts val="0"/>
              </a:spcBef>
              <a:spcAft>
                <a:spcPts val="0"/>
              </a:spcAft>
              <a:buSzPts val="1000"/>
              <a:buFont typeface="Inter"/>
              <a:buNone/>
              <a:defRPr sz="1000">
                <a:latin typeface="Inter"/>
                <a:ea typeface="Inter"/>
                <a:cs typeface="Inter"/>
                <a:sym typeface="Inter"/>
              </a:defRPr>
            </a:lvl6pPr>
            <a:lvl7pPr lvl="6" algn="l">
              <a:lnSpc>
                <a:spcPct val="100000"/>
              </a:lnSpc>
              <a:spcBef>
                <a:spcPts val="0"/>
              </a:spcBef>
              <a:spcAft>
                <a:spcPts val="0"/>
              </a:spcAft>
              <a:buSzPts val="1000"/>
              <a:buFont typeface="Inter"/>
              <a:buNone/>
              <a:defRPr sz="1000">
                <a:latin typeface="Inter"/>
                <a:ea typeface="Inter"/>
                <a:cs typeface="Inter"/>
                <a:sym typeface="Inter"/>
              </a:defRPr>
            </a:lvl7pPr>
            <a:lvl8pPr lvl="7" algn="l">
              <a:lnSpc>
                <a:spcPct val="100000"/>
              </a:lnSpc>
              <a:spcBef>
                <a:spcPts val="0"/>
              </a:spcBef>
              <a:spcAft>
                <a:spcPts val="0"/>
              </a:spcAft>
              <a:buSzPts val="1000"/>
              <a:buFont typeface="Inter"/>
              <a:buNone/>
              <a:defRPr sz="1000">
                <a:latin typeface="Inter"/>
                <a:ea typeface="Inter"/>
                <a:cs typeface="Inter"/>
                <a:sym typeface="Inter"/>
              </a:defRPr>
            </a:lvl8pPr>
            <a:lvl9pPr lvl="8" algn="l">
              <a:lnSpc>
                <a:spcPct val="100000"/>
              </a:lnSpc>
              <a:spcBef>
                <a:spcPts val="0"/>
              </a:spcBef>
              <a:spcAft>
                <a:spcPts val="0"/>
              </a:spcAft>
              <a:buSzPts val="1000"/>
              <a:buFont typeface="Inter"/>
              <a:buNone/>
              <a:defRPr sz="1000">
                <a:latin typeface="Inter"/>
                <a:ea typeface="Inter"/>
                <a:cs typeface="Inter"/>
                <a:sym typeface="Inter"/>
              </a:defRPr>
            </a:lvl9pPr>
          </a:lstStyle>
          <a:p/>
        </p:txBody>
      </p:sp>
    </p:spTree>
  </p:cSld>
  <p:clrMapOvr>
    <a:masterClrMapping/>
  </p:clrMapOvr>
  <p:extLst>
    <p:ext uri="{DCECCB84-F9BA-43D5-87BE-67443E8EF086}">
      <p15:sldGuideLst>
        <p15:guide id="1" orient="horz" pos="350">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alytics Growth Horizontal (1) - Sales ">
  <p:cSld name="CUSTOM_8_1_1_1">
    <p:bg>
      <p:bgPr>
        <a:solidFill>
          <a:schemeClr val="lt1"/>
        </a:solidFill>
      </p:bgPr>
    </p:bg>
    <p:spTree>
      <p:nvGrpSpPr>
        <p:cNvPr id="317" name="Shape 317"/>
        <p:cNvGrpSpPr/>
        <p:nvPr/>
      </p:nvGrpSpPr>
      <p:grpSpPr>
        <a:xfrm>
          <a:off x="0" y="0"/>
          <a:ext cx="0" cy="0"/>
          <a:chOff x="0" y="0"/>
          <a:chExt cx="0" cy="0"/>
        </a:xfrm>
      </p:grpSpPr>
      <p:sp>
        <p:nvSpPr>
          <p:cNvPr id="318" name="Google Shape;318;g2d3c537dc00_0_304"/>
          <p:cNvSpPr/>
          <p:nvPr/>
        </p:nvSpPr>
        <p:spPr>
          <a:xfrm>
            <a:off x="-5087" y="2402375"/>
            <a:ext cx="9144000" cy="27444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g2d3c537dc00_0_304"/>
          <p:cNvSpPr/>
          <p:nvPr>
            <p:ph idx="2" type="pic"/>
          </p:nvPr>
        </p:nvSpPr>
        <p:spPr>
          <a:xfrm rot="5400000">
            <a:off x="3467650" y="-537775"/>
            <a:ext cx="2231100" cy="8671500"/>
          </a:xfrm>
          <a:prstGeom prst="roundRect">
            <a:avLst>
              <a:gd fmla="val 812" name="adj"/>
            </a:avLst>
          </a:prstGeom>
          <a:noFill/>
          <a:ln cap="flat" cmpd="sng" w="9525">
            <a:solidFill>
              <a:schemeClr val="dk1"/>
            </a:solidFill>
            <a:prstDash val="solid"/>
            <a:round/>
            <a:headEnd len="sm" w="sm" type="none"/>
            <a:tailEnd len="sm" w="sm" type="none"/>
          </a:ln>
        </p:spPr>
      </p:sp>
      <p:sp>
        <p:nvSpPr>
          <p:cNvPr id="320" name="Google Shape;320;g2d3c537dc00_0_304"/>
          <p:cNvSpPr/>
          <p:nvPr/>
        </p:nvSpPr>
        <p:spPr>
          <a:xfrm>
            <a:off x="5237729" y="228600"/>
            <a:ext cx="3688500" cy="18684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g2d3c537dc00_0_304"/>
          <p:cNvSpPr txBox="1"/>
          <p:nvPr/>
        </p:nvSpPr>
        <p:spPr>
          <a:xfrm>
            <a:off x="5367704" y="353991"/>
            <a:ext cx="3837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Inter"/>
                <a:ea typeface="Inter"/>
                <a:cs typeface="Inter"/>
                <a:sym typeface="Inter"/>
              </a:rPr>
              <a:t>Notes</a:t>
            </a:r>
            <a:endParaRPr b="1" i="0" sz="1000" u="none" cap="none" strike="noStrike">
              <a:solidFill>
                <a:srgbClr val="000000"/>
              </a:solidFill>
              <a:latin typeface="Inter"/>
              <a:ea typeface="Inter"/>
              <a:cs typeface="Inter"/>
              <a:sym typeface="Inter"/>
            </a:endParaRPr>
          </a:p>
        </p:txBody>
      </p:sp>
      <p:sp>
        <p:nvSpPr>
          <p:cNvPr id="322" name="Google Shape;322;g2d3c537dc00_0_304"/>
          <p:cNvSpPr txBox="1"/>
          <p:nvPr>
            <p:ph idx="1" type="body"/>
          </p:nvPr>
        </p:nvSpPr>
        <p:spPr>
          <a:xfrm>
            <a:off x="5381720" y="592677"/>
            <a:ext cx="3442200" cy="1349100"/>
          </a:xfrm>
          <a:prstGeom prst="rect">
            <a:avLst/>
          </a:prstGeom>
          <a:noFill/>
          <a:ln>
            <a:noFill/>
          </a:ln>
        </p:spPr>
        <p:txBody>
          <a:bodyPr anchorCtr="0" anchor="t" bIns="0" lIns="0" spcFirstLastPara="1" rIns="0" wrap="square" tIns="0">
            <a:normAutofit/>
          </a:bodyPr>
          <a:lstStyle>
            <a:lvl1pPr indent="-292100" lvl="0" marL="457200" algn="l">
              <a:lnSpc>
                <a:spcPct val="115000"/>
              </a:lnSpc>
              <a:spcBef>
                <a:spcPts val="0"/>
              </a:spcBef>
              <a:spcAft>
                <a:spcPts val="0"/>
              </a:spcAft>
              <a:buSzPts val="1000"/>
              <a:buChar char="●"/>
              <a:defRPr sz="1000"/>
            </a:lvl1pPr>
            <a:lvl2pPr indent="-292100" lvl="1" marL="914400" algn="l">
              <a:lnSpc>
                <a:spcPct val="115000"/>
              </a:lnSpc>
              <a:spcBef>
                <a:spcPts val="0"/>
              </a:spcBef>
              <a:spcAft>
                <a:spcPts val="0"/>
              </a:spcAft>
              <a:buSzPts val="1000"/>
              <a:buChar char="○"/>
              <a:defRPr sz="1000"/>
            </a:lvl2pPr>
            <a:lvl3pPr indent="-292100" lvl="2" marL="1371600" algn="l">
              <a:lnSpc>
                <a:spcPct val="115000"/>
              </a:lnSpc>
              <a:spcBef>
                <a:spcPts val="0"/>
              </a:spcBef>
              <a:spcAft>
                <a:spcPts val="0"/>
              </a:spcAft>
              <a:buSzPts val="1000"/>
              <a:buChar char="■"/>
              <a:defRPr sz="1000"/>
            </a:lvl3pPr>
            <a:lvl4pPr indent="-292100" lvl="3" marL="1828800" algn="l">
              <a:lnSpc>
                <a:spcPct val="115000"/>
              </a:lnSpc>
              <a:spcBef>
                <a:spcPts val="0"/>
              </a:spcBef>
              <a:spcAft>
                <a:spcPts val="0"/>
              </a:spcAft>
              <a:buSzPts val="1000"/>
              <a:buChar char="●"/>
              <a:defRPr sz="1000"/>
            </a:lvl4pPr>
            <a:lvl5pPr indent="-292100" lvl="4" marL="2286000" algn="l">
              <a:lnSpc>
                <a:spcPct val="115000"/>
              </a:lnSpc>
              <a:spcBef>
                <a:spcPts val="0"/>
              </a:spcBef>
              <a:spcAft>
                <a:spcPts val="0"/>
              </a:spcAft>
              <a:buSzPts val="1000"/>
              <a:buChar char="○"/>
              <a:defRPr sz="1000"/>
            </a:lvl5pPr>
            <a:lvl6pPr indent="-292100" lvl="5" marL="2743200" algn="l">
              <a:lnSpc>
                <a:spcPct val="115000"/>
              </a:lnSpc>
              <a:spcBef>
                <a:spcPts val="0"/>
              </a:spcBef>
              <a:spcAft>
                <a:spcPts val="0"/>
              </a:spcAft>
              <a:buSzPts val="1000"/>
              <a:buChar char="■"/>
              <a:defRPr sz="1000"/>
            </a:lvl6pPr>
            <a:lvl7pPr indent="-292100" lvl="6" marL="3200400" algn="l">
              <a:lnSpc>
                <a:spcPct val="115000"/>
              </a:lnSpc>
              <a:spcBef>
                <a:spcPts val="0"/>
              </a:spcBef>
              <a:spcAft>
                <a:spcPts val="0"/>
              </a:spcAft>
              <a:buSzPts val="1000"/>
              <a:buChar char="●"/>
              <a:defRPr sz="1000"/>
            </a:lvl7pPr>
            <a:lvl8pPr indent="-292100" lvl="7" marL="3657600" algn="l">
              <a:lnSpc>
                <a:spcPct val="115000"/>
              </a:lnSpc>
              <a:spcBef>
                <a:spcPts val="0"/>
              </a:spcBef>
              <a:spcAft>
                <a:spcPts val="0"/>
              </a:spcAft>
              <a:buSzPts val="1000"/>
              <a:buChar char="○"/>
              <a:defRPr sz="1000"/>
            </a:lvl8pPr>
            <a:lvl9pPr indent="-292100" lvl="8" marL="4114800" algn="l">
              <a:lnSpc>
                <a:spcPct val="115000"/>
              </a:lnSpc>
              <a:spcBef>
                <a:spcPts val="0"/>
              </a:spcBef>
              <a:spcAft>
                <a:spcPts val="0"/>
              </a:spcAft>
              <a:buSzPts val="1000"/>
              <a:buChar char="■"/>
              <a:defRPr sz="1000"/>
            </a:lvl9pPr>
          </a:lstStyle>
          <a:p/>
        </p:txBody>
      </p:sp>
      <p:sp>
        <p:nvSpPr>
          <p:cNvPr id="323" name="Google Shape;323;g2d3c537dc00_0_304"/>
          <p:cNvSpPr txBox="1"/>
          <p:nvPr>
            <p:ph type="ctrTitle"/>
          </p:nvPr>
        </p:nvSpPr>
        <p:spPr>
          <a:xfrm>
            <a:off x="228600" y="228600"/>
            <a:ext cx="1695000" cy="3267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None/>
              <a:defRPr sz="1000">
                <a:solidFill>
                  <a:schemeClr val="accent2"/>
                </a:solidFill>
              </a:defRPr>
            </a:lvl1pPr>
            <a:lvl2pPr lvl="1" algn="l">
              <a:lnSpc>
                <a:spcPct val="100000"/>
              </a:lnSpc>
              <a:spcBef>
                <a:spcPts val="0"/>
              </a:spcBef>
              <a:spcAft>
                <a:spcPts val="0"/>
              </a:spcAft>
              <a:buSzPts val="1000"/>
              <a:buNone/>
              <a:defRPr b="1" sz="1000"/>
            </a:lvl2pPr>
            <a:lvl3pPr lvl="2" algn="l">
              <a:lnSpc>
                <a:spcPct val="100000"/>
              </a:lnSpc>
              <a:spcBef>
                <a:spcPts val="0"/>
              </a:spcBef>
              <a:spcAft>
                <a:spcPts val="0"/>
              </a:spcAft>
              <a:buSzPts val="1000"/>
              <a:buNone/>
              <a:defRPr b="1" sz="1000"/>
            </a:lvl3pPr>
            <a:lvl4pPr lvl="3" algn="l">
              <a:lnSpc>
                <a:spcPct val="100000"/>
              </a:lnSpc>
              <a:spcBef>
                <a:spcPts val="0"/>
              </a:spcBef>
              <a:spcAft>
                <a:spcPts val="0"/>
              </a:spcAft>
              <a:buSzPts val="1000"/>
              <a:buNone/>
              <a:defRPr b="1" sz="1000"/>
            </a:lvl4pPr>
            <a:lvl5pPr lvl="4" algn="l">
              <a:lnSpc>
                <a:spcPct val="100000"/>
              </a:lnSpc>
              <a:spcBef>
                <a:spcPts val="0"/>
              </a:spcBef>
              <a:spcAft>
                <a:spcPts val="0"/>
              </a:spcAft>
              <a:buSzPts val="1000"/>
              <a:buNone/>
              <a:defRPr b="1" sz="1000"/>
            </a:lvl5pPr>
            <a:lvl6pPr lvl="5" algn="l">
              <a:lnSpc>
                <a:spcPct val="100000"/>
              </a:lnSpc>
              <a:spcBef>
                <a:spcPts val="0"/>
              </a:spcBef>
              <a:spcAft>
                <a:spcPts val="0"/>
              </a:spcAft>
              <a:buSzPts val="1000"/>
              <a:buNone/>
              <a:defRPr b="1" sz="1000"/>
            </a:lvl6pPr>
            <a:lvl7pPr lvl="6" algn="l">
              <a:lnSpc>
                <a:spcPct val="100000"/>
              </a:lnSpc>
              <a:spcBef>
                <a:spcPts val="0"/>
              </a:spcBef>
              <a:spcAft>
                <a:spcPts val="0"/>
              </a:spcAft>
              <a:buSzPts val="1000"/>
              <a:buNone/>
              <a:defRPr b="1" sz="1000"/>
            </a:lvl7pPr>
            <a:lvl8pPr lvl="7" algn="l">
              <a:lnSpc>
                <a:spcPct val="100000"/>
              </a:lnSpc>
              <a:spcBef>
                <a:spcPts val="0"/>
              </a:spcBef>
              <a:spcAft>
                <a:spcPts val="0"/>
              </a:spcAft>
              <a:buSzPts val="1000"/>
              <a:buNone/>
              <a:defRPr b="1" sz="1000"/>
            </a:lvl8pPr>
            <a:lvl9pPr lvl="8" algn="l">
              <a:lnSpc>
                <a:spcPct val="100000"/>
              </a:lnSpc>
              <a:spcBef>
                <a:spcPts val="0"/>
              </a:spcBef>
              <a:spcAft>
                <a:spcPts val="0"/>
              </a:spcAft>
              <a:buSzPts val="1000"/>
              <a:buNone/>
              <a:defRPr b="1" sz="1000"/>
            </a:lvl9pPr>
          </a:lstStyle>
          <a:p/>
        </p:txBody>
      </p:sp>
      <p:sp>
        <p:nvSpPr>
          <p:cNvPr id="324" name="Google Shape;324;g2d3c537dc00_0_304"/>
          <p:cNvSpPr txBox="1"/>
          <p:nvPr>
            <p:ph idx="3" type="ctrTitle"/>
          </p:nvPr>
        </p:nvSpPr>
        <p:spPr>
          <a:xfrm>
            <a:off x="247525" y="675475"/>
            <a:ext cx="3329400" cy="354300"/>
          </a:xfrm>
          <a:prstGeom prst="rect">
            <a:avLst/>
          </a:prstGeom>
          <a:noFill/>
          <a:ln>
            <a:noFill/>
          </a:ln>
        </p:spPr>
        <p:txBody>
          <a:bodyPr anchorCtr="0" anchor="ctr" bIns="0" lIns="0" spcFirstLastPara="1" rIns="0" wrap="square" tIns="0">
            <a:noAutofit/>
          </a:bodyPr>
          <a:lstStyle>
            <a:lvl1pPr lvl="0" algn="l">
              <a:lnSpc>
                <a:spcPct val="85000"/>
              </a:lnSpc>
              <a:spcBef>
                <a:spcPts val="0"/>
              </a:spcBef>
              <a:spcAft>
                <a:spcPts val="0"/>
              </a:spcAft>
              <a:buClr>
                <a:schemeClr val="accent2"/>
              </a:buClr>
              <a:buSzPts val="2500"/>
              <a:buFont typeface="Inter"/>
              <a:buNone/>
              <a:defRPr b="1" sz="25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325" name="Google Shape;325;g2d3c537dc00_0_304"/>
          <p:cNvSpPr txBox="1"/>
          <p:nvPr>
            <p:ph idx="4" type="ctrTitle"/>
          </p:nvPr>
        </p:nvSpPr>
        <p:spPr>
          <a:xfrm>
            <a:off x="228600" y="1443200"/>
            <a:ext cx="4260900" cy="6537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1000"/>
              <a:buFont typeface="Inter"/>
              <a:buNone/>
              <a:defRPr sz="1000">
                <a:latin typeface="Inter"/>
                <a:ea typeface="Inter"/>
                <a:cs typeface="Inter"/>
                <a:sym typeface="Inter"/>
              </a:defRPr>
            </a:lvl2pPr>
            <a:lvl3pPr lvl="2" algn="l">
              <a:lnSpc>
                <a:spcPct val="100000"/>
              </a:lnSpc>
              <a:spcBef>
                <a:spcPts val="0"/>
              </a:spcBef>
              <a:spcAft>
                <a:spcPts val="0"/>
              </a:spcAft>
              <a:buSzPts val="1000"/>
              <a:buFont typeface="Inter"/>
              <a:buNone/>
              <a:defRPr sz="1000">
                <a:latin typeface="Inter"/>
                <a:ea typeface="Inter"/>
                <a:cs typeface="Inter"/>
                <a:sym typeface="Inter"/>
              </a:defRPr>
            </a:lvl3pPr>
            <a:lvl4pPr lvl="3" algn="l">
              <a:lnSpc>
                <a:spcPct val="100000"/>
              </a:lnSpc>
              <a:spcBef>
                <a:spcPts val="0"/>
              </a:spcBef>
              <a:spcAft>
                <a:spcPts val="0"/>
              </a:spcAft>
              <a:buSzPts val="1000"/>
              <a:buFont typeface="Inter"/>
              <a:buNone/>
              <a:defRPr sz="1000">
                <a:latin typeface="Inter"/>
                <a:ea typeface="Inter"/>
                <a:cs typeface="Inter"/>
                <a:sym typeface="Inter"/>
              </a:defRPr>
            </a:lvl4pPr>
            <a:lvl5pPr lvl="4" algn="l">
              <a:lnSpc>
                <a:spcPct val="100000"/>
              </a:lnSpc>
              <a:spcBef>
                <a:spcPts val="0"/>
              </a:spcBef>
              <a:spcAft>
                <a:spcPts val="0"/>
              </a:spcAft>
              <a:buSzPts val="1000"/>
              <a:buFont typeface="Inter"/>
              <a:buNone/>
              <a:defRPr sz="1000">
                <a:latin typeface="Inter"/>
                <a:ea typeface="Inter"/>
                <a:cs typeface="Inter"/>
                <a:sym typeface="Inter"/>
              </a:defRPr>
            </a:lvl5pPr>
            <a:lvl6pPr lvl="5" algn="l">
              <a:lnSpc>
                <a:spcPct val="100000"/>
              </a:lnSpc>
              <a:spcBef>
                <a:spcPts val="0"/>
              </a:spcBef>
              <a:spcAft>
                <a:spcPts val="0"/>
              </a:spcAft>
              <a:buSzPts val="1000"/>
              <a:buFont typeface="Inter"/>
              <a:buNone/>
              <a:defRPr sz="1000">
                <a:latin typeface="Inter"/>
                <a:ea typeface="Inter"/>
                <a:cs typeface="Inter"/>
                <a:sym typeface="Inter"/>
              </a:defRPr>
            </a:lvl6pPr>
            <a:lvl7pPr lvl="6" algn="l">
              <a:lnSpc>
                <a:spcPct val="100000"/>
              </a:lnSpc>
              <a:spcBef>
                <a:spcPts val="0"/>
              </a:spcBef>
              <a:spcAft>
                <a:spcPts val="0"/>
              </a:spcAft>
              <a:buSzPts val="1000"/>
              <a:buFont typeface="Inter"/>
              <a:buNone/>
              <a:defRPr sz="1000">
                <a:latin typeface="Inter"/>
                <a:ea typeface="Inter"/>
                <a:cs typeface="Inter"/>
                <a:sym typeface="Inter"/>
              </a:defRPr>
            </a:lvl7pPr>
            <a:lvl8pPr lvl="7" algn="l">
              <a:lnSpc>
                <a:spcPct val="100000"/>
              </a:lnSpc>
              <a:spcBef>
                <a:spcPts val="0"/>
              </a:spcBef>
              <a:spcAft>
                <a:spcPts val="0"/>
              </a:spcAft>
              <a:buSzPts val="1000"/>
              <a:buFont typeface="Inter"/>
              <a:buNone/>
              <a:defRPr sz="1000">
                <a:latin typeface="Inter"/>
                <a:ea typeface="Inter"/>
                <a:cs typeface="Inter"/>
                <a:sym typeface="Inter"/>
              </a:defRPr>
            </a:lvl8pPr>
            <a:lvl9pPr lvl="8" algn="l">
              <a:lnSpc>
                <a:spcPct val="100000"/>
              </a:lnSpc>
              <a:spcBef>
                <a:spcPts val="0"/>
              </a:spcBef>
              <a:spcAft>
                <a:spcPts val="0"/>
              </a:spcAft>
              <a:buSzPts val="1000"/>
              <a:buFont typeface="Inter"/>
              <a:buNone/>
              <a:defRPr sz="1000">
                <a:latin typeface="Inter"/>
                <a:ea typeface="Inter"/>
                <a:cs typeface="Inter"/>
                <a:sym typeface="Inter"/>
              </a:defRPr>
            </a:lvl9pPr>
          </a:lstStyle>
          <a:p/>
        </p:txBody>
      </p:sp>
    </p:spTree>
  </p:cSld>
  <p:clrMapOvr>
    <a:masterClrMapping/>
  </p:clrMapOvr>
  <p:extLst>
    <p:ext uri="{DCECCB84-F9BA-43D5-87BE-67443E8EF086}">
      <p15:sldGuideLst>
        <p15:guide id="1" orient="horz" pos="350">
          <p15:clr>
            <a:srgbClr val="E46962"/>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 Sales">
  <p:cSld name="CUSTOM_4_1_1_2">
    <p:bg>
      <p:bgPr>
        <a:solidFill>
          <a:schemeClr val="accent3"/>
        </a:solidFill>
      </p:bgPr>
    </p:bg>
    <p:spTree>
      <p:nvGrpSpPr>
        <p:cNvPr id="326" name="Shape 326"/>
        <p:cNvGrpSpPr/>
        <p:nvPr/>
      </p:nvGrpSpPr>
      <p:grpSpPr>
        <a:xfrm>
          <a:off x="0" y="0"/>
          <a:ext cx="0" cy="0"/>
          <a:chOff x="0" y="0"/>
          <a:chExt cx="0" cy="0"/>
        </a:xfrm>
      </p:grpSpPr>
      <p:sp>
        <p:nvSpPr>
          <p:cNvPr id="327" name="Google Shape;327;g2d3c537dc00_0_313"/>
          <p:cNvSpPr/>
          <p:nvPr/>
        </p:nvSpPr>
        <p:spPr>
          <a:xfrm>
            <a:off x="228600" y="2232075"/>
            <a:ext cx="2047500" cy="2682900"/>
          </a:xfrm>
          <a:prstGeom prst="roundRect">
            <a:avLst>
              <a:gd fmla="val 3019"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g2d3c537dc00_0_313"/>
          <p:cNvSpPr txBox="1"/>
          <p:nvPr>
            <p:ph type="ctrTitle"/>
          </p:nvPr>
        </p:nvSpPr>
        <p:spPr>
          <a:xfrm>
            <a:off x="228600" y="228600"/>
            <a:ext cx="8686800" cy="3084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3100"/>
              <a:buFont typeface="Inter"/>
              <a:buNone/>
              <a:defRPr b="1" sz="31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329" name="Google Shape;329;g2d3c537dc00_0_313"/>
          <p:cNvSpPr txBox="1"/>
          <p:nvPr>
            <p:ph idx="2" type="ctrTitle"/>
          </p:nvPr>
        </p:nvSpPr>
        <p:spPr>
          <a:xfrm>
            <a:off x="228600" y="700450"/>
            <a:ext cx="8686800" cy="3543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300"/>
              <a:buNone/>
              <a:defRPr sz="1300">
                <a:solidFill>
                  <a:schemeClr val="accent2"/>
                </a:solidFill>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330" name="Google Shape;330;g2d3c537dc00_0_313"/>
          <p:cNvSpPr/>
          <p:nvPr/>
        </p:nvSpPr>
        <p:spPr>
          <a:xfrm>
            <a:off x="228600" y="1162575"/>
            <a:ext cx="3329400" cy="3267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g2d3c537dc00_0_313"/>
          <p:cNvSpPr txBox="1"/>
          <p:nvPr>
            <p:ph idx="3" type="ctrTitle"/>
          </p:nvPr>
        </p:nvSpPr>
        <p:spPr>
          <a:xfrm>
            <a:off x="325025" y="1162575"/>
            <a:ext cx="3233100" cy="326700"/>
          </a:xfrm>
          <a:prstGeom prst="rect">
            <a:avLst/>
          </a:prstGeom>
          <a:noFill/>
          <a:ln>
            <a:noFill/>
          </a:ln>
        </p:spPr>
        <p:txBody>
          <a:bodyPr anchorCtr="0" anchor="ctr" bIns="0" lIns="0" spcFirstLastPara="1" rIns="0" wrap="square" tIns="0">
            <a:noAutofit/>
          </a:bodyPr>
          <a:lstStyle>
            <a:lvl1pPr lvl="0" algn="l">
              <a:lnSpc>
                <a:spcPct val="85000"/>
              </a:lnSpc>
              <a:spcBef>
                <a:spcPts val="0"/>
              </a:spcBef>
              <a:spcAft>
                <a:spcPts val="0"/>
              </a:spcAft>
              <a:buClr>
                <a:schemeClr val="accent2"/>
              </a:buClr>
              <a:buSzPts val="1300"/>
              <a:buNone/>
              <a:defRPr sz="1300">
                <a:solidFill>
                  <a:schemeClr val="accent2"/>
                </a:solidFill>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332" name="Google Shape;332;g2d3c537dc00_0_313"/>
          <p:cNvSpPr/>
          <p:nvPr/>
        </p:nvSpPr>
        <p:spPr>
          <a:xfrm>
            <a:off x="228600" y="1842050"/>
            <a:ext cx="2047500" cy="2016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g2d3c537dc00_0_313"/>
          <p:cNvSpPr txBox="1"/>
          <p:nvPr>
            <p:ph idx="4" type="ctrTitle"/>
          </p:nvPr>
        </p:nvSpPr>
        <p:spPr>
          <a:xfrm>
            <a:off x="332801" y="2384475"/>
            <a:ext cx="1827600" cy="3543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300"/>
              <a:buFont typeface="Inter"/>
              <a:buNone/>
              <a:defRPr b="1" sz="1300">
                <a:solidFill>
                  <a:schemeClr val="accent2"/>
                </a:solidFill>
                <a:latin typeface="Inter"/>
                <a:ea typeface="Inter"/>
                <a:cs typeface="Inter"/>
                <a:sym typeface="Inter"/>
              </a:defRPr>
            </a:lvl1pPr>
            <a:lvl2pPr lvl="1" algn="l">
              <a:lnSpc>
                <a:spcPct val="100000"/>
              </a:lnSpc>
              <a:spcBef>
                <a:spcPts val="0"/>
              </a:spcBef>
              <a:spcAft>
                <a:spcPts val="0"/>
              </a:spcAft>
              <a:buSzPts val="1300"/>
              <a:buNone/>
              <a:defRPr b="1" sz="1300"/>
            </a:lvl2pPr>
            <a:lvl3pPr lvl="2" algn="l">
              <a:lnSpc>
                <a:spcPct val="100000"/>
              </a:lnSpc>
              <a:spcBef>
                <a:spcPts val="0"/>
              </a:spcBef>
              <a:spcAft>
                <a:spcPts val="0"/>
              </a:spcAft>
              <a:buSzPts val="1300"/>
              <a:buNone/>
              <a:defRPr b="1" sz="1300"/>
            </a:lvl3pPr>
            <a:lvl4pPr lvl="3" algn="l">
              <a:lnSpc>
                <a:spcPct val="100000"/>
              </a:lnSpc>
              <a:spcBef>
                <a:spcPts val="0"/>
              </a:spcBef>
              <a:spcAft>
                <a:spcPts val="0"/>
              </a:spcAft>
              <a:buSzPts val="1300"/>
              <a:buNone/>
              <a:defRPr b="1" sz="1300"/>
            </a:lvl4pPr>
            <a:lvl5pPr lvl="4" algn="l">
              <a:lnSpc>
                <a:spcPct val="100000"/>
              </a:lnSpc>
              <a:spcBef>
                <a:spcPts val="0"/>
              </a:spcBef>
              <a:spcAft>
                <a:spcPts val="0"/>
              </a:spcAft>
              <a:buSzPts val="1300"/>
              <a:buNone/>
              <a:defRPr b="1" sz="1300"/>
            </a:lvl5pPr>
            <a:lvl6pPr lvl="5" algn="l">
              <a:lnSpc>
                <a:spcPct val="100000"/>
              </a:lnSpc>
              <a:spcBef>
                <a:spcPts val="0"/>
              </a:spcBef>
              <a:spcAft>
                <a:spcPts val="0"/>
              </a:spcAft>
              <a:buSzPts val="1300"/>
              <a:buNone/>
              <a:defRPr b="1" sz="1300"/>
            </a:lvl6pPr>
            <a:lvl7pPr lvl="6" algn="l">
              <a:lnSpc>
                <a:spcPct val="100000"/>
              </a:lnSpc>
              <a:spcBef>
                <a:spcPts val="0"/>
              </a:spcBef>
              <a:spcAft>
                <a:spcPts val="0"/>
              </a:spcAft>
              <a:buSzPts val="1300"/>
              <a:buNone/>
              <a:defRPr b="1" sz="1300"/>
            </a:lvl7pPr>
            <a:lvl8pPr lvl="7" algn="l">
              <a:lnSpc>
                <a:spcPct val="100000"/>
              </a:lnSpc>
              <a:spcBef>
                <a:spcPts val="0"/>
              </a:spcBef>
              <a:spcAft>
                <a:spcPts val="0"/>
              </a:spcAft>
              <a:buSzPts val="1300"/>
              <a:buNone/>
              <a:defRPr b="1" sz="1300"/>
            </a:lvl8pPr>
            <a:lvl9pPr lvl="8" algn="l">
              <a:lnSpc>
                <a:spcPct val="100000"/>
              </a:lnSpc>
              <a:spcBef>
                <a:spcPts val="0"/>
              </a:spcBef>
              <a:spcAft>
                <a:spcPts val="0"/>
              </a:spcAft>
              <a:buSzPts val="1300"/>
              <a:buNone/>
              <a:defRPr b="1" sz="1300"/>
            </a:lvl9pPr>
          </a:lstStyle>
          <a:p/>
        </p:txBody>
      </p:sp>
      <p:sp>
        <p:nvSpPr>
          <p:cNvPr id="334" name="Google Shape;334;g2d3c537dc00_0_313"/>
          <p:cNvSpPr txBox="1"/>
          <p:nvPr>
            <p:ph idx="5" type="ctrTitle"/>
          </p:nvPr>
        </p:nvSpPr>
        <p:spPr>
          <a:xfrm>
            <a:off x="332800" y="2927200"/>
            <a:ext cx="1827600" cy="18369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1300"/>
              <a:buFont typeface="Inter"/>
              <a:buNone/>
              <a:defRPr sz="1300">
                <a:latin typeface="Inter"/>
                <a:ea typeface="Inter"/>
                <a:cs typeface="Inter"/>
                <a:sym typeface="Inter"/>
              </a:defRPr>
            </a:lvl2pPr>
            <a:lvl3pPr lvl="2" algn="l">
              <a:lnSpc>
                <a:spcPct val="100000"/>
              </a:lnSpc>
              <a:spcBef>
                <a:spcPts val="0"/>
              </a:spcBef>
              <a:spcAft>
                <a:spcPts val="0"/>
              </a:spcAft>
              <a:buSzPts val="1300"/>
              <a:buFont typeface="Inter"/>
              <a:buNone/>
              <a:defRPr sz="1300">
                <a:latin typeface="Inter"/>
                <a:ea typeface="Inter"/>
                <a:cs typeface="Inter"/>
                <a:sym typeface="Inter"/>
              </a:defRPr>
            </a:lvl3pPr>
            <a:lvl4pPr lvl="3" algn="l">
              <a:lnSpc>
                <a:spcPct val="100000"/>
              </a:lnSpc>
              <a:spcBef>
                <a:spcPts val="0"/>
              </a:spcBef>
              <a:spcAft>
                <a:spcPts val="0"/>
              </a:spcAft>
              <a:buSzPts val="1300"/>
              <a:buFont typeface="Inter"/>
              <a:buNone/>
              <a:defRPr sz="1300">
                <a:latin typeface="Inter"/>
                <a:ea typeface="Inter"/>
                <a:cs typeface="Inter"/>
                <a:sym typeface="Inter"/>
              </a:defRPr>
            </a:lvl4pPr>
            <a:lvl5pPr lvl="4" algn="l">
              <a:lnSpc>
                <a:spcPct val="100000"/>
              </a:lnSpc>
              <a:spcBef>
                <a:spcPts val="0"/>
              </a:spcBef>
              <a:spcAft>
                <a:spcPts val="0"/>
              </a:spcAft>
              <a:buSzPts val="1300"/>
              <a:buFont typeface="Inter"/>
              <a:buNone/>
              <a:defRPr sz="1300">
                <a:latin typeface="Inter"/>
                <a:ea typeface="Inter"/>
                <a:cs typeface="Inter"/>
                <a:sym typeface="Inter"/>
              </a:defRPr>
            </a:lvl5pPr>
            <a:lvl6pPr lvl="5" algn="l">
              <a:lnSpc>
                <a:spcPct val="100000"/>
              </a:lnSpc>
              <a:spcBef>
                <a:spcPts val="0"/>
              </a:spcBef>
              <a:spcAft>
                <a:spcPts val="0"/>
              </a:spcAft>
              <a:buSzPts val="1300"/>
              <a:buFont typeface="Inter"/>
              <a:buNone/>
              <a:defRPr sz="1300">
                <a:latin typeface="Inter"/>
                <a:ea typeface="Inter"/>
                <a:cs typeface="Inter"/>
                <a:sym typeface="Inter"/>
              </a:defRPr>
            </a:lvl6pPr>
            <a:lvl7pPr lvl="6" algn="l">
              <a:lnSpc>
                <a:spcPct val="100000"/>
              </a:lnSpc>
              <a:spcBef>
                <a:spcPts val="0"/>
              </a:spcBef>
              <a:spcAft>
                <a:spcPts val="0"/>
              </a:spcAft>
              <a:buSzPts val="1300"/>
              <a:buFont typeface="Inter"/>
              <a:buNone/>
              <a:defRPr sz="1300">
                <a:latin typeface="Inter"/>
                <a:ea typeface="Inter"/>
                <a:cs typeface="Inter"/>
                <a:sym typeface="Inter"/>
              </a:defRPr>
            </a:lvl7pPr>
            <a:lvl8pPr lvl="7" algn="l">
              <a:lnSpc>
                <a:spcPct val="100000"/>
              </a:lnSpc>
              <a:spcBef>
                <a:spcPts val="0"/>
              </a:spcBef>
              <a:spcAft>
                <a:spcPts val="0"/>
              </a:spcAft>
              <a:buSzPts val="1300"/>
              <a:buFont typeface="Inter"/>
              <a:buNone/>
              <a:defRPr sz="1300">
                <a:latin typeface="Inter"/>
                <a:ea typeface="Inter"/>
                <a:cs typeface="Inter"/>
                <a:sym typeface="Inter"/>
              </a:defRPr>
            </a:lvl8pPr>
            <a:lvl9pPr lvl="8" algn="l">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335" name="Google Shape;335;g2d3c537dc00_0_313"/>
          <p:cNvSpPr/>
          <p:nvPr/>
        </p:nvSpPr>
        <p:spPr>
          <a:xfrm>
            <a:off x="2441650" y="1842050"/>
            <a:ext cx="2047500" cy="2016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g2d3c537dc00_0_313"/>
          <p:cNvSpPr/>
          <p:nvPr/>
        </p:nvSpPr>
        <p:spPr>
          <a:xfrm>
            <a:off x="4654700" y="1842050"/>
            <a:ext cx="2047500" cy="2016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g2d3c537dc00_0_313"/>
          <p:cNvSpPr/>
          <p:nvPr/>
        </p:nvSpPr>
        <p:spPr>
          <a:xfrm>
            <a:off x="6867750" y="1842050"/>
            <a:ext cx="2047500" cy="2016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g2d3c537dc00_0_313"/>
          <p:cNvSpPr/>
          <p:nvPr/>
        </p:nvSpPr>
        <p:spPr>
          <a:xfrm>
            <a:off x="2441650" y="2232075"/>
            <a:ext cx="2047500" cy="2682900"/>
          </a:xfrm>
          <a:prstGeom prst="roundRect">
            <a:avLst>
              <a:gd fmla="val 3019"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g2d3c537dc00_0_313"/>
          <p:cNvSpPr txBox="1"/>
          <p:nvPr>
            <p:ph idx="6" type="ctrTitle"/>
          </p:nvPr>
        </p:nvSpPr>
        <p:spPr>
          <a:xfrm>
            <a:off x="2545851" y="2384475"/>
            <a:ext cx="1827600" cy="3543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300"/>
              <a:buFont typeface="Inter"/>
              <a:buNone/>
              <a:defRPr b="1" sz="1300">
                <a:solidFill>
                  <a:schemeClr val="accent2"/>
                </a:solidFill>
                <a:latin typeface="Inter"/>
                <a:ea typeface="Inter"/>
                <a:cs typeface="Inter"/>
                <a:sym typeface="Inter"/>
              </a:defRPr>
            </a:lvl1pPr>
            <a:lvl2pPr lvl="1" algn="l">
              <a:lnSpc>
                <a:spcPct val="100000"/>
              </a:lnSpc>
              <a:spcBef>
                <a:spcPts val="0"/>
              </a:spcBef>
              <a:spcAft>
                <a:spcPts val="0"/>
              </a:spcAft>
              <a:buSzPts val="1300"/>
              <a:buNone/>
              <a:defRPr b="1" sz="1300"/>
            </a:lvl2pPr>
            <a:lvl3pPr lvl="2" algn="l">
              <a:lnSpc>
                <a:spcPct val="100000"/>
              </a:lnSpc>
              <a:spcBef>
                <a:spcPts val="0"/>
              </a:spcBef>
              <a:spcAft>
                <a:spcPts val="0"/>
              </a:spcAft>
              <a:buSzPts val="1300"/>
              <a:buNone/>
              <a:defRPr b="1" sz="1300"/>
            </a:lvl3pPr>
            <a:lvl4pPr lvl="3" algn="l">
              <a:lnSpc>
                <a:spcPct val="100000"/>
              </a:lnSpc>
              <a:spcBef>
                <a:spcPts val="0"/>
              </a:spcBef>
              <a:spcAft>
                <a:spcPts val="0"/>
              </a:spcAft>
              <a:buSzPts val="1300"/>
              <a:buNone/>
              <a:defRPr b="1" sz="1300"/>
            </a:lvl4pPr>
            <a:lvl5pPr lvl="4" algn="l">
              <a:lnSpc>
                <a:spcPct val="100000"/>
              </a:lnSpc>
              <a:spcBef>
                <a:spcPts val="0"/>
              </a:spcBef>
              <a:spcAft>
                <a:spcPts val="0"/>
              </a:spcAft>
              <a:buSzPts val="1300"/>
              <a:buNone/>
              <a:defRPr b="1" sz="1300"/>
            </a:lvl5pPr>
            <a:lvl6pPr lvl="5" algn="l">
              <a:lnSpc>
                <a:spcPct val="100000"/>
              </a:lnSpc>
              <a:spcBef>
                <a:spcPts val="0"/>
              </a:spcBef>
              <a:spcAft>
                <a:spcPts val="0"/>
              </a:spcAft>
              <a:buSzPts val="1300"/>
              <a:buNone/>
              <a:defRPr b="1" sz="1300"/>
            </a:lvl6pPr>
            <a:lvl7pPr lvl="6" algn="l">
              <a:lnSpc>
                <a:spcPct val="100000"/>
              </a:lnSpc>
              <a:spcBef>
                <a:spcPts val="0"/>
              </a:spcBef>
              <a:spcAft>
                <a:spcPts val="0"/>
              </a:spcAft>
              <a:buSzPts val="1300"/>
              <a:buNone/>
              <a:defRPr b="1" sz="1300"/>
            </a:lvl7pPr>
            <a:lvl8pPr lvl="7" algn="l">
              <a:lnSpc>
                <a:spcPct val="100000"/>
              </a:lnSpc>
              <a:spcBef>
                <a:spcPts val="0"/>
              </a:spcBef>
              <a:spcAft>
                <a:spcPts val="0"/>
              </a:spcAft>
              <a:buSzPts val="1300"/>
              <a:buNone/>
              <a:defRPr b="1" sz="1300"/>
            </a:lvl8pPr>
            <a:lvl9pPr lvl="8" algn="l">
              <a:lnSpc>
                <a:spcPct val="100000"/>
              </a:lnSpc>
              <a:spcBef>
                <a:spcPts val="0"/>
              </a:spcBef>
              <a:spcAft>
                <a:spcPts val="0"/>
              </a:spcAft>
              <a:buSzPts val="1300"/>
              <a:buNone/>
              <a:defRPr b="1" sz="1300"/>
            </a:lvl9pPr>
          </a:lstStyle>
          <a:p/>
        </p:txBody>
      </p:sp>
      <p:sp>
        <p:nvSpPr>
          <p:cNvPr id="340" name="Google Shape;340;g2d3c537dc00_0_313"/>
          <p:cNvSpPr txBox="1"/>
          <p:nvPr>
            <p:ph idx="7" type="ctrTitle"/>
          </p:nvPr>
        </p:nvSpPr>
        <p:spPr>
          <a:xfrm>
            <a:off x="2545850" y="2927200"/>
            <a:ext cx="1827600" cy="18369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1300"/>
              <a:buFont typeface="Inter"/>
              <a:buNone/>
              <a:defRPr sz="1300">
                <a:latin typeface="Inter"/>
                <a:ea typeface="Inter"/>
                <a:cs typeface="Inter"/>
                <a:sym typeface="Inter"/>
              </a:defRPr>
            </a:lvl2pPr>
            <a:lvl3pPr lvl="2" algn="l">
              <a:lnSpc>
                <a:spcPct val="100000"/>
              </a:lnSpc>
              <a:spcBef>
                <a:spcPts val="0"/>
              </a:spcBef>
              <a:spcAft>
                <a:spcPts val="0"/>
              </a:spcAft>
              <a:buSzPts val="1300"/>
              <a:buFont typeface="Inter"/>
              <a:buNone/>
              <a:defRPr sz="1300">
                <a:latin typeface="Inter"/>
                <a:ea typeface="Inter"/>
                <a:cs typeface="Inter"/>
                <a:sym typeface="Inter"/>
              </a:defRPr>
            </a:lvl3pPr>
            <a:lvl4pPr lvl="3" algn="l">
              <a:lnSpc>
                <a:spcPct val="100000"/>
              </a:lnSpc>
              <a:spcBef>
                <a:spcPts val="0"/>
              </a:spcBef>
              <a:spcAft>
                <a:spcPts val="0"/>
              </a:spcAft>
              <a:buSzPts val="1300"/>
              <a:buFont typeface="Inter"/>
              <a:buNone/>
              <a:defRPr sz="1300">
                <a:latin typeface="Inter"/>
                <a:ea typeface="Inter"/>
                <a:cs typeface="Inter"/>
                <a:sym typeface="Inter"/>
              </a:defRPr>
            </a:lvl4pPr>
            <a:lvl5pPr lvl="4" algn="l">
              <a:lnSpc>
                <a:spcPct val="100000"/>
              </a:lnSpc>
              <a:spcBef>
                <a:spcPts val="0"/>
              </a:spcBef>
              <a:spcAft>
                <a:spcPts val="0"/>
              </a:spcAft>
              <a:buSzPts val="1300"/>
              <a:buFont typeface="Inter"/>
              <a:buNone/>
              <a:defRPr sz="1300">
                <a:latin typeface="Inter"/>
                <a:ea typeface="Inter"/>
                <a:cs typeface="Inter"/>
                <a:sym typeface="Inter"/>
              </a:defRPr>
            </a:lvl5pPr>
            <a:lvl6pPr lvl="5" algn="l">
              <a:lnSpc>
                <a:spcPct val="100000"/>
              </a:lnSpc>
              <a:spcBef>
                <a:spcPts val="0"/>
              </a:spcBef>
              <a:spcAft>
                <a:spcPts val="0"/>
              </a:spcAft>
              <a:buSzPts val="1300"/>
              <a:buFont typeface="Inter"/>
              <a:buNone/>
              <a:defRPr sz="1300">
                <a:latin typeface="Inter"/>
                <a:ea typeface="Inter"/>
                <a:cs typeface="Inter"/>
                <a:sym typeface="Inter"/>
              </a:defRPr>
            </a:lvl6pPr>
            <a:lvl7pPr lvl="6" algn="l">
              <a:lnSpc>
                <a:spcPct val="100000"/>
              </a:lnSpc>
              <a:spcBef>
                <a:spcPts val="0"/>
              </a:spcBef>
              <a:spcAft>
                <a:spcPts val="0"/>
              </a:spcAft>
              <a:buSzPts val="1300"/>
              <a:buFont typeface="Inter"/>
              <a:buNone/>
              <a:defRPr sz="1300">
                <a:latin typeface="Inter"/>
                <a:ea typeface="Inter"/>
                <a:cs typeface="Inter"/>
                <a:sym typeface="Inter"/>
              </a:defRPr>
            </a:lvl7pPr>
            <a:lvl8pPr lvl="7" algn="l">
              <a:lnSpc>
                <a:spcPct val="100000"/>
              </a:lnSpc>
              <a:spcBef>
                <a:spcPts val="0"/>
              </a:spcBef>
              <a:spcAft>
                <a:spcPts val="0"/>
              </a:spcAft>
              <a:buSzPts val="1300"/>
              <a:buFont typeface="Inter"/>
              <a:buNone/>
              <a:defRPr sz="1300">
                <a:latin typeface="Inter"/>
                <a:ea typeface="Inter"/>
                <a:cs typeface="Inter"/>
                <a:sym typeface="Inter"/>
              </a:defRPr>
            </a:lvl8pPr>
            <a:lvl9pPr lvl="8" algn="l">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341" name="Google Shape;341;g2d3c537dc00_0_313"/>
          <p:cNvSpPr/>
          <p:nvPr/>
        </p:nvSpPr>
        <p:spPr>
          <a:xfrm>
            <a:off x="4654700" y="2232075"/>
            <a:ext cx="2047500" cy="2682900"/>
          </a:xfrm>
          <a:prstGeom prst="roundRect">
            <a:avLst>
              <a:gd fmla="val 3019"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g2d3c537dc00_0_313"/>
          <p:cNvSpPr txBox="1"/>
          <p:nvPr>
            <p:ph idx="8" type="ctrTitle"/>
          </p:nvPr>
        </p:nvSpPr>
        <p:spPr>
          <a:xfrm>
            <a:off x="4758901" y="2384475"/>
            <a:ext cx="1827600" cy="3543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300"/>
              <a:buFont typeface="Inter"/>
              <a:buNone/>
              <a:defRPr b="1" sz="1300">
                <a:solidFill>
                  <a:schemeClr val="accent2"/>
                </a:solidFill>
                <a:latin typeface="Inter"/>
                <a:ea typeface="Inter"/>
                <a:cs typeface="Inter"/>
                <a:sym typeface="Inter"/>
              </a:defRPr>
            </a:lvl1pPr>
            <a:lvl2pPr lvl="1" algn="l">
              <a:lnSpc>
                <a:spcPct val="100000"/>
              </a:lnSpc>
              <a:spcBef>
                <a:spcPts val="0"/>
              </a:spcBef>
              <a:spcAft>
                <a:spcPts val="0"/>
              </a:spcAft>
              <a:buSzPts val="1300"/>
              <a:buNone/>
              <a:defRPr b="1" sz="1300"/>
            </a:lvl2pPr>
            <a:lvl3pPr lvl="2" algn="l">
              <a:lnSpc>
                <a:spcPct val="100000"/>
              </a:lnSpc>
              <a:spcBef>
                <a:spcPts val="0"/>
              </a:spcBef>
              <a:spcAft>
                <a:spcPts val="0"/>
              </a:spcAft>
              <a:buSzPts val="1300"/>
              <a:buNone/>
              <a:defRPr b="1" sz="1300"/>
            </a:lvl3pPr>
            <a:lvl4pPr lvl="3" algn="l">
              <a:lnSpc>
                <a:spcPct val="100000"/>
              </a:lnSpc>
              <a:spcBef>
                <a:spcPts val="0"/>
              </a:spcBef>
              <a:spcAft>
                <a:spcPts val="0"/>
              </a:spcAft>
              <a:buSzPts val="1300"/>
              <a:buNone/>
              <a:defRPr b="1" sz="1300"/>
            </a:lvl4pPr>
            <a:lvl5pPr lvl="4" algn="l">
              <a:lnSpc>
                <a:spcPct val="100000"/>
              </a:lnSpc>
              <a:spcBef>
                <a:spcPts val="0"/>
              </a:spcBef>
              <a:spcAft>
                <a:spcPts val="0"/>
              </a:spcAft>
              <a:buSzPts val="1300"/>
              <a:buNone/>
              <a:defRPr b="1" sz="1300"/>
            </a:lvl5pPr>
            <a:lvl6pPr lvl="5" algn="l">
              <a:lnSpc>
                <a:spcPct val="100000"/>
              </a:lnSpc>
              <a:spcBef>
                <a:spcPts val="0"/>
              </a:spcBef>
              <a:spcAft>
                <a:spcPts val="0"/>
              </a:spcAft>
              <a:buSzPts val="1300"/>
              <a:buNone/>
              <a:defRPr b="1" sz="1300"/>
            </a:lvl6pPr>
            <a:lvl7pPr lvl="6" algn="l">
              <a:lnSpc>
                <a:spcPct val="100000"/>
              </a:lnSpc>
              <a:spcBef>
                <a:spcPts val="0"/>
              </a:spcBef>
              <a:spcAft>
                <a:spcPts val="0"/>
              </a:spcAft>
              <a:buSzPts val="1300"/>
              <a:buNone/>
              <a:defRPr b="1" sz="1300"/>
            </a:lvl7pPr>
            <a:lvl8pPr lvl="7" algn="l">
              <a:lnSpc>
                <a:spcPct val="100000"/>
              </a:lnSpc>
              <a:spcBef>
                <a:spcPts val="0"/>
              </a:spcBef>
              <a:spcAft>
                <a:spcPts val="0"/>
              </a:spcAft>
              <a:buSzPts val="1300"/>
              <a:buNone/>
              <a:defRPr b="1" sz="1300"/>
            </a:lvl8pPr>
            <a:lvl9pPr lvl="8" algn="l">
              <a:lnSpc>
                <a:spcPct val="100000"/>
              </a:lnSpc>
              <a:spcBef>
                <a:spcPts val="0"/>
              </a:spcBef>
              <a:spcAft>
                <a:spcPts val="0"/>
              </a:spcAft>
              <a:buSzPts val="1300"/>
              <a:buNone/>
              <a:defRPr b="1" sz="1300"/>
            </a:lvl9pPr>
          </a:lstStyle>
          <a:p/>
        </p:txBody>
      </p:sp>
      <p:sp>
        <p:nvSpPr>
          <p:cNvPr id="343" name="Google Shape;343;g2d3c537dc00_0_313"/>
          <p:cNvSpPr txBox="1"/>
          <p:nvPr>
            <p:ph idx="9" type="ctrTitle"/>
          </p:nvPr>
        </p:nvSpPr>
        <p:spPr>
          <a:xfrm>
            <a:off x="4758900" y="2927200"/>
            <a:ext cx="1827600" cy="18369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1300"/>
              <a:buFont typeface="Inter"/>
              <a:buNone/>
              <a:defRPr sz="1300">
                <a:latin typeface="Inter"/>
                <a:ea typeface="Inter"/>
                <a:cs typeface="Inter"/>
                <a:sym typeface="Inter"/>
              </a:defRPr>
            </a:lvl2pPr>
            <a:lvl3pPr lvl="2" algn="l">
              <a:lnSpc>
                <a:spcPct val="100000"/>
              </a:lnSpc>
              <a:spcBef>
                <a:spcPts val="0"/>
              </a:spcBef>
              <a:spcAft>
                <a:spcPts val="0"/>
              </a:spcAft>
              <a:buSzPts val="1300"/>
              <a:buFont typeface="Inter"/>
              <a:buNone/>
              <a:defRPr sz="1300">
                <a:latin typeface="Inter"/>
                <a:ea typeface="Inter"/>
                <a:cs typeface="Inter"/>
                <a:sym typeface="Inter"/>
              </a:defRPr>
            </a:lvl3pPr>
            <a:lvl4pPr lvl="3" algn="l">
              <a:lnSpc>
                <a:spcPct val="100000"/>
              </a:lnSpc>
              <a:spcBef>
                <a:spcPts val="0"/>
              </a:spcBef>
              <a:spcAft>
                <a:spcPts val="0"/>
              </a:spcAft>
              <a:buSzPts val="1300"/>
              <a:buFont typeface="Inter"/>
              <a:buNone/>
              <a:defRPr sz="1300">
                <a:latin typeface="Inter"/>
                <a:ea typeface="Inter"/>
                <a:cs typeface="Inter"/>
                <a:sym typeface="Inter"/>
              </a:defRPr>
            </a:lvl4pPr>
            <a:lvl5pPr lvl="4" algn="l">
              <a:lnSpc>
                <a:spcPct val="100000"/>
              </a:lnSpc>
              <a:spcBef>
                <a:spcPts val="0"/>
              </a:spcBef>
              <a:spcAft>
                <a:spcPts val="0"/>
              </a:spcAft>
              <a:buSzPts val="1300"/>
              <a:buFont typeface="Inter"/>
              <a:buNone/>
              <a:defRPr sz="1300">
                <a:latin typeface="Inter"/>
                <a:ea typeface="Inter"/>
                <a:cs typeface="Inter"/>
                <a:sym typeface="Inter"/>
              </a:defRPr>
            </a:lvl5pPr>
            <a:lvl6pPr lvl="5" algn="l">
              <a:lnSpc>
                <a:spcPct val="100000"/>
              </a:lnSpc>
              <a:spcBef>
                <a:spcPts val="0"/>
              </a:spcBef>
              <a:spcAft>
                <a:spcPts val="0"/>
              </a:spcAft>
              <a:buSzPts val="1300"/>
              <a:buFont typeface="Inter"/>
              <a:buNone/>
              <a:defRPr sz="1300">
                <a:latin typeface="Inter"/>
                <a:ea typeface="Inter"/>
                <a:cs typeface="Inter"/>
                <a:sym typeface="Inter"/>
              </a:defRPr>
            </a:lvl6pPr>
            <a:lvl7pPr lvl="6" algn="l">
              <a:lnSpc>
                <a:spcPct val="100000"/>
              </a:lnSpc>
              <a:spcBef>
                <a:spcPts val="0"/>
              </a:spcBef>
              <a:spcAft>
                <a:spcPts val="0"/>
              </a:spcAft>
              <a:buSzPts val="1300"/>
              <a:buFont typeface="Inter"/>
              <a:buNone/>
              <a:defRPr sz="1300">
                <a:latin typeface="Inter"/>
                <a:ea typeface="Inter"/>
                <a:cs typeface="Inter"/>
                <a:sym typeface="Inter"/>
              </a:defRPr>
            </a:lvl7pPr>
            <a:lvl8pPr lvl="7" algn="l">
              <a:lnSpc>
                <a:spcPct val="100000"/>
              </a:lnSpc>
              <a:spcBef>
                <a:spcPts val="0"/>
              </a:spcBef>
              <a:spcAft>
                <a:spcPts val="0"/>
              </a:spcAft>
              <a:buSzPts val="1300"/>
              <a:buFont typeface="Inter"/>
              <a:buNone/>
              <a:defRPr sz="1300">
                <a:latin typeface="Inter"/>
                <a:ea typeface="Inter"/>
                <a:cs typeface="Inter"/>
                <a:sym typeface="Inter"/>
              </a:defRPr>
            </a:lvl8pPr>
            <a:lvl9pPr lvl="8" algn="l">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344" name="Google Shape;344;g2d3c537dc00_0_313"/>
          <p:cNvSpPr/>
          <p:nvPr/>
        </p:nvSpPr>
        <p:spPr>
          <a:xfrm>
            <a:off x="6867750" y="2232075"/>
            <a:ext cx="2047500" cy="2682900"/>
          </a:xfrm>
          <a:prstGeom prst="roundRect">
            <a:avLst>
              <a:gd fmla="val 3019"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g2d3c537dc00_0_313"/>
          <p:cNvSpPr txBox="1"/>
          <p:nvPr>
            <p:ph idx="13" type="ctrTitle"/>
          </p:nvPr>
        </p:nvSpPr>
        <p:spPr>
          <a:xfrm>
            <a:off x="6971951" y="2384475"/>
            <a:ext cx="1827600" cy="3543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300"/>
              <a:buFont typeface="Inter"/>
              <a:buNone/>
              <a:defRPr b="1" sz="1300">
                <a:solidFill>
                  <a:schemeClr val="accent2"/>
                </a:solidFill>
                <a:latin typeface="Inter"/>
                <a:ea typeface="Inter"/>
                <a:cs typeface="Inter"/>
                <a:sym typeface="Inter"/>
              </a:defRPr>
            </a:lvl1pPr>
            <a:lvl2pPr lvl="1" algn="l">
              <a:lnSpc>
                <a:spcPct val="100000"/>
              </a:lnSpc>
              <a:spcBef>
                <a:spcPts val="0"/>
              </a:spcBef>
              <a:spcAft>
                <a:spcPts val="0"/>
              </a:spcAft>
              <a:buSzPts val="1300"/>
              <a:buNone/>
              <a:defRPr b="1" sz="1300"/>
            </a:lvl2pPr>
            <a:lvl3pPr lvl="2" algn="l">
              <a:lnSpc>
                <a:spcPct val="100000"/>
              </a:lnSpc>
              <a:spcBef>
                <a:spcPts val="0"/>
              </a:spcBef>
              <a:spcAft>
                <a:spcPts val="0"/>
              </a:spcAft>
              <a:buSzPts val="1300"/>
              <a:buNone/>
              <a:defRPr b="1" sz="1300"/>
            </a:lvl3pPr>
            <a:lvl4pPr lvl="3" algn="l">
              <a:lnSpc>
                <a:spcPct val="100000"/>
              </a:lnSpc>
              <a:spcBef>
                <a:spcPts val="0"/>
              </a:spcBef>
              <a:spcAft>
                <a:spcPts val="0"/>
              </a:spcAft>
              <a:buSzPts val="1300"/>
              <a:buNone/>
              <a:defRPr b="1" sz="1300"/>
            </a:lvl4pPr>
            <a:lvl5pPr lvl="4" algn="l">
              <a:lnSpc>
                <a:spcPct val="100000"/>
              </a:lnSpc>
              <a:spcBef>
                <a:spcPts val="0"/>
              </a:spcBef>
              <a:spcAft>
                <a:spcPts val="0"/>
              </a:spcAft>
              <a:buSzPts val="1300"/>
              <a:buNone/>
              <a:defRPr b="1" sz="1300"/>
            </a:lvl5pPr>
            <a:lvl6pPr lvl="5" algn="l">
              <a:lnSpc>
                <a:spcPct val="100000"/>
              </a:lnSpc>
              <a:spcBef>
                <a:spcPts val="0"/>
              </a:spcBef>
              <a:spcAft>
                <a:spcPts val="0"/>
              </a:spcAft>
              <a:buSzPts val="1300"/>
              <a:buNone/>
              <a:defRPr b="1" sz="1300"/>
            </a:lvl6pPr>
            <a:lvl7pPr lvl="6" algn="l">
              <a:lnSpc>
                <a:spcPct val="100000"/>
              </a:lnSpc>
              <a:spcBef>
                <a:spcPts val="0"/>
              </a:spcBef>
              <a:spcAft>
                <a:spcPts val="0"/>
              </a:spcAft>
              <a:buSzPts val="1300"/>
              <a:buNone/>
              <a:defRPr b="1" sz="1300"/>
            </a:lvl7pPr>
            <a:lvl8pPr lvl="7" algn="l">
              <a:lnSpc>
                <a:spcPct val="100000"/>
              </a:lnSpc>
              <a:spcBef>
                <a:spcPts val="0"/>
              </a:spcBef>
              <a:spcAft>
                <a:spcPts val="0"/>
              </a:spcAft>
              <a:buSzPts val="1300"/>
              <a:buNone/>
              <a:defRPr b="1" sz="1300"/>
            </a:lvl8pPr>
            <a:lvl9pPr lvl="8" algn="l">
              <a:lnSpc>
                <a:spcPct val="100000"/>
              </a:lnSpc>
              <a:spcBef>
                <a:spcPts val="0"/>
              </a:spcBef>
              <a:spcAft>
                <a:spcPts val="0"/>
              </a:spcAft>
              <a:buSzPts val="1300"/>
              <a:buNone/>
              <a:defRPr b="1" sz="1300"/>
            </a:lvl9pPr>
          </a:lstStyle>
          <a:p/>
        </p:txBody>
      </p:sp>
      <p:sp>
        <p:nvSpPr>
          <p:cNvPr id="346" name="Google Shape;346;g2d3c537dc00_0_313"/>
          <p:cNvSpPr txBox="1"/>
          <p:nvPr>
            <p:ph idx="14" type="ctrTitle"/>
          </p:nvPr>
        </p:nvSpPr>
        <p:spPr>
          <a:xfrm>
            <a:off x="6971950" y="2927200"/>
            <a:ext cx="1827600" cy="18369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1300"/>
              <a:buFont typeface="Inter"/>
              <a:buNone/>
              <a:defRPr sz="1300">
                <a:latin typeface="Inter"/>
                <a:ea typeface="Inter"/>
                <a:cs typeface="Inter"/>
                <a:sym typeface="Inter"/>
              </a:defRPr>
            </a:lvl2pPr>
            <a:lvl3pPr lvl="2" algn="l">
              <a:lnSpc>
                <a:spcPct val="100000"/>
              </a:lnSpc>
              <a:spcBef>
                <a:spcPts val="0"/>
              </a:spcBef>
              <a:spcAft>
                <a:spcPts val="0"/>
              </a:spcAft>
              <a:buSzPts val="1300"/>
              <a:buFont typeface="Inter"/>
              <a:buNone/>
              <a:defRPr sz="1300">
                <a:latin typeface="Inter"/>
                <a:ea typeface="Inter"/>
                <a:cs typeface="Inter"/>
                <a:sym typeface="Inter"/>
              </a:defRPr>
            </a:lvl3pPr>
            <a:lvl4pPr lvl="3" algn="l">
              <a:lnSpc>
                <a:spcPct val="100000"/>
              </a:lnSpc>
              <a:spcBef>
                <a:spcPts val="0"/>
              </a:spcBef>
              <a:spcAft>
                <a:spcPts val="0"/>
              </a:spcAft>
              <a:buSzPts val="1300"/>
              <a:buFont typeface="Inter"/>
              <a:buNone/>
              <a:defRPr sz="1300">
                <a:latin typeface="Inter"/>
                <a:ea typeface="Inter"/>
                <a:cs typeface="Inter"/>
                <a:sym typeface="Inter"/>
              </a:defRPr>
            </a:lvl4pPr>
            <a:lvl5pPr lvl="4" algn="l">
              <a:lnSpc>
                <a:spcPct val="100000"/>
              </a:lnSpc>
              <a:spcBef>
                <a:spcPts val="0"/>
              </a:spcBef>
              <a:spcAft>
                <a:spcPts val="0"/>
              </a:spcAft>
              <a:buSzPts val="1300"/>
              <a:buFont typeface="Inter"/>
              <a:buNone/>
              <a:defRPr sz="1300">
                <a:latin typeface="Inter"/>
                <a:ea typeface="Inter"/>
                <a:cs typeface="Inter"/>
                <a:sym typeface="Inter"/>
              </a:defRPr>
            </a:lvl5pPr>
            <a:lvl6pPr lvl="5" algn="l">
              <a:lnSpc>
                <a:spcPct val="100000"/>
              </a:lnSpc>
              <a:spcBef>
                <a:spcPts val="0"/>
              </a:spcBef>
              <a:spcAft>
                <a:spcPts val="0"/>
              </a:spcAft>
              <a:buSzPts val="1300"/>
              <a:buFont typeface="Inter"/>
              <a:buNone/>
              <a:defRPr sz="1300">
                <a:latin typeface="Inter"/>
                <a:ea typeface="Inter"/>
                <a:cs typeface="Inter"/>
                <a:sym typeface="Inter"/>
              </a:defRPr>
            </a:lvl6pPr>
            <a:lvl7pPr lvl="6" algn="l">
              <a:lnSpc>
                <a:spcPct val="100000"/>
              </a:lnSpc>
              <a:spcBef>
                <a:spcPts val="0"/>
              </a:spcBef>
              <a:spcAft>
                <a:spcPts val="0"/>
              </a:spcAft>
              <a:buSzPts val="1300"/>
              <a:buFont typeface="Inter"/>
              <a:buNone/>
              <a:defRPr sz="1300">
                <a:latin typeface="Inter"/>
                <a:ea typeface="Inter"/>
                <a:cs typeface="Inter"/>
                <a:sym typeface="Inter"/>
              </a:defRPr>
            </a:lvl7pPr>
            <a:lvl8pPr lvl="7" algn="l">
              <a:lnSpc>
                <a:spcPct val="100000"/>
              </a:lnSpc>
              <a:spcBef>
                <a:spcPts val="0"/>
              </a:spcBef>
              <a:spcAft>
                <a:spcPts val="0"/>
              </a:spcAft>
              <a:buSzPts val="1300"/>
              <a:buFont typeface="Inter"/>
              <a:buNone/>
              <a:defRPr sz="1300">
                <a:latin typeface="Inter"/>
                <a:ea typeface="Inter"/>
                <a:cs typeface="Inter"/>
                <a:sym typeface="Inter"/>
              </a:defRPr>
            </a:lvl8pPr>
            <a:lvl9pPr lvl="8" algn="l">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347" name="Google Shape;347;g2d3c537dc00_0_313"/>
          <p:cNvSpPr/>
          <p:nvPr/>
        </p:nvSpPr>
        <p:spPr>
          <a:xfrm rot="5400000">
            <a:off x="2236200" y="1881575"/>
            <a:ext cx="201300" cy="1227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g2d3c537dc00_0_313"/>
          <p:cNvSpPr/>
          <p:nvPr/>
        </p:nvSpPr>
        <p:spPr>
          <a:xfrm rot="5400000">
            <a:off x="4449375" y="1881425"/>
            <a:ext cx="201300" cy="123000"/>
          </a:xfrm>
          <a:prstGeom prst="triangl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g2d3c537dc00_0_313"/>
          <p:cNvSpPr/>
          <p:nvPr/>
        </p:nvSpPr>
        <p:spPr>
          <a:xfrm rot="5400000">
            <a:off x="6662250" y="1880900"/>
            <a:ext cx="201300" cy="123900"/>
          </a:xfrm>
          <a:prstGeom prst="triangle">
            <a:avLst>
              <a:gd fmla="val 50000"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g2d3c537dc00_0_313"/>
          <p:cNvSpPr/>
          <p:nvPr/>
        </p:nvSpPr>
        <p:spPr>
          <a:xfrm rot="5400000">
            <a:off x="8875725" y="1881050"/>
            <a:ext cx="201300" cy="123600"/>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extLst>
    <p:ext uri="{DCECCB84-F9BA-43D5-87BE-67443E8EF086}">
      <p15:sldGuideLst>
        <p15:guide id="1" orient="horz" pos="732">
          <p15:clr>
            <a:srgbClr val="E46962"/>
          </p15:clr>
        </p15:guide>
      </p15:sldGuideLst>
    </p:ext>
  </p:extLs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Layout 2 - Sales">
  <p:cSld name="CUSTOM_4_1_1_2_1">
    <p:bg>
      <p:bgPr>
        <a:solidFill>
          <a:schemeClr val="accent3"/>
        </a:solidFill>
      </p:bgPr>
    </p:bg>
    <p:spTree>
      <p:nvGrpSpPr>
        <p:cNvPr id="351" name="Shape 351"/>
        <p:cNvGrpSpPr/>
        <p:nvPr/>
      </p:nvGrpSpPr>
      <p:grpSpPr>
        <a:xfrm>
          <a:off x="0" y="0"/>
          <a:ext cx="0" cy="0"/>
          <a:chOff x="0" y="0"/>
          <a:chExt cx="0" cy="0"/>
        </a:xfrm>
      </p:grpSpPr>
      <p:sp>
        <p:nvSpPr>
          <p:cNvPr id="352" name="Google Shape;352;g2d3c537dc00_0_338"/>
          <p:cNvSpPr txBox="1"/>
          <p:nvPr>
            <p:ph type="ctrTitle"/>
          </p:nvPr>
        </p:nvSpPr>
        <p:spPr>
          <a:xfrm>
            <a:off x="228600" y="228600"/>
            <a:ext cx="8686800" cy="3084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3100"/>
              <a:buFont typeface="Inter"/>
              <a:buNone/>
              <a:defRPr b="1" sz="31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353" name="Google Shape;353;g2d3c537dc00_0_338"/>
          <p:cNvSpPr txBox="1"/>
          <p:nvPr>
            <p:ph idx="2" type="ctrTitle"/>
          </p:nvPr>
        </p:nvSpPr>
        <p:spPr>
          <a:xfrm>
            <a:off x="228600" y="700450"/>
            <a:ext cx="8686800" cy="3543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300"/>
              <a:buNone/>
              <a:defRPr sz="1300">
                <a:solidFill>
                  <a:schemeClr val="accent2"/>
                </a:solidFill>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354" name="Google Shape;354;g2d3c537dc00_0_338"/>
          <p:cNvSpPr/>
          <p:nvPr/>
        </p:nvSpPr>
        <p:spPr>
          <a:xfrm>
            <a:off x="228600" y="1842050"/>
            <a:ext cx="2047500" cy="2016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g2d3c537dc00_0_338"/>
          <p:cNvSpPr txBox="1"/>
          <p:nvPr>
            <p:ph idx="3" type="ctrTitle"/>
          </p:nvPr>
        </p:nvSpPr>
        <p:spPr>
          <a:xfrm>
            <a:off x="325025" y="1162575"/>
            <a:ext cx="3233100" cy="326700"/>
          </a:xfrm>
          <a:prstGeom prst="rect">
            <a:avLst/>
          </a:prstGeom>
          <a:noFill/>
          <a:ln>
            <a:noFill/>
          </a:ln>
        </p:spPr>
        <p:txBody>
          <a:bodyPr anchorCtr="0" anchor="ctr" bIns="0" lIns="0" spcFirstLastPara="1" rIns="0" wrap="square" tIns="0">
            <a:noAutofit/>
          </a:bodyPr>
          <a:lstStyle>
            <a:lvl1pPr lvl="0" algn="l">
              <a:lnSpc>
                <a:spcPct val="85000"/>
              </a:lnSpc>
              <a:spcBef>
                <a:spcPts val="0"/>
              </a:spcBef>
              <a:spcAft>
                <a:spcPts val="0"/>
              </a:spcAft>
              <a:buClr>
                <a:schemeClr val="accent2"/>
              </a:buClr>
              <a:buSzPts val="1300"/>
              <a:buNone/>
              <a:defRPr sz="1300">
                <a:solidFill>
                  <a:schemeClr val="accent2"/>
                </a:solidFill>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356" name="Google Shape;356;g2d3c537dc00_0_338"/>
          <p:cNvSpPr/>
          <p:nvPr/>
        </p:nvSpPr>
        <p:spPr>
          <a:xfrm>
            <a:off x="228600" y="1162575"/>
            <a:ext cx="3329400" cy="3267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g2d3c537dc00_0_338"/>
          <p:cNvSpPr txBox="1"/>
          <p:nvPr>
            <p:ph idx="4" type="ctrTitle"/>
          </p:nvPr>
        </p:nvSpPr>
        <p:spPr>
          <a:xfrm>
            <a:off x="332801" y="2384475"/>
            <a:ext cx="1827600" cy="3543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300"/>
              <a:buFont typeface="Inter"/>
              <a:buNone/>
              <a:defRPr b="1" sz="1300">
                <a:solidFill>
                  <a:schemeClr val="accent2"/>
                </a:solidFill>
                <a:latin typeface="Inter"/>
                <a:ea typeface="Inter"/>
                <a:cs typeface="Inter"/>
                <a:sym typeface="Inter"/>
              </a:defRPr>
            </a:lvl1pPr>
            <a:lvl2pPr lvl="1" algn="l">
              <a:lnSpc>
                <a:spcPct val="100000"/>
              </a:lnSpc>
              <a:spcBef>
                <a:spcPts val="0"/>
              </a:spcBef>
              <a:spcAft>
                <a:spcPts val="0"/>
              </a:spcAft>
              <a:buSzPts val="1300"/>
              <a:buNone/>
              <a:defRPr b="1" sz="1300"/>
            </a:lvl2pPr>
            <a:lvl3pPr lvl="2" algn="l">
              <a:lnSpc>
                <a:spcPct val="100000"/>
              </a:lnSpc>
              <a:spcBef>
                <a:spcPts val="0"/>
              </a:spcBef>
              <a:spcAft>
                <a:spcPts val="0"/>
              </a:spcAft>
              <a:buSzPts val="1300"/>
              <a:buNone/>
              <a:defRPr b="1" sz="1300"/>
            </a:lvl3pPr>
            <a:lvl4pPr lvl="3" algn="l">
              <a:lnSpc>
                <a:spcPct val="100000"/>
              </a:lnSpc>
              <a:spcBef>
                <a:spcPts val="0"/>
              </a:spcBef>
              <a:spcAft>
                <a:spcPts val="0"/>
              </a:spcAft>
              <a:buSzPts val="1300"/>
              <a:buNone/>
              <a:defRPr b="1" sz="1300"/>
            </a:lvl4pPr>
            <a:lvl5pPr lvl="4" algn="l">
              <a:lnSpc>
                <a:spcPct val="100000"/>
              </a:lnSpc>
              <a:spcBef>
                <a:spcPts val="0"/>
              </a:spcBef>
              <a:spcAft>
                <a:spcPts val="0"/>
              </a:spcAft>
              <a:buSzPts val="1300"/>
              <a:buNone/>
              <a:defRPr b="1" sz="1300"/>
            </a:lvl5pPr>
            <a:lvl6pPr lvl="5" algn="l">
              <a:lnSpc>
                <a:spcPct val="100000"/>
              </a:lnSpc>
              <a:spcBef>
                <a:spcPts val="0"/>
              </a:spcBef>
              <a:spcAft>
                <a:spcPts val="0"/>
              </a:spcAft>
              <a:buSzPts val="1300"/>
              <a:buNone/>
              <a:defRPr b="1" sz="1300"/>
            </a:lvl6pPr>
            <a:lvl7pPr lvl="6" algn="l">
              <a:lnSpc>
                <a:spcPct val="100000"/>
              </a:lnSpc>
              <a:spcBef>
                <a:spcPts val="0"/>
              </a:spcBef>
              <a:spcAft>
                <a:spcPts val="0"/>
              </a:spcAft>
              <a:buSzPts val="1300"/>
              <a:buNone/>
              <a:defRPr b="1" sz="1300"/>
            </a:lvl7pPr>
            <a:lvl8pPr lvl="7" algn="l">
              <a:lnSpc>
                <a:spcPct val="100000"/>
              </a:lnSpc>
              <a:spcBef>
                <a:spcPts val="0"/>
              </a:spcBef>
              <a:spcAft>
                <a:spcPts val="0"/>
              </a:spcAft>
              <a:buSzPts val="1300"/>
              <a:buNone/>
              <a:defRPr b="1" sz="1300"/>
            </a:lvl8pPr>
            <a:lvl9pPr lvl="8" algn="l">
              <a:lnSpc>
                <a:spcPct val="100000"/>
              </a:lnSpc>
              <a:spcBef>
                <a:spcPts val="0"/>
              </a:spcBef>
              <a:spcAft>
                <a:spcPts val="0"/>
              </a:spcAft>
              <a:buSzPts val="1300"/>
              <a:buNone/>
              <a:defRPr b="1" sz="1300"/>
            </a:lvl9pPr>
          </a:lstStyle>
          <a:p/>
        </p:txBody>
      </p:sp>
      <p:sp>
        <p:nvSpPr>
          <p:cNvPr id="358" name="Google Shape;358;g2d3c537dc00_0_338"/>
          <p:cNvSpPr txBox="1"/>
          <p:nvPr>
            <p:ph idx="5" type="ctrTitle"/>
          </p:nvPr>
        </p:nvSpPr>
        <p:spPr>
          <a:xfrm>
            <a:off x="332800" y="2927200"/>
            <a:ext cx="1827600" cy="18369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1300"/>
              <a:buFont typeface="Inter"/>
              <a:buNone/>
              <a:defRPr sz="1300">
                <a:latin typeface="Inter"/>
                <a:ea typeface="Inter"/>
                <a:cs typeface="Inter"/>
                <a:sym typeface="Inter"/>
              </a:defRPr>
            </a:lvl2pPr>
            <a:lvl3pPr lvl="2" algn="l">
              <a:lnSpc>
                <a:spcPct val="100000"/>
              </a:lnSpc>
              <a:spcBef>
                <a:spcPts val="0"/>
              </a:spcBef>
              <a:spcAft>
                <a:spcPts val="0"/>
              </a:spcAft>
              <a:buSzPts val="1300"/>
              <a:buFont typeface="Inter"/>
              <a:buNone/>
              <a:defRPr sz="1300">
                <a:latin typeface="Inter"/>
                <a:ea typeface="Inter"/>
                <a:cs typeface="Inter"/>
                <a:sym typeface="Inter"/>
              </a:defRPr>
            </a:lvl3pPr>
            <a:lvl4pPr lvl="3" algn="l">
              <a:lnSpc>
                <a:spcPct val="100000"/>
              </a:lnSpc>
              <a:spcBef>
                <a:spcPts val="0"/>
              </a:spcBef>
              <a:spcAft>
                <a:spcPts val="0"/>
              </a:spcAft>
              <a:buSzPts val="1300"/>
              <a:buFont typeface="Inter"/>
              <a:buNone/>
              <a:defRPr sz="1300">
                <a:latin typeface="Inter"/>
                <a:ea typeface="Inter"/>
                <a:cs typeface="Inter"/>
                <a:sym typeface="Inter"/>
              </a:defRPr>
            </a:lvl4pPr>
            <a:lvl5pPr lvl="4" algn="l">
              <a:lnSpc>
                <a:spcPct val="100000"/>
              </a:lnSpc>
              <a:spcBef>
                <a:spcPts val="0"/>
              </a:spcBef>
              <a:spcAft>
                <a:spcPts val="0"/>
              </a:spcAft>
              <a:buSzPts val="1300"/>
              <a:buFont typeface="Inter"/>
              <a:buNone/>
              <a:defRPr sz="1300">
                <a:latin typeface="Inter"/>
                <a:ea typeface="Inter"/>
                <a:cs typeface="Inter"/>
                <a:sym typeface="Inter"/>
              </a:defRPr>
            </a:lvl5pPr>
            <a:lvl6pPr lvl="5" algn="l">
              <a:lnSpc>
                <a:spcPct val="100000"/>
              </a:lnSpc>
              <a:spcBef>
                <a:spcPts val="0"/>
              </a:spcBef>
              <a:spcAft>
                <a:spcPts val="0"/>
              </a:spcAft>
              <a:buSzPts val="1300"/>
              <a:buFont typeface="Inter"/>
              <a:buNone/>
              <a:defRPr sz="1300">
                <a:latin typeface="Inter"/>
                <a:ea typeface="Inter"/>
                <a:cs typeface="Inter"/>
                <a:sym typeface="Inter"/>
              </a:defRPr>
            </a:lvl6pPr>
            <a:lvl7pPr lvl="6" algn="l">
              <a:lnSpc>
                <a:spcPct val="100000"/>
              </a:lnSpc>
              <a:spcBef>
                <a:spcPts val="0"/>
              </a:spcBef>
              <a:spcAft>
                <a:spcPts val="0"/>
              </a:spcAft>
              <a:buSzPts val="1300"/>
              <a:buFont typeface="Inter"/>
              <a:buNone/>
              <a:defRPr sz="1300">
                <a:latin typeface="Inter"/>
                <a:ea typeface="Inter"/>
                <a:cs typeface="Inter"/>
                <a:sym typeface="Inter"/>
              </a:defRPr>
            </a:lvl7pPr>
            <a:lvl8pPr lvl="7" algn="l">
              <a:lnSpc>
                <a:spcPct val="100000"/>
              </a:lnSpc>
              <a:spcBef>
                <a:spcPts val="0"/>
              </a:spcBef>
              <a:spcAft>
                <a:spcPts val="0"/>
              </a:spcAft>
              <a:buSzPts val="1300"/>
              <a:buFont typeface="Inter"/>
              <a:buNone/>
              <a:defRPr sz="1300">
                <a:latin typeface="Inter"/>
                <a:ea typeface="Inter"/>
                <a:cs typeface="Inter"/>
                <a:sym typeface="Inter"/>
              </a:defRPr>
            </a:lvl8pPr>
            <a:lvl9pPr lvl="8" algn="l">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359" name="Google Shape;359;g2d3c537dc00_0_338"/>
          <p:cNvSpPr/>
          <p:nvPr/>
        </p:nvSpPr>
        <p:spPr>
          <a:xfrm>
            <a:off x="2275500" y="1842050"/>
            <a:ext cx="2213700" cy="2016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g2d3c537dc00_0_338"/>
          <p:cNvSpPr/>
          <p:nvPr/>
        </p:nvSpPr>
        <p:spPr>
          <a:xfrm>
            <a:off x="4488500" y="1842050"/>
            <a:ext cx="2213700" cy="2016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g2d3c537dc00_0_338"/>
          <p:cNvSpPr/>
          <p:nvPr/>
        </p:nvSpPr>
        <p:spPr>
          <a:xfrm>
            <a:off x="6701550" y="1842050"/>
            <a:ext cx="2213700" cy="2016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g2d3c537dc00_0_338"/>
          <p:cNvSpPr txBox="1"/>
          <p:nvPr>
            <p:ph idx="6" type="ctrTitle"/>
          </p:nvPr>
        </p:nvSpPr>
        <p:spPr>
          <a:xfrm>
            <a:off x="2545851" y="2384475"/>
            <a:ext cx="1827600" cy="3543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300"/>
              <a:buFont typeface="Inter"/>
              <a:buNone/>
              <a:defRPr b="1" sz="1300">
                <a:solidFill>
                  <a:schemeClr val="accent2"/>
                </a:solidFill>
                <a:latin typeface="Inter"/>
                <a:ea typeface="Inter"/>
                <a:cs typeface="Inter"/>
                <a:sym typeface="Inter"/>
              </a:defRPr>
            </a:lvl1pPr>
            <a:lvl2pPr lvl="1" algn="l">
              <a:lnSpc>
                <a:spcPct val="100000"/>
              </a:lnSpc>
              <a:spcBef>
                <a:spcPts val="0"/>
              </a:spcBef>
              <a:spcAft>
                <a:spcPts val="0"/>
              </a:spcAft>
              <a:buSzPts val="1300"/>
              <a:buNone/>
              <a:defRPr b="1" sz="1300"/>
            </a:lvl2pPr>
            <a:lvl3pPr lvl="2" algn="l">
              <a:lnSpc>
                <a:spcPct val="100000"/>
              </a:lnSpc>
              <a:spcBef>
                <a:spcPts val="0"/>
              </a:spcBef>
              <a:spcAft>
                <a:spcPts val="0"/>
              </a:spcAft>
              <a:buSzPts val="1300"/>
              <a:buNone/>
              <a:defRPr b="1" sz="1300"/>
            </a:lvl3pPr>
            <a:lvl4pPr lvl="3" algn="l">
              <a:lnSpc>
                <a:spcPct val="100000"/>
              </a:lnSpc>
              <a:spcBef>
                <a:spcPts val="0"/>
              </a:spcBef>
              <a:spcAft>
                <a:spcPts val="0"/>
              </a:spcAft>
              <a:buSzPts val="1300"/>
              <a:buNone/>
              <a:defRPr b="1" sz="1300"/>
            </a:lvl4pPr>
            <a:lvl5pPr lvl="4" algn="l">
              <a:lnSpc>
                <a:spcPct val="100000"/>
              </a:lnSpc>
              <a:spcBef>
                <a:spcPts val="0"/>
              </a:spcBef>
              <a:spcAft>
                <a:spcPts val="0"/>
              </a:spcAft>
              <a:buSzPts val="1300"/>
              <a:buNone/>
              <a:defRPr b="1" sz="1300"/>
            </a:lvl5pPr>
            <a:lvl6pPr lvl="5" algn="l">
              <a:lnSpc>
                <a:spcPct val="100000"/>
              </a:lnSpc>
              <a:spcBef>
                <a:spcPts val="0"/>
              </a:spcBef>
              <a:spcAft>
                <a:spcPts val="0"/>
              </a:spcAft>
              <a:buSzPts val="1300"/>
              <a:buNone/>
              <a:defRPr b="1" sz="1300"/>
            </a:lvl6pPr>
            <a:lvl7pPr lvl="6" algn="l">
              <a:lnSpc>
                <a:spcPct val="100000"/>
              </a:lnSpc>
              <a:spcBef>
                <a:spcPts val="0"/>
              </a:spcBef>
              <a:spcAft>
                <a:spcPts val="0"/>
              </a:spcAft>
              <a:buSzPts val="1300"/>
              <a:buNone/>
              <a:defRPr b="1" sz="1300"/>
            </a:lvl7pPr>
            <a:lvl8pPr lvl="7" algn="l">
              <a:lnSpc>
                <a:spcPct val="100000"/>
              </a:lnSpc>
              <a:spcBef>
                <a:spcPts val="0"/>
              </a:spcBef>
              <a:spcAft>
                <a:spcPts val="0"/>
              </a:spcAft>
              <a:buSzPts val="1300"/>
              <a:buNone/>
              <a:defRPr b="1" sz="1300"/>
            </a:lvl8pPr>
            <a:lvl9pPr lvl="8" algn="l">
              <a:lnSpc>
                <a:spcPct val="100000"/>
              </a:lnSpc>
              <a:spcBef>
                <a:spcPts val="0"/>
              </a:spcBef>
              <a:spcAft>
                <a:spcPts val="0"/>
              </a:spcAft>
              <a:buSzPts val="1300"/>
              <a:buNone/>
              <a:defRPr b="1" sz="1300"/>
            </a:lvl9pPr>
          </a:lstStyle>
          <a:p/>
        </p:txBody>
      </p:sp>
      <p:sp>
        <p:nvSpPr>
          <p:cNvPr id="363" name="Google Shape;363;g2d3c537dc00_0_338"/>
          <p:cNvSpPr txBox="1"/>
          <p:nvPr>
            <p:ph idx="7" type="ctrTitle"/>
          </p:nvPr>
        </p:nvSpPr>
        <p:spPr>
          <a:xfrm>
            <a:off x="2545850" y="2927200"/>
            <a:ext cx="1827600" cy="18369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1300"/>
              <a:buFont typeface="Inter"/>
              <a:buNone/>
              <a:defRPr sz="1300">
                <a:latin typeface="Inter"/>
                <a:ea typeface="Inter"/>
                <a:cs typeface="Inter"/>
                <a:sym typeface="Inter"/>
              </a:defRPr>
            </a:lvl2pPr>
            <a:lvl3pPr lvl="2" algn="l">
              <a:lnSpc>
                <a:spcPct val="100000"/>
              </a:lnSpc>
              <a:spcBef>
                <a:spcPts val="0"/>
              </a:spcBef>
              <a:spcAft>
                <a:spcPts val="0"/>
              </a:spcAft>
              <a:buSzPts val="1300"/>
              <a:buFont typeface="Inter"/>
              <a:buNone/>
              <a:defRPr sz="1300">
                <a:latin typeface="Inter"/>
                <a:ea typeface="Inter"/>
                <a:cs typeface="Inter"/>
                <a:sym typeface="Inter"/>
              </a:defRPr>
            </a:lvl3pPr>
            <a:lvl4pPr lvl="3" algn="l">
              <a:lnSpc>
                <a:spcPct val="100000"/>
              </a:lnSpc>
              <a:spcBef>
                <a:spcPts val="0"/>
              </a:spcBef>
              <a:spcAft>
                <a:spcPts val="0"/>
              </a:spcAft>
              <a:buSzPts val="1300"/>
              <a:buFont typeface="Inter"/>
              <a:buNone/>
              <a:defRPr sz="1300">
                <a:latin typeface="Inter"/>
                <a:ea typeface="Inter"/>
                <a:cs typeface="Inter"/>
                <a:sym typeface="Inter"/>
              </a:defRPr>
            </a:lvl4pPr>
            <a:lvl5pPr lvl="4" algn="l">
              <a:lnSpc>
                <a:spcPct val="100000"/>
              </a:lnSpc>
              <a:spcBef>
                <a:spcPts val="0"/>
              </a:spcBef>
              <a:spcAft>
                <a:spcPts val="0"/>
              </a:spcAft>
              <a:buSzPts val="1300"/>
              <a:buFont typeface="Inter"/>
              <a:buNone/>
              <a:defRPr sz="1300">
                <a:latin typeface="Inter"/>
                <a:ea typeface="Inter"/>
                <a:cs typeface="Inter"/>
                <a:sym typeface="Inter"/>
              </a:defRPr>
            </a:lvl5pPr>
            <a:lvl6pPr lvl="5" algn="l">
              <a:lnSpc>
                <a:spcPct val="100000"/>
              </a:lnSpc>
              <a:spcBef>
                <a:spcPts val="0"/>
              </a:spcBef>
              <a:spcAft>
                <a:spcPts val="0"/>
              </a:spcAft>
              <a:buSzPts val="1300"/>
              <a:buFont typeface="Inter"/>
              <a:buNone/>
              <a:defRPr sz="1300">
                <a:latin typeface="Inter"/>
                <a:ea typeface="Inter"/>
                <a:cs typeface="Inter"/>
                <a:sym typeface="Inter"/>
              </a:defRPr>
            </a:lvl6pPr>
            <a:lvl7pPr lvl="6" algn="l">
              <a:lnSpc>
                <a:spcPct val="100000"/>
              </a:lnSpc>
              <a:spcBef>
                <a:spcPts val="0"/>
              </a:spcBef>
              <a:spcAft>
                <a:spcPts val="0"/>
              </a:spcAft>
              <a:buSzPts val="1300"/>
              <a:buFont typeface="Inter"/>
              <a:buNone/>
              <a:defRPr sz="1300">
                <a:latin typeface="Inter"/>
                <a:ea typeface="Inter"/>
                <a:cs typeface="Inter"/>
                <a:sym typeface="Inter"/>
              </a:defRPr>
            </a:lvl7pPr>
            <a:lvl8pPr lvl="7" algn="l">
              <a:lnSpc>
                <a:spcPct val="100000"/>
              </a:lnSpc>
              <a:spcBef>
                <a:spcPts val="0"/>
              </a:spcBef>
              <a:spcAft>
                <a:spcPts val="0"/>
              </a:spcAft>
              <a:buSzPts val="1300"/>
              <a:buFont typeface="Inter"/>
              <a:buNone/>
              <a:defRPr sz="1300">
                <a:latin typeface="Inter"/>
                <a:ea typeface="Inter"/>
                <a:cs typeface="Inter"/>
                <a:sym typeface="Inter"/>
              </a:defRPr>
            </a:lvl8pPr>
            <a:lvl9pPr lvl="8" algn="l">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364" name="Google Shape;364;g2d3c537dc00_0_338"/>
          <p:cNvSpPr txBox="1"/>
          <p:nvPr>
            <p:ph idx="8" type="ctrTitle"/>
          </p:nvPr>
        </p:nvSpPr>
        <p:spPr>
          <a:xfrm>
            <a:off x="4758901" y="2384475"/>
            <a:ext cx="1827600" cy="3543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300"/>
              <a:buFont typeface="Inter"/>
              <a:buNone/>
              <a:defRPr b="1" sz="1300">
                <a:solidFill>
                  <a:schemeClr val="accent2"/>
                </a:solidFill>
                <a:latin typeface="Inter"/>
                <a:ea typeface="Inter"/>
                <a:cs typeface="Inter"/>
                <a:sym typeface="Inter"/>
              </a:defRPr>
            </a:lvl1pPr>
            <a:lvl2pPr lvl="1" algn="l">
              <a:lnSpc>
                <a:spcPct val="100000"/>
              </a:lnSpc>
              <a:spcBef>
                <a:spcPts val="0"/>
              </a:spcBef>
              <a:spcAft>
                <a:spcPts val="0"/>
              </a:spcAft>
              <a:buSzPts val="1300"/>
              <a:buNone/>
              <a:defRPr b="1" sz="1300"/>
            </a:lvl2pPr>
            <a:lvl3pPr lvl="2" algn="l">
              <a:lnSpc>
                <a:spcPct val="100000"/>
              </a:lnSpc>
              <a:spcBef>
                <a:spcPts val="0"/>
              </a:spcBef>
              <a:spcAft>
                <a:spcPts val="0"/>
              </a:spcAft>
              <a:buSzPts val="1300"/>
              <a:buNone/>
              <a:defRPr b="1" sz="1300"/>
            </a:lvl3pPr>
            <a:lvl4pPr lvl="3" algn="l">
              <a:lnSpc>
                <a:spcPct val="100000"/>
              </a:lnSpc>
              <a:spcBef>
                <a:spcPts val="0"/>
              </a:spcBef>
              <a:spcAft>
                <a:spcPts val="0"/>
              </a:spcAft>
              <a:buSzPts val="1300"/>
              <a:buNone/>
              <a:defRPr b="1" sz="1300"/>
            </a:lvl4pPr>
            <a:lvl5pPr lvl="4" algn="l">
              <a:lnSpc>
                <a:spcPct val="100000"/>
              </a:lnSpc>
              <a:spcBef>
                <a:spcPts val="0"/>
              </a:spcBef>
              <a:spcAft>
                <a:spcPts val="0"/>
              </a:spcAft>
              <a:buSzPts val="1300"/>
              <a:buNone/>
              <a:defRPr b="1" sz="1300"/>
            </a:lvl5pPr>
            <a:lvl6pPr lvl="5" algn="l">
              <a:lnSpc>
                <a:spcPct val="100000"/>
              </a:lnSpc>
              <a:spcBef>
                <a:spcPts val="0"/>
              </a:spcBef>
              <a:spcAft>
                <a:spcPts val="0"/>
              </a:spcAft>
              <a:buSzPts val="1300"/>
              <a:buNone/>
              <a:defRPr b="1" sz="1300"/>
            </a:lvl6pPr>
            <a:lvl7pPr lvl="6" algn="l">
              <a:lnSpc>
                <a:spcPct val="100000"/>
              </a:lnSpc>
              <a:spcBef>
                <a:spcPts val="0"/>
              </a:spcBef>
              <a:spcAft>
                <a:spcPts val="0"/>
              </a:spcAft>
              <a:buSzPts val="1300"/>
              <a:buNone/>
              <a:defRPr b="1" sz="1300"/>
            </a:lvl7pPr>
            <a:lvl8pPr lvl="7" algn="l">
              <a:lnSpc>
                <a:spcPct val="100000"/>
              </a:lnSpc>
              <a:spcBef>
                <a:spcPts val="0"/>
              </a:spcBef>
              <a:spcAft>
                <a:spcPts val="0"/>
              </a:spcAft>
              <a:buSzPts val="1300"/>
              <a:buNone/>
              <a:defRPr b="1" sz="1300"/>
            </a:lvl8pPr>
            <a:lvl9pPr lvl="8" algn="l">
              <a:lnSpc>
                <a:spcPct val="100000"/>
              </a:lnSpc>
              <a:spcBef>
                <a:spcPts val="0"/>
              </a:spcBef>
              <a:spcAft>
                <a:spcPts val="0"/>
              </a:spcAft>
              <a:buSzPts val="1300"/>
              <a:buNone/>
              <a:defRPr b="1" sz="1300"/>
            </a:lvl9pPr>
          </a:lstStyle>
          <a:p/>
        </p:txBody>
      </p:sp>
      <p:sp>
        <p:nvSpPr>
          <p:cNvPr id="365" name="Google Shape;365;g2d3c537dc00_0_338"/>
          <p:cNvSpPr txBox="1"/>
          <p:nvPr>
            <p:ph idx="9" type="ctrTitle"/>
          </p:nvPr>
        </p:nvSpPr>
        <p:spPr>
          <a:xfrm>
            <a:off x="4758900" y="2927200"/>
            <a:ext cx="1827600" cy="18369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1300"/>
              <a:buFont typeface="Inter"/>
              <a:buNone/>
              <a:defRPr sz="1300">
                <a:latin typeface="Inter"/>
                <a:ea typeface="Inter"/>
                <a:cs typeface="Inter"/>
                <a:sym typeface="Inter"/>
              </a:defRPr>
            </a:lvl2pPr>
            <a:lvl3pPr lvl="2" algn="l">
              <a:lnSpc>
                <a:spcPct val="100000"/>
              </a:lnSpc>
              <a:spcBef>
                <a:spcPts val="0"/>
              </a:spcBef>
              <a:spcAft>
                <a:spcPts val="0"/>
              </a:spcAft>
              <a:buSzPts val="1300"/>
              <a:buFont typeface="Inter"/>
              <a:buNone/>
              <a:defRPr sz="1300">
                <a:latin typeface="Inter"/>
                <a:ea typeface="Inter"/>
                <a:cs typeface="Inter"/>
                <a:sym typeface="Inter"/>
              </a:defRPr>
            </a:lvl3pPr>
            <a:lvl4pPr lvl="3" algn="l">
              <a:lnSpc>
                <a:spcPct val="100000"/>
              </a:lnSpc>
              <a:spcBef>
                <a:spcPts val="0"/>
              </a:spcBef>
              <a:spcAft>
                <a:spcPts val="0"/>
              </a:spcAft>
              <a:buSzPts val="1300"/>
              <a:buFont typeface="Inter"/>
              <a:buNone/>
              <a:defRPr sz="1300">
                <a:latin typeface="Inter"/>
                <a:ea typeface="Inter"/>
                <a:cs typeface="Inter"/>
                <a:sym typeface="Inter"/>
              </a:defRPr>
            </a:lvl4pPr>
            <a:lvl5pPr lvl="4" algn="l">
              <a:lnSpc>
                <a:spcPct val="100000"/>
              </a:lnSpc>
              <a:spcBef>
                <a:spcPts val="0"/>
              </a:spcBef>
              <a:spcAft>
                <a:spcPts val="0"/>
              </a:spcAft>
              <a:buSzPts val="1300"/>
              <a:buFont typeface="Inter"/>
              <a:buNone/>
              <a:defRPr sz="1300">
                <a:latin typeface="Inter"/>
                <a:ea typeface="Inter"/>
                <a:cs typeface="Inter"/>
                <a:sym typeface="Inter"/>
              </a:defRPr>
            </a:lvl5pPr>
            <a:lvl6pPr lvl="5" algn="l">
              <a:lnSpc>
                <a:spcPct val="100000"/>
              </a:lnSpc>
              <a:spcBef>
                <a:spcPts val="0"/>
              </a:spcBef>
              <a:spcAft>
                <a:spcPts val="0"/>
              </a:spcAft>
              <a:buSzPts val="1300"/>
              <a:buFont typeface="Inter"/>
              <a:buNone/>
              <a:defRPr sz="1300">
                <a:latin typeface="Inter"/>
                <a:ea typeface="Inter"/>
                <a:cs typeface="Inter"/>
                <a:sym typeface="Inter"/>
              </a:defRPr>
            </a:lvl6pPr>
            <a:lvl7pPr lvl="6" algn="l">
              <a:lnSpc>
                <a:spcPct val="100000"/>
              </a:lnSpc>
              <a:spcBef>
                <a:spcPts val="0"/>
              </a:spcBef>
              <a:spcAft>
                <a:spcPts val="0"/>
              </a:spcAft>
              <a:buSzPts val="1300"/>
              <a:buFont typeface="Inter"/>
              <a:buNone/>
              <a:defRPr sz="1300">
                <a:latin typeface="Inter"/>
                <a:ea typeface="Inter"/>
                <a:cs typeface="Inter"/>
                <a:sym typeface="Inter"/>
              </a:defRPr>
            </a:lvl7pPr>
            <a:lvl8pPr lvl="7" algn="l">
              <a:lnSpc>
                <a:spcPct val="100000"/>
              </a:lnSpc>
              <a:spcBef>
                <a:spcPts val="0"/>
              </a:spcBef>
              <a:spcAft>
                <a:spcPts val="0"/>
              </a:spcAft>
              <a:buSzPts val="1300"/>
              <a:buFont typeface="Inter"/>
              <a:buNone/>
              <a:defRPr sz="1300">
                <a:latin typeface="Inter"/>
                <a:ea typeface="Inter"/>
                <a:cs typeface="Inter"/>
                <a:sym typeface="Inter"/>
              </a:defRPr>
            </a:lvl8pPr>
            <a:lvl9pPr lvl="8" algn="l">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366" name="Google Shape;366;g2d3c537dc00_0_338"/>
          <p:cNvSpPr txBox="1"/>
          <p:nvPr>
            <p:ph idx="13" type="ctrTitle"/>
          </p:nvPr>
        </p:nvSpPr>
        <p:spPr>
          <a:xfrm>
            <a:off x="6971951" y="2384475"/>
            <a:ext cx="1827600" cy="3543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300"/>
              <a:buFont typeface="Inter"/>
              <a:buNone/>
              <a:defRPr b="1" sz="1300">
                <a:solidFill>
                  <a:schemeClr val="accent2"/>
                </a:solidFill>
                <a:latin typeface="Inter"/>
                <a:ea typeface="Inter"/>
                <a:cs typeface="Inter"/>
                <a:sym typeface="Inter"/>
              </a:defRPr>
            </a:lvl1pPr>
            <a:lvl2pPr lvl="1" algn="l">
              <a:lnSpc>
                <a:spcPct val="100000"/>
              </a:lnSpc>
              <a:spcBef>
                <a:spcPts val="0"/>
              </a:spcBef>
              <a:spcAft>
                <a:spcPts val="0"/>
              </a:spcAft>
              <a:buSzPts val="1300"/>
              <a:buNone/>
              <a:defRPr b="1" sz="1300"/>
            </a:lvl2pPr>
            <a:lvl3pPr lvl="2" algn="l">
              <a:lnSpc>
                <a:spcPct val="100000"/>
              </a:lnSpc>
              <a:spcBef>
                <a:spcPts val="0"/>
              </a:spcBef>
              <a:spcAft>
                <a:spcPts val="0"/>
              </a:spcAft>
              <a:buSzPts val="1300"/>
              <a:buNone/>
              <a:defRPr b="1" sz="1300"/>
            </a:lvl3pPr>
            <a:lvl4pPr lvl="3" algn="l">
              <a:lnSpc>
                <a:spcPct val="100000"/>
              </a:lnSpc>
              <a:spcBef>
                <a:spcPts val="0"/>
              </a:spcBef>
              <a:spcAft>
                <a:spcPts val="0"/>
              </a:spcAft>
              <a:buSzPts val="1300"/>
              <a:buNone/>
              <a:defRPr b="1" sz="1300"/>
            </a:lvl4pPr>
            <a:lvl5pPr lvl="4" algn="l">
              <a:lnSpc>
                <a:spcPct val="100000"/>
              </a:lnSpc>
              <a:spcBef>
                <a:spcPts val="0"/>
              </a:spcBef>
              <a:spcAft>
                <a:spcPts val="0"/>
              </a:spcAft>
              <a:buSzPts val="1300"/>
              <a:buNone/>
              <a:defRPr b="1" sz="1300"/>
            </a:lvl5pPr>
            <a:lvl6pPr lvl="5" algn="l">
              <a:lnSpc>
                <a:spcPct val="100000"/>
              </a:lnSpc>
              <a:spcBef>
                <a:spcPts val="0"/>
              </a:spcBef>
              <a:spcAft>
                <a:spcPts val="0"/>
              </a:spcAft>
              <a:buSzPts val="1300"/>
              <a:buNone/>
              <a:defRPr b="1" sz="1300"/>
            </a:lvl6pPr>
            <a:lvl7pPr lvl="6" algn="l">
              <a:lnSpc>
                <a:spcPct val="100000"/>
              </a:lnSpc>
              <a:spcBef>
                <a:spcPts val="0"/>
              </a:spcBef>
              <a:spcAft>
                <a:spcPts val="0"/>
              </a:spcAft>
              <a:buSzPts val="1300"/>
              <a:buNone/>
              <a:defRPr b="1" sz="1300"/>
            </a:lvl7pPr>
            <a:lvl8pPr lvl="7" algn="l">
              <a:lnSpc>
                <a:spcPct val="100000"/>
              </a:lnSpc>
              <a:spcBef>
                <a:spcPts val="0"/>
              </a:spcBef>
              <a:spcAft>
                <a:spcPts val="0"/>
              </a:spcAft>
              <a:buSzPts val="1300"/>
              <a:buNone/>
              <a:defRPr b="1" sz="1300"/>
            </a:lvl8pPr>
            <a:lvl9pPr lvl="8" algn="l">
              <a:lnSpc>
                <a:spcPct val="100000"/>
              </a:lnSpc>
              <a:spcBef>
                <a:spcPts val="0"/>
              </a:spcBef>
              <a:spcAft>
                <a:spcPts val="0"/>
              </a:spcAft>
              <a:buSzPts val="1300"/>
              <a:buNone/>
              <a:defRPr b="1" sz="1300"/>
            </a:lvl9pPr>
          </a:lstStyle>
          <a:p/>
        </p:txBody>
      </p:sp>
      <p:sp>
        <p:nvSpPr>
          <p:cNvPr id="367" name="Google Shape;367;g2d3c537dc00_0_338"/>
          <p:cNvSpPr txBox="1"/>
          <p:nvPr>
            <p:ph idx="14" type="ctrTitle"/>
          </p:nvPr>
        </p:nvSpPr>
        <p:spPr>
          <a:xfrm>
            <a:off x="6971950" y="2927200"/>
            <a:ext cx="1827600" cy="18369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1300"/>
              <a:buFont typeface="Inter"/>
              <a:buNone/>
              <a:defRPr sz="1300">
                <a:latin typeface="Inter"/>
                <a:ea typeface="Inter"/>
                <a:cs typeface="Inter"/>
                <a:sym typeface="Inter"/>
              </a:defRPr>
            </a:lvl2pPr>
            <a:lvl3pPr lvl="2" algn="l">
              <a:lnSpc>
                <a:spcPct val="100000"/>
              </a:lnSpc>
              <a:spcBef>
                <a:spcPts val="0"/>
              </a:spcBef>
              <a:spcAft>
                <a:spcPts val="0"/>
              </a:spcAft>
              <a:buSzPts val="1300"/>
              <a:buFont typeface="Inter"/>
              <a:buNone/>
              <a:defRPr sz="1300">
                <a:latin typeface="Inter"/>
                <a:ea typeface="Inter"/>
                <a:cs typeface="Inter"/>
                <a:sym typeface="Inter"/>
              </a:defRPr>
            </a:lvl3pPr>
            <a:lvl4pPr lvl="3" algn="l">
              <a:lnSpc>
                <a:spcPct val="100000"/>
              </a:lnSpc>
              <a:spcBef>
                <a:spcPts val="0"/>
              </a:spcBef>
              <a:spcAft>
                <a:spcPts val="0"/>
              </a:spcAft>
              <a:buSzPts val="1300"/>
              <a:buFont typeface="Inter"/>
              <a:buNone/>
              <a:defRPr sz="1300">
                <a:latin typeface="Inter"/>
                <a:ea typeface="Inter"/>
                <a:cs typeface="Inter"/>
                <a:sym typeface="Inter"/>
              </a:defRPr>
            </a:lvl4pPr>
            <a:lvl5pPr lvl="4" algn="l">
              <a:lnSpc>
                <a:spcPct val="100000"/>
              </a:lnSpc>
              <a:spcBef>
                <a:spcPts val="0"/>
              </a:spcBef>
              <a:spcAft>
                <a:spcPts val="0"/>
              </a:spcAft>
              <a:buSzPts val="1300"/>
              <a:buFont typeface="Inter"/>
              <a:buNone/>
              <a:defRPr sz="1300">
                <a:latin typeface="Inter"/>
                <a:ea typeface="Inter"/>
                <a:cs typeface="Inter"/>
                <a:sym typeface="Inter"/>
              </a:defRPr>
            </a:lvl5pPr>
            <a:lvl6pPr lvl="5" algn="l">
              <a:lnSpc>
                <a:spcPct val="100000"/>
              </a:lnSpc>
              <a:spcBef>
                <a:spcPts val="0"/>
              </a:spcBef>
              <a:spcAft>
                <a:spcPts val="0"/>
              </a:spcAft>
              <a:buSzPts val="1300"/>
              <a:buFont typeface="Inter"/>
              <a:buNone/>
              <a:defRPr sz="1300">
                <a:latin typeface="Inter"/>
                <a:ea typeface="Inter"/>
                <a:cs typeface="Inter"/>
                <a:sym typeface="Inter"/>
              </a:defRPr>
            </a:lvl6pPr>
            <a:lvl7pPr lvl="6" algn="l">
              <a:lnSpc>
                <a:spcPct val="100000"/>
              </a:lnSpc>
              <a:spcBef>
                <a:spcPts val="0"/>
              </a:spcBef>
              <a:spcAft>
                <a:spcPts val="0"/>
              </a:spcAft>
              <a:buSzPts val="1300"/>
              <a:buFont typeface="Inter"/>
              <a:buNone/>
              <a:defRPr sz="1300">
                <a:latin typeface="Inter"/>
                <a:ea typeface="Inter"/>
                <a:cs typeface="Inter"/>
                <a:sym typeface="Inter"/>
              </a:defRPr>
            </a:lvl7pPr>
            <a:lvl8pPr lvl="7" algn="l">
              <a:lnSpc>
                <a:spcPct val="100000"/>
              </a:lnSpc>
              <a:spcBef>
                <a:spcPts val="0"/>
              </a:spcBef>
              <a:spcAft>
                <a:spcPts val="0"/>
              </a:spcAft>
              <a:buSzPts val="1300"/>
              <a:buFont typeface="Inter"/>
              <a:buNone/>
              <a:defRPr sz="1300">
                <a:latin typeface="Inter"/>
                <a:ea typeface="Inter"/>
                <a:cs typeface="Inter"/>
                <a:sym typeface="Inter"/>
              </a:defRPr>
            </a:lvl8pPr>
            <a:lvl9pPr lvl="8" algn="l">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368" name="Google Shape;368;g2d3c537dc00_0_338"/>
          <p:cNvSpPr/>
          <p:nvPr/>
        </p:nvSpPr>
        <p:spPr>
          <a:xfrm rot="5400000">
            <a:off x="2236200" y="1881575"/>
            <a:ext cx="201300" cy="1227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g2d3c537dc00_0_338"/>
          <p:cNvSpPr/>
          <p:nvPr/>
        </p:nvSpPr>
        <p:spPr>
          <a:xfrm rot="5400000">
            <a:off x="4449375" y="1881425"/>
            <a:ext cx="201300" cy="123000"/>
          </a:xfrm>
          <a:prstGeom prst="triangl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g2d3c537dc00_0_338"/>
          <p:cNvSpPr/>
          <p:nvPr/>
        </p:nvSpPr>
        <p:spPr>
          <a:xfrm rot="5400000">
            <a:off x="6662250" y="1880900"/>
            <a:ext cx="201300" cy="123900"/>
          </a:xfrm>
          <a:prstGeom prst="triangle">
            <a:avLst>
              <a:gd fmla="val 50000"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g2d3c537dc00_0_338"/>
          <p:cNvSpPr/>
          <p:nvPr/>
        </p:nvSpPr>
        <p:spPr>
          <a:xfrm rot="5400000">
            <a:off x="8875725" y="1881050"/>
            <a:ext cx="201300" cy="123600"/>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72" name="Google Shape;372;g2d3c537dc00_0_338"/>
          <p:cNvCxnSpPr/>
          <p:nvPr/>
        </p:nvCxnSpPr>
        <p:spPr>
          <a:xfrm>
            <a:off x="2281875" y="2374375"/>
            <a:ext cx="0" cy="2567100"/>
          </a:xfrm>
          <a:prstGeom prst="straightConnector1">
            <a:avLst/>
          </a:prstGeom>
          <a:noFill/>
          <a:ln cap="flat" cmpd="sng" w="9525">
            <a:solidFill>
              <a:schemeClr val="dk2"/>
            </a:solidFill>
            <a:prstDash val="solid"/>
            <a:round/>
            <a:headEnd len="sm" w="sm" type="none"/>
            <a:tailEnd len="sm" w="sm" type="none"/>
          </a:ln>
        </p:spPr>
      </p:cxnSp>
      <p:cxnSp>
        <p:nvCxnSpPr>
          <p:cNvPr id="373" name="Google Shape;373;g2d3c537dc00_0_338"/>
          <p:cNvCxnSpPr/>
          <p:nvPr/>
        </p:nvCxnSpPr>
        <p:spPr>
          <a:xfrm>
            <a:off x="4512900" y="2374375"/>
            <a:ext cx="0" cy="2567100"/>
          </a:xfrm>
          <a:prstGeom prst="straightConnector1">
            <a:avLst/>
          </a:prstGeom>
          <a:noFill/>
          <a:ln cap="flat" cmpd="sng" w="9525">
            <a:solidFill>
              <a:schemeClr val="dk2"/>
            </a:solidFill>
            <a:prstDash val="solid"/>
            <a:round/>
            <a:headEnd len="sm" w="sm" type="none"/>
            <a:tailEnd len="sm" w="sm" type="none"/>
          </a:ln>
        </p:spPr>
      </p:cxnSp>
      <p:cxnSp>
        <p:nvCxnSpPr>
          <p:cNvPr id="374" name="Google Shape;374;g2d3c537dc00_0_338"/>
          <p:cNvCxnSpPr/>
          <p:nvPr/>
        </p:nvCxnSpPr>
        <p:spPr>
          <a:xfrm>
            <a:off x="6706600" y="2374375"/>
            <a:ext cx="0" cy="2567100"/>
          </a:xfrm>
          <a:prstGeom prst="straightConnector1">
            <a:avLst/>
          </a:prstGeom>
          <a:noFill/>
          <a:ln cap="flat" cmpd="sng" w="9525">
            <a:solidFill>
              <a:schemeClr val="dk2"/>
            </a:solidFill>
            <a:prstDash val="solid"/>
            <a:round/>
            <a:headEnd len="sm" w="sm" type="none"/>
            <a:tailEnd len="sm" w="sm" type="none"/>
          </a:ln>
        </p:spPr>
      </p:cxnSp>
      <p:sp>
        <p:nvSpPr>
          <p:cNvPr id="375" name="Google Shape;375;g2d3c537dc00_0_338"/>
          <p:cNvSpPr txBox="1"/>
          <p:nvPr>
            <p:ph idx="15" type="ctrTitle"/>
          </p:nvPr>
        </p:nvSpPr>
        <p:spPr>
          <a:xfrm>
            <a:off x="325025" y="1162575"/>
            <a:ext cx="3233100" cy="326700"/>
          </a:xfrm>
          <a:prstGeom prst="rect">
            <a:avLst/>
          </a:prstGeom>
          <a:noFill/>
          <a:ln>
            <a:noFill/>
          </a:ln>
        </p:spPr>
        <p:txBody>
          <a:bodyPr anchorCtr="0" anchor="ctr" bIns="0" lIns="0" spcFirstLastPara="1" rIns="0" wrap="square" tIns="0">
            <a:noAutofit/>
          </a:bodyPr>
          <a:lstStyle>
            <a:lvl1pPr lvl="0" algn="l">
              <a:lnSpc>
                <a:spcPct val="85000"/>
              </a:lnSpc>
              <a:spcBef>
                <a:spcPts val="0"/>
              </a:spcBef>
              <a:spcAft>
                <a:spcPts val="0"/>
              </a:spcAft>
              <a:buClr>
                <a:schemeClr val="accent2"/>
              </a:buClr>
              <a:buSzPts val="1300"/>
              <a:buNone/>
              <a:defRPr sz="1300">
                <a:solidFill>
                  <a:schemeClr val="accent2"/>
                </a:solidFill>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Tree>
  </p:cSld>
  <p:clrMapOvr>
    <a:masterClrMapping/>
  </p:clrMapOvr>
  <p:extLst>
    <p:ext uri="{DCECCB84-F9BA-43D5-87BE-67443E8EF086}">
      <p15:sldGuideLst>
        <p15:guide id="1" orient="horz" pos="732">
          <p15:clr>
            <a:srgbClr val="E46962"/>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Layout 2 - Sales V2">
  <p:cSld name="CUSTOM_4_1_1_2_1_1">
    <p:bg>
      <p:bgPr>
        <a:solidFill>
          <a:schemeClr val="accent3"/>
        </a:solidFill>
      </p:bgPr>
    </p:bg>
    <p:spTree>
      <p:nvGrpSpPr>
        <p:cNvPr id="376" name="Shape 376"/>
        <p:cNvGrpSpPr/>
        <p:nvPr/>
      </p:nvGrpSpPr>
      <p:grpSpPr>
        <a:xfrm>
          <a:off x="0" y="0"/>
          <a:ext cx="0" cy="0"/>
          <a:chOff x="0" y="0"/>
          <a:chExt cx="0" cy="0"/>
        </a:xfrm>
      </p:grpSpPr>
      <p:sp>
        <p:nvSpPr>
          <p:cNvPr id="377" name="Google Shape;377;g2d3c537dc00_0_363"/>
          <p:cNvSpPr txBox="1"/>
          <p:nvPr>
            <p:ph type="ctrTitle"/>
          </p:nvPr>
        </p:nvSpPr>
        <p:spPr>
          <a:xfrm>
            <a:off x="228600" y="228600"/>
            <a:ext cx="8686800" cy="3084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3100"/>
              <a:buFont typeface="Inter"/>
              <a:buNone/>
              <a:defRPr b="1" sz="31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378" name="Google Shape;378;g2d3c537dc00_0_363"/>
          <p:cNvSpPr txBox="1"/>
          <p:nvPr>
            <p:ph idx="2" type="ctrTitle"/>
          </p:nvPr>
        </p:nvSpPr>
        <p:spPr>
          <a:xfrm>
            <a:off x="228600" y="700450"/>
            <a:ext cx="8686800" cy="3543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300"/>
              <a:buNone/>
              <a:defRPr sz="1300">
                <a:solidFill>
                  <a:schemeClr val="accent2"/>
                </a:solidFill>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379" name="Google Shape;379;g2d3c537dc00_0_363"/>
          <p:cNvSpPr/>
          <p:nvPr/>
        </p:nvSpPr>
        <p:spPr>
          <a:xfrm>
            <a:off x="228600" y="1308650"/>
            <a:ext cx="2047500" cy="2016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g2d3c537dc00_0_363"/>
          <p:cNvSpPr txBox="1"/>
          <p:nvPr>
            <p:ph idx="3" type="ctrTitle"/>
          </p:nvPr>
        </p:nvSpPr>
        <p:spPr>
          <a:xfrm>
            <a:off x="228601" y="1776651"/>
            <a:ext cx="1875000" cy="4386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300"/>
              <a:buFont typeface="Inter"/>
              <a:buNone/>
              <a:defRPr b="1" sz="1300">
                <a:solidFill>
                  <a:schemeClr val="accent2"/>
                </a:solidFill>
                <a:latin typeface="Inter"/>
                <a:ea typeface="Inter"/>
                <a:cs typeface="Inter"/>
                <a:sym typeface="Inter"/>
              </a:defRPr>
            </a:lvl1pPr>
            <a:lvl2pPr lvl="1" algn="l">
              <a:lnSpc>
                <a:spcPct val="100000"/>
              </a:lnSpc>
              <a:spcBef>
                <a:spcPts val="0"/>
              </a:spcBef>
              <a:spcAft>
                <a:spcPts val="0"/>
              </a:spcAft>
              <a:buSzPts val="1300"/>
              <a:buNone/>
              <a:defRPr b="1" sz="1300"/>
            </a:lvl2pPr>
            <a:lvl3pPr lvl="2" algn="l">
              <a:lnSpc>
                <a:spcPct val="100000"/>
              </a:lnSpc>
              <a:spcBef>
                <a:spcPts val="0"/>
              </a:spcBef>
              <a:spcAft>
                <a:spcPts val="0"/>
              </a:spcAft>
              <a:buSzPts val="1300"/>
              <a:buNone/>
              <a:defRPr b="1" sz="1300"/>
            </a:lvl3pPr>
            <a:lvl4pPr lvl="3" algn="l">
              <a:lnSpc>
                <a:spcPct val="100000"/>
              </a:lnSpc>
              <a:spcBef>
                <a:spcPts val="0"/>
              </a:spcBef>
              <a:spcAft>
                <a:spcPts val="0"/>
              </a:spcAft>
              <a:buSzPts val="1300"/>
              <a:buNone/>
              <a:defRPr b="1" sz="1300"/>
            </a:lvl4pPr>
            <a:lvl5pPr lvl="4" algn="l">
              <a:lnSpc>
                <a:spcPct val="100000"/>
              </a:lnSpc>
              <a:spcBef>
                <a:spcPts val="0"/>
              </a:spcBef>
              <a:spcAft>
                <a:spcPts val="0"/>
              </a:spcAft>
              <a:buSzPts val="1300"/>
              <a:buNone/>
              <a:defRPr b="1" sz="1300"/>
            </a:lvl5pPr>
            <a:lvl6pPr lvl="5" algn="l">
              <a:lnSpc>
                <a:spcPct val="100000"/>
              </a:lnSpc>
              <a:spcBef>
                <a:spcPts val="0"/>
              </a:spcBef>
              <a:spcAft>
                <a:spcPts val="0"/>
              </a:spcAft>
              <a:buSzPts val="1300"/>
              <a:buNone/>
              <a:defRPr b="1" sz="1300"/>
            </a:lvl6pPr>
            <a:lvl7pPr lvl="6" algn="l">
              <a:lnSpc>
                <a:spcPct val="100000"/>
              </a:lnSpc>
              <a:spcBef>
                <a:spcPts val="0"/>
              </a:spcBef>
              <a:spcAft>
                <a:spcPts val="0"/>
              </a:spcAft>
              <a:buSzPts val="1300"/>
              <a:buNone/>
              <a:defRPr b="1" sz="1300"/>
            </a:lvl7pPr>
            <a:lvl8pPr lvl="7" algn="l">
              <a:lnSpc>
                <a:spcPct val="100000"/>
              </a:lnSpc>
              <a:spcBef>
                <a:spcPts val="0"/>
              </a:spcBef>
              <a:spcAft>
                <a:spcPts val="0"/>
              </a:spcAft>
              <a:buSzPts val="1300"/>
              <a:buNone/>
              <a:defRPr b="1" sz="1300"/>
            </a:lvl8pPr>
            <a:lvl9pPr lvl="8" algn="l">
              <a:lnSpc>
                <a:spcPct val="100000"/>
              </a:lnSpc>
              <a:spcBef>
                <a:spcPts val="0"/>
              </a:spcBef>
              <a:spcAft>
                <a:spcPts val="0"/>
              </a:spcAft>
              <a:buSzPts val="1300"/>
              <a:buNone/>
              <a:defRPr b="1" sz="1300"/>
            </a:lvl9pPr>
          </a:lstStyle>
          <a:p/>
        </p:txBody>
      </p:sp>
      <p:sp>
        <p:nvSpPr>
          <p:cNvPr id="381" name="Google Shape;381;g2d3c537dc00_0_363"/>
          <p:cNvSpPr txBox="1"/>
          <p:nvPr>
            <p:ph idx="4" type="ctrTitle"/>
          </p:nvPr>
        </p:nvSpPr>
        <p:spPr>
          <a:xfrm>
            <a:off x="228600" y="2448388"/>
            <a:ext cx="1875000" cy="22734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1300"/>
              <a:buFont typeface="Inter"/>
              <a:buNone/>
              <a:defRPr sz="1300">
                <a:latin typeface="Inter"/>
                <a:ea typeface="Inter"/>
                <a:cs typeface="Inter"/>
                <a:sym typeface="Inter"/>
              </a:defRPr>
            </a:lvl2pPr>
            <a:lvl3pPr lvl="2" algn="l">
              <a:lnSpc>
                <a:spcPct val="100000"/>
              </a:lnSpc>
              <a:spcBef>
                <a:spcPts val="0"/>
              </a:spcBef>
              <a:spcAft>
                <a:spcPts val="0"/>
              </a:spcAft>
              <a:buSzPts val="1300"/>
              <a:buFont typeface="Inter"/>
              <a:buNone/>
              <a:defRPr sz="1300">
                <a:latin typeface="Inter"/>
                <a:ea typeface="Inter"/>
                <a:cs typeface="Inter"/>
                <a:sym typeface="Inter"/>
              </a:defRPr>
            </a:lvl3pPr>
            <a:lvl4pPr lvl="3" algn="l">
              <a:lnSpc>
                <a:spcPct val="100000"/>
              </a:lnSpc>
              <a:spcBef>
                <a:spcPts val="0"/>
              </a:spcBef>
              <a:spcAft>
                <a:spcPts val="0"/>
              </a:spcAft>
              <a:buSzPts val="1300"/>
              <a:buFont typeface="Inter"/>
              <a:buNone/>
              <a:defRPr sz="1300">
                <a:latin typeface="Inter"/>
                <a:ea typeface="Inter"/>
                <a:cs typeface="Inter"/>
                <a:sym typeface="Inter"/>
              </a:defRPr>
            </a:lvl4pPr>
            <a:lvl5pPr lvl="4" algn="l">
              <a:lnSpc>
                <a:spcPct val="100000"/>
              </a:lnSpc>
              <a:spcBef>
                <a:spcPts val="0"/>
              </a:spcBef>
              <a:spcAft>
                <a:spcPts val="0"/>
              </a:spcAft>
              <a:buSzPts val="1300"/>
              <a:buFont typeface="Inter"/>
              <a:buNone/>
              <a:defRPr sz="1300">
                <a:latin typeface="Inter"/>
                <a:ea typeface="Inter"/>
                <a:cs typeface="Inter"/>
                <a:sym typeface="Inter"/>
              </a:defRPr>
            </a:lvl5pPr>
            <a:lvl6pPr lvl="5" algn="l">
              <a:lnSpc>
                <a:spcPct val="100000"/>
              </a:lnSpc>
              <a:spcBef>
                <a:spcPts val="0"/>
              </a:spcBef>
              <a:spcAft>
                <a:spcPts val="0"/>
              </a:spcAft>
              <a:buSzPts val="1300"/>
              <a:buFont typeface="Inter"/>
              <a:buNone/>
              <a:defRPr sz="1300">
                <a:latin typeface="Inter"/>
                <a:ea typeface="Inter"/>
                <a:cs typeface="Inter"/>
                <a:sym typeface="Inter"/>
              </a:defRPr>
            </a:lvl6pPr>
            <a:lvl7pPr lvl="6" algn="l">
              <a:lnSpc>
                <a:spcPct val="100000"/>
              </a:lnSpc>
              <a:spcBef>
                <a:spcPts val="0"/>
              </a:spcBef>
              <a:spcAft>
                <a:spcPts val="0"/>
              </a:spcAft>
              <a:buSzPts val="1300"/>
              <a:buFont typeface="Inter"/>
              <a:buNone/>
              <a:defRPr sz="1300">
                <a:latin typeface="Inter"/>
                <a:ea typeface="Inter"/>
                <a:cs typeface="Inter"/>
                <a:sym typeface="Inter"/>
              </a:defRPr>
            </a:lvl7pPr>
            <a:lvl8pPr lvl="7" algn="l">
              <a:lnSpc>
                <a:spcPct val="100000"/>
              </a:lnSpc>
              <a:spcBef>
                <a:spcPts val="0"/>
              </a:spcBef>
              <a:spcAft>
                <a:spcPts val="0"/>
              </a:spcAft>
              <a:buSzPts val="1300"/>
              <a:buFont typeface="Inter"/>
              <a:buNone/>
              <a:defRPr sz="1300">
                <a:latin typeface="Inter"/>
                <a:ea typeface="Inter"/>
                <a:cs typeface="Inter"/>
                <a:sym typeface="Inter"/>
              </a:defRPr>
            </a:lvl8pPr>
            <a:lvl9pPr lvl="8" algn="l">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382" name="Google Shape;382;g2d3c537dc00_0_363"/>
          <p:cNvSpPr/>
          <p:nvPr/>
        </p:nvSpPr>
        <p:spPr>
          <a:xfrm>
            <a:off x="2275500" y="1308650"/>
            <a:ext cx="2213700" cy="2016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g2d3c537dc00_0_363"/>
          <p:cNvSpPr/>
          <p:nvPr/>
        </p:nvSpPr>
        <p:spPr>
          <a:xfrm>
            <a:off x="4488500" y="1308650"/>
            <a:ext cx="2213700" cy="2016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g2d3c537dc00_0_363"/>
          <p:cNvSpPr/>
          <p:nvPr/>
        </p:nvSpPr>
        <p:spPr>
          <a:xfrm>
            <a:off x="6701550" y="1308650"/>
            <a:ext cx="2213700" cy="2016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g2d3c537dc00_0_363"/>
          <p:cNvSpPr txBox="1"/>
          <p:nvPr>
            <p:ph idx="5" type="ctrTitle"/>
          </p:nvPr>
        </p:nvSpPr>
        <p:spPr>
          <a:xfrm>
            <a:off x="2499167" y="1776651"/>
            <a:ext cx="1875000" cy="4386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300"/>
              <a:buFont typeface="Inter"/>
              <a:buNone/>
              <a:defRPr b="1" sz="1300">
                <a:solidFill>
                  <a:schemeClr val="accent2"/>
                </a:solidFill>
                <a:latin typeface="Inter"/>
                <a:ea typeface="Inter"/>
                <a:cs typeface="Inter"/>
                <a:sym typeface="Inter"/>
              </a:defRPr>
            </a:lvl1pPr>
            <a:lvl2pPr lvl="1" algn="l">
              <a:lnSpc>
                <a:spcPct val="100000"/>
              </a:lnSpc>
              <a:spcBef>
                <a:spcPts val="0"/>
              </a:spcBef>
              <a:spcAft>
                <a:spcPts val="0"/>
              </a:spcAft>
              <a:buSzPts val="1300"/>
              <a:buNone/>
              <a:defRPr b="1" sz="1300"/>
            </a:lvl2pPr>
            <a:lvl3pPr lvl="2" algn="l">
              <a:lnSpc>
                <a:spcPct val="100000"/>
              </a:lnSpc>
              <a:spcBef>
                <a:spcPts val="0"/>
              </a:spcBef>
              <a:spcAft>
                <a:spcPts val="0"/>
              </a:spcAft>
              <a:buSzPts val="1300"/>
              <a:buNone/>
              <a:defRPr b="1" sz="1300"/>
            </a:lvl3pPr>
            <a:lvl4pPr lvl="3" algn="l">
              <a:lnSpc>
                <a:spcPct val="100000"/>
              </a:lnSpc>
              <a:spcBef>
                <a:spcPts val="0"/>
              </a:spcBef>
              <a:spcAft>
                <a:spcPts val="0"/>
              </a:spcAft>
              <a:buSzPts val="1300"/>
              <a:buNone/>
              <a:defRPr b="1" sz="1300"/>
            </a:lvl4pPr>
            <a:lvl5pPr lvl="4" algn="l">
              <a:lnSpc>
                <a:spcPct val="100000"/>
              </a:lnSpc>
              <a:spcBef>
                <a:spcPts val="0"/>
              </a:spcBef>
              <a:spcAft>
                <a:spcPts val="0"/>
              </a:spcAft>
              <a:buSzPts val="1300"/>
              <a:buNone/>
              <a:defRPr b="1" sz="1300"/>
            </a:lvl5pPr>
            <a:lvl6pPr lvl="5" algn="l">
              <a:lnSpc>
                <a:spcPct val="100000"/>
              </a:lnSpc>
              <a:spcBef>
                <a:spcPts val="0"/>
              </a:spcBef>
              <a:spcAft>
                <a:spcPts val="0"/>
              </a:spcAft>
              <a:buSzPts val="1300"/>
              <a:buNone/>
              <a:defRPr b="1" sz="1300"/>
            </a:lvl6pPr>
            <a:lvl7pPr lvl="6" algn="l">
              <a:lnSpc>
                <a:spcPct val="100000"/>
              </a:lnSpc>
              <a:spcBef>
                <a:spcPts val="0"/>
              </a:spcBef>
              <a:spcAft>
                <a:spcPts val="0"/>
              </a:spcAft>
              <a:buSzPts val="1300"/>
              <a:buNone/>
              <a:defRPr b="1" sz="1300"/>
            </a:lvl7pPr>
            <a:lvl8pPr lvl="7" algn="l">
              <a:lnSpc>
                <a:spcPct val="100000"/>
              </a:lnSpc>
              <a:spcBef>
                <a:spcPts val="0"/>
              </a:spcBef>
              <a:spcAft>
                <a:spcPts val="0"/>
              </a:spcAft>
              <a:buSzPts val="1300"/>
              <a:buNone/>
              <a:defRPr b="1" sz="1300"/>
            </a:lvl8pPr>
            <a:lvl9pPr lvl="8" algn="l">
              <a:lnSpc>
                <a:spcPct val="100000"/>
              </a:lnSpc>
              <a:spcBef>
                <a:spcPts val="0"/>
              </a:spcBef>
              <a:spcAft>
                <a:spcPts val="0"/>
              </a:spcAft>
              <a:buSzPts val="1300"/>
              <a:buNone/>
              <a:defRPr b="1" sz="1300"/>
            </a:lvl9pPr>
          </a:lstStyle>
          <a:p/>
        </p:txBody>
      </p:sp>
      <p:sp>
        <p:nvSpPr>
          <p:cNvPr id="386" name="Google Shape;386;g2d3c537dc00_0_363"/>
          <p:cNvSpPr txBox="1"/>
          <p:nvPr>
            <p:ph idx="6" type="ctrTitle"/>
          </p:nvPr>
        </p:nvSpPr>
        <p:spPr>
          <a:xfrm>
            <a:off x="2499166" y="2448388"/>
            <a:ext cx="1875000" cy="22734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1300"/>
              <a:buFont typeface="Inter"/>
              <a:buNone/>
              <a:defRPr sz="1300">
                <a:latin typeface="Inter"/>
                <a:ea typeface="Inter"/>
                <a:cs typeface="Inter"/>
                <a:sym typeface="Inter"/>
              </a:defRPr>
            </a:lvl2pPr>
            <a:lvl3pPr lvl="2" algn="l">
              <a:lnSpc>
                <a:spcPct val="100000"/>
              </a:lnSpc>
              <a:spcBef>
                <a:spcPts val="0"/>
              </a:spcBef>
              <a:spcAft>
                <a:spcPts val="0"/>
              </a:spcAft>
              <a:buSzPts val="1300"/>
              <a:buFont typeface="Inter"/>
              <a:buNone/>
              <a:defRPr sz="1300">
                <a:latin typeface="Inter"/>
                <a:ea typeface="Inter"/>
                <a:cs typeface="Inter"/>
                <a:sym typeface="Inter"/>
              </a:defRPr>
            </a:lvl3pPr>
            <a:lvl4pPr lvl="3" algn="l">
              <a:lnSpc>
                <a:spcPct val="100000"/>
              </a:lnSpc>
              <a:spcBef>
                <a:spcPts val="0"/>
              </a:spcBef>
              <a:spcAft>
                <a:spcPts val="0"/>
              </a:spcAft>
              <a:buSzPts val="1300"/>
              <a:buFont typeface="Inter"/>
              <a:buNone/>
              <a:defRPr sz="1300">
                <a:latin typeface="Inter"/>
                <a:ea typeface="Inter"/>
                <a:cs typeface="Inter"/>
                <a:sym typeface="Inter"/>
              </a:defRPr>
            </a:lvl4pPr>
            <a:lvl5pPr lvl="4" algn="l">
              <a:lnSpc>
                <a:spcPct val="100000"/>
              </a:lnSpc>
              <a:spcBef>
                <a:spcPts val="0"/>
              </a:spcBef>
              <a:spcAft>
                <a:spcPts val="0"/>
              </a:spcAft>
              <a:buSzPts val="1300"/>
              <a:buFont typeface="Inter"/>
              <a:buNone/>
              <a:defRPr sz="1300">
                <a:latin typeface="Inter"/>
                <a:ea typeface="Inter"/>
                <a:cs typeface="Inter"/>
                <a:sym typeface="Inter"/>
              </a:defRPr>
            </a:lvl5pPr>
            <a:lvl6pPr lvl="5" algn="l">
              <a:lnSpc>
                <a:spcPct val="100000"/>
              </a:lnSpc>
              <a:spcBef>
                <a:spcPts val="0"/>
              </a:spcBef>
              <a:spcAft>
                <a:spcPts val="0"/>
              </a:spcAft>
              <a:buSzPts val="1300"/>
              <a:buFont typeface="Inter"/>
              <a:buNone/>
              <a:defRPr sz="1300">
                <a:latin typeface="Inter"/>
                <a:ea typeface="Inter"/>
                <a:cs typeface="Inter"/>
                <a:sym typeface="Inter"/>
              </a:defRPr>
            </a:lvl6pPr>
            <a:lvl7pPr lvl="6" algn="l">
              <a:lnSpc>
                <a:spcPct val="100000"/>
              </a:lnSpc>
              <a:spcBef>
                <a:spcPts val="0"/>
              </a:spcBef>
              <a:spcAft>
                <a:spcPts val="0"/>
              </a:spcAft>
              <a:buSzPts val="1300"/>
              <a:buFont typeface="Inter"/>
              <a:buNone/>
              <a:defRPr sz="1300">
                <a:latin typeface="Inter"/>
                <a:ea typeface="Inter"/>
                <a:cs typeface="Inter"/>
                <a:sym typeface="Inter"/>
              </a:defRPr>
            </a:lvl7pPr>
            <a:lvl8pPr lvl="7" algn="l">
              <a:lnSpc>
                <a:spcPct val="100000"/>
              </a:lnSpc>
              <a:spcBef>
                <a:spcPts val="0"/>
              </a:spcBef>
              <a:spcAft>
                <a:spcPts val="0"/>
              </a:spcAft>
              <a:buSzPts val="1300"/>
              <a:buFont typeface="Inter"/>
              <a:buNone/>
              <a:defRPr sz="1300">
                <a:latin typeface="Inter"/>
                <a:ea typeface="Inter"/>
                <a:cs typeface="Inter"/>
                <a:sym typeface="Inter"/>
              </a:defRPr>
            </a:lvl8pPr>
            <a:lvl9pPr lvl="8" algn="l">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387" name="Google Shape;387;g2d3c537dc00_0_363"/>
          <p:cNvSpPr txBox="1"/>
          <p:nvPr>
            <p:ph idx="7" type="ctrTitle"/>
          </p:nvPr>
        </p:nvSpPr>
        <p:spPr>
          <a:xfrm>
            <a:off x="4769733" y="1776651"/>
            <a:ext cx="1875000" cy="4386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300"/>
              <a:buFont typeface="Inter"/>
              <a:buNone/>
              <a:defRPr b="1" sz="1300">
                <a:solidFill>
                  <a:schemeClr val="accent2"/>
                </a:solidFill>
                <a:latin typeface="Inter"/>
                <a:ea typeface="Inter"/>
                <a:cs typeface="Inter"/>
                <a:sym typeface="Inter"/>
              </a:defRPr>
            </a:lvl1pPr>
            <a:lvl2pPr lvl="1" algn="l">
              <a:lnSpc>
                <a:spcPct val="100000"/>
              </a:lnSpc>
              <a:spcBef>
                <a:spcPts val="0"/>
              </a:spcBef>
              <a:spcAft>
                <a:spcPts val="0"/>
              </a:spcAft>
              <a:buSzPts val="1300"/>
              <a:buNone/>
              <a:defRPr b="1" sz="1300"/>
            </a:lvl2pPr>
            <a:lvl3pPr lvl="2" algn="l">
              <a:lnSpc>
                <a:spcPct val="100000"/>
              </a:lnSpc>
              <a:spcBef>
                <a:spcPts val="0"/>
              </a:spcBef>
              <a:spcAft>
                <a:spcPts val="0"/>
              </a:spcAft>
              <a:buSzPts val="1300"/>
              <a:buNone/>
              <a:defRPr b="1" sz="1300"/>
            </a:lvl3pPr>
            <a:lvl4pPr lvl="3" algn="l">
              <a:lnSpc>
                <a:spcPct val="100000"/>
              </a:lnSpc>
              <a:spcBef>
                <a:spcPts val="0"/>
              </a:spcBef>
              <a:spcAft>
                <a:spcPts val="0"/>
              </a:spcAft>
              <a:buSzPts val="1300"/>
              <a:buNone/>
              <a:defRPr b="1" sz="1300"/>
            </a:lvl4pPr>
            <a:lvl5pPr lvl="4" algn="l">
              <a:lnSpc>
                <a:spcPct val="100000"/>
              </a:lnSpc>
              <a:spcBef>
                <a:spcPts val="0"/>
              </a:spcBef>
              <a:spcAft>
                <a:spcPts val="0"/>
              </a:spcAft>
              <a:buSzPts val="1300"/>
              <a:buNone/>
              <a:defRPr b="1" sz="1300"/>
            </a:lvl5pPr>
            <a:lvl6pPr lvl="5" algn="l">
              <a:lnSpc>
                <a:spcPct val="100000"/>
              </a:lnSpc>
              <a:spcBef>
                <a:spcPts val="0"/>
              </a:spcBef>
              <a:spcAft>
                <a:spcPts val="0"/>
              </a:spcAft>
              <a:buSzPts val="1300"/>
              <a:buNone/>
              <a:defRPr b="1" sz="1300"/>
            </a:lvl6pPr>
            <a:lvl7pPr lvl="6" algn="l">
              <a:lnSpc>
                <a:spcPct val="100000"/>
              </a:lnSpc>
              <a:spcBef>
                <a:spcPts val="0"/>
              </a:spcBef>
              <a:spcAft>
                <a:spcPts val="0"/>
              </a:spcAft>
              <a:buSzPts val="1300"/>
              <a:buNone/>
              <a:defRPr b="1" sz="1300"/>
            </a:lvl7pPr>
            <a:lvl8pPr lvl="7" algn="l">
              <a:lnSpc>
                <a:spcPct val="100000"/>
              </a:lnSpc>
              <a:spcBef>
                <a:spcPts val="0"/>
              </a:spcBef>
              <a:spcAft>
                <a:spcPts val="0"/>
              </a:spcAft>
              <a:buSzPts val="1300"/>
              <a:buNone/>
              <a:defRPr b="1" sz="1300"/>
            </a:lvl8pPr>
            <a:lvl9pPr lvl="8" algn="l">
              <a:lnSpc>
                <a:spcPct val="100000"/>
              </a:lnSpc>
              <a:spcBef>
                <a:spcPts val="0"/>
              </a:spcBef>
              <a:spcAft>
                <a:spcPts val="0"/>
              </a:spcAft>
              <a:buSzPts val="1300"/>
              <a:buNone/>
              <a:defRPr b="1" sz="1300"/>
            </a:lvl9pPr>
          </a:lstStyle>
          <a:p/>
        </p:txBody>
      </p:sp>
      <p:sp>
        <p:nvSpPr>
          <p:cNvPr id="388" name="Google Shape;388;g2d3c537dc00_0_363"/>
          <p:cNvSpPr txBox="1"/>
          <p:nvPr>
            <p:ph idx="8" type="ctrTitle"/>
          </p:nvPr>
        </p:nvSpPr>
        <p:spPr>
          <a:xfrm>
            <a:off x="4769732" y="2448388"/>
            <a:ext cx="1875000" cy="22734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1300"/>
              <a:buFont typeface="Inter"/>
              <a:buNone/>
              <a:defRPr sz="1300">
                <a:latin typeface="Inter"/>
                <a:ea typeface="Inter"/>
                <a:cs typeface="Inter"/>
                <a:sym typeface="Inter"/>
              </a:defRPr>
            </a:lvl2pPr>
            <a:lvl3pPr lvl="2" algn="l">
              <a:lnSpc>
                <a:spcPct val="100000"/>
              </a:lnSpc>
              <a:spcBef>
                <a:spcPts val="0"/>
              </a:spcBef>
              <a:spcAft>
                <a:spcPts val="0"/>
              </a:spcAft>
              <a:buSzPts val="1300"/>
              <a:buFont typeface="Inter"/>
              <a:buNone/>
              <a:defRPr sz="1300">
                <a:latin typeface="Inter"/>
                <a:ea typeface="Inter"/>
                <a:cs typeface="Inter"/>
                <a:sym typeface="Inter"/>
              </a:defRPr>
            </a:lvl3pPr>
            <a:lvl4pPr lvl="3" algn="l">
              <a:lnSpc>
                <a:spcPct val="100000"/>
              </a:lnSpc>
              <a:spcBef>
                <a:spcPts val="0"/>
              </a:spcBef>
              <a:spcAft>
                <a:spcPts val="0"/>
              </a:spcAft>
              <a:buSzPts val="1300"/>
              <a:buFont typeface="Inter"/>
              <a:buNone/>
              <a:defRPr sz="1300">
                <a:latin typeface="Inter"/>
                <a:ea typeface="Inter"/>
                <a:cs typeface="Inter"/>
                <a:sym typeface="Inter"/>
              </a:defRPr>
            </a:lvl4pPr>
            <a:lvl5pPr lvl="4" algn="l">
              <a:lnSpc>
                <a:spcPct val="100000"/>
              </a:lnSpc>
              <a:spcBef>
                <a:spcPts val="0"/>
              </a:spcBef>
              <a:spcAft>
                <a:spcPts val="0"/>
              </a:spcAft>
              <a:buSzPts val="1300"/>
              <a:buFont typeface="Inter"/>
              <a:buNone/>
              <a:defRPr sz="1300">
                <a:latin typeface="Inter"/>
                <a:ea typeface="Inter"/>
                <a:cs typeface="Inter"/>
                <a:sym typeface="Inter"/>
              </a:defRPr>
            </a:lvl5pPr>
            <a:lvl6pPr lvl="5" algn="l">
              <a:lnSpc>
                <a:spcPct val="100000"/>
              </a:lnSpc>
              <a:spcBef>
                <a:spcPts val="0"/>
              </a:spcBef>
              <a:spcAft>
                <a:spcPts val="0"/>
              </a:spcAft>
              <a:buSzPts val="1300"/>
              <a:buFont typeface="Inter"/>
              <a:buNone/>
              <a:defRPr sz="1300">
                <a:latin typeface="Inter"/>
                <a:ea typeface="Inter"/>
                <a:cs typeface="Inter"/>
                <a:sym typeface="Inter"/>
              </a:defRPr>
            </a:lvl6pPr>
            <a:lvl7pPr lvl="6" algn="l">
              <a:lnSpc>
                <a:spcPct val="100000"/>
              </a:lnSpc>
              <a:spcBef>
                <a:spcPts val="0"/>
              </a:spcBef>
              <a:spcAft>
                <a:spcPts val="0"/>
              </a:spcAft>
              <a:buSzPts val="1300"/>
              <a:buFont typeface="Inter"/>
              <a:buNone/>
              <a:defRPr sz="1300">
                <a:latin typeface="Inter"/>
                <a:ea typeface="Inter"/>
                <a:cs typeface="Inter"/>
                <a:sym typeface="Inter"/>
              </a:defRPr>
            </a:lvl7pPr>
            <a:lvl8pPr lvl="7" algn="l">
              <a:lnSpc>
                <a:spcPct val="100000"/>
              </a:lnSpc>
              <a:spcBef>
                <a:spcPts val="0"/>
              </a:spcBef>
              <a:spcAft>
                <a:spcPts val="0"/>
              </a:spcAft>
              <a:buSzPts val="1300"/>
              <a:buFont typeface="Inter"/>
              <a:buNone/>
              <a:defRPr sz="1300">
                <a:latin typeface="Inter"/>
                <a:ea typeface="Inter"/>
                <a:cs typeface="Inter"/>
                <a:sym typeface="Inter"/>
              </a:defRPr>
            </a:lvl8pPr>
            <a:lvl9pPr lvl="8" algn="l">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389" name="Google Shape;389;g2d3c537dc00_0_363"/>
          <p:cNvSpPr txBox="1"/>
          <p:nvPr>
            <p:ph idx="9" type="ctrTitle"/>
          </p:nvPr>
        </p:nvSpPr>
        <p:spPr>
          <a:xfrm>
            <a:off x="7040299" y="1776651"/>
            <a:ext cx="1875000" cy="4386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300"/>
              <a:buFont typeface="Inter"/>
              <a:buNone/>
              <a:defRPr b="1" sz="1300">
                <a:solidFill>
                  <a:schemeClr val="accent2"/>
                </a:solidFill>
                <a:latin typeface="Inter"/>
                <a:ea typeface="Inter"/>
                <a:cs typeface="Inter"/>
                <a:sym typeface="Inter"/>
              </a:defRPr>
            </a:lvl1pPr>
            <a:lvl2pPr lvl="1" algn="l">
              <a:lnSpc>
                <a:spcPct val="100000"/>
              </a:lnSpc>
              <a:spcBef>
                <a:spcPts val="0"/>
              </a:spcBef>
              <a:spcAft>
                <a:spcPts val="0"/>
              </a:spcAft>
              <a:buSzPts val="1300"/>
              <a:buNone/>
              <a:defRPr b="1" sz="1300"/>
            </a:lvl2pPr>
            <a:lvl3pPr lvl="2" algn="l">
              <a:lnSpc>
                <a:spcPct val="100000"/>
              </a:lnSpc>
              <a:spcBef>
                <a:spcPts val="0"/>
              </a:spcBef>
              <a:spcAft>
                <a:spcPts val="0"/>
              </a:spcAft>
              <a:buSzPts val="1300"/>
              <a:buNone/>
              <a:defRPr b="1" sz="1300"/>
            </a:lvl3pPr>
            <a:lvl4pPr lvl="3" algn="l">
              <a:lnSpc>
                <a:spcPct val="100000"/>
              </a:lnSpc>
              <a:spcBef>
                <a:spcPts val="0"/>
              </a:spcBef>
              <a:spcAft>
                <a:spcPts val="0"/>
              </a:spcAft>
              <a:buSzPts val="1300"/>
              <a:buNone/>
              <a:defRPr b="1" sz="1300"/>
            </a:lvl4pPr>
            <a:lvl5pPr lvl="4" algn="l">
              <a:lnSpc>
                <a:spcPct val="100000"/>
              </a:lnSpc>
              <a:spcBef>
                <a:spcPts val="0"/>
              </a:spcBef>
              <a:spcAft>
                <a:spcPts val="0"/>
              </a:spcAft>
              <a:buSzPts val="1300"/>
              <a:buNone/>
              <a:defRPr b="1" sz="1300"/>
            </a:lvl5pPr>
            <a:lvl6pPr lvl="5" algn="l">
              <a:lnSpc>
                <a:spcPct val="100000"/>
              </a:lnSpc>
              <a:spcBef>
                <a:spcPts val="0"/>
              </a:spcBef>
              <a:spcAft>
                <a:spcPts val="0"/>
              </a:spcAft>
              <a:buSzPts val="1300"/>
              <a:buNone/>
              <a:defRPr b="1" sz="1300"/>
            </a:lvl6pPr>
            <a:lvl7pPr lvl="6" algn="l">
              <a:lnSpc>
                <a:spcPct val="100000"/>
              </a:lnSpc>
              <a:spcBef>
                <a:spcPts val="0"/>
              </a:spcBef>
              <a:spcAft>
                <a:spcPts val="0"/>
              </a:spcAft>
              <a:buSzPts val="1300"/>
              <a:buNone/>
              <a:defRPr b="1" sz="1300"/>
            </a:lvl7pPr>
            <a:lvl8pPr lvl="7" algn="l">
              <a:lnSpc>
                <a:spcPct val="100000"/>
              </a:lnSpc>
              <a:spcBef>
                <a:spcPts val="0"/>
              </a:spcBef>
              <a:spcAft>
                <a:spcPts val="0"/>
              </a:spcAft>
              <a:buSzPts val="1300"/>
              <a:buNone/>
              <a:defRPr b="1" sz="1300"/>
            </a:lvl8pPr>
            <a:lvl9pPr lvl="8" algn="l">
              <a:lnSpc>
                <a:spcPct val="100000"/>
              </a:lnSpc>
              <a:spcBef>
                <a:spcPts val="0"/>
              </a:spcBef>
              <a:spcAft>
                <a:spcPts val="0"/>
              </a:spcAft>
              <a:buSzPts val="1300"/>
              <a:buNone/>
              <a:defRPr b="1" sz="1300"/>
            </a:lvl9pPr>
          </a:lstStyle>
          <a:p/>
        </p:txBody>
      </p:sp>
      <p:sp>
        <p:nvSpPr>
          <p:cNvPr id="390" name="Google Shape;390;g2d3c537dc00_0_363"/>
          <p:cNvSpPr txBox="1"/>
          <p:nvPr>
            <p:ph idx="13" type="ctrTitle"/>
          </p:nvPr>
        </p:nvSpPr>
        <p:spPr>
          <a:xfrm>
            <a:off x="7040298" y="2448388"/>
            <a:ext cx="1875000" cy="22734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1300"/>
              <a:buFont typeface="Inter"/>
              <a:buNone/>
              <a:defRPr sz="1300">
                <a:latin typeface="Inter"/>
                <a:ea typeface="Inter"/>
                <a:cs typeface="Inter"/>
                <a:sym typeface="Inter"/>
              </a:defRPr>
            </a:lvl2pPr>
            <a:lvl3pPr lvl="2" algn="l">
              <a:lnSpc>
                <a:spcPct val="100000"/>
              </a:lnSpc>
              <a:spcBef>
                <a:spcPts val="0"/>
              </a:spcBef>
              <a:spcAft>
                <a:spcPts val="0"/>
              </a:spcAft>
              <a:buSzPts val="1300"/>
              <a:buFont typeface="Inter"/>
              <a:buNone/>
              <a:defRPr sz="1300">
                <a:latin typeface="Inter"/>
                <a:ea typeface="Inter"/>
                <a:cs typeface="Inter"/>
                <a:sym typeface="Inter"/>
              </a:defRPr>
            </a:lvl3pPr>
            <a:lvl4pPr lvl="3" algn="l">
              <a:lnSpc>
                <a:spcPct val="100000"/>
              </a:lnSpc>
              <a:spcBef>
                <a:spcPts val="0"/>
              </a:spcBef>
              <a:spcAft>
                <a:spcPts val="0"/>
              </a:spcAft>
              <a:buSzPts val="1300"/>
              <a:buFont typeface="Inter"/>
              <a:buNone/>
              <a:defRPr sz="1300">
                <a:latin typeface="Inter"/>
                <a:ea typeface="Inter"/>
                <a:cs typeface="Inter"/>
                <a:sym typeface="Inter"/>
              </a:defRPr>
            </a:lvl4pPr>
            <a:lvl5pPr lvl="4" algn="l">
              <a:lnSpc>
                <a:spcPct val="100000"/>
              </a:lnSpc>
              <a:spcBef>
                <a:spcPts val="0"/>
              </a:spcBef>
              <a:spcAft>
                <a:spcPts val="0"/>
              </a:spcAft>
              <a:buSzPts val="1300"/>
              <a:buFont typeface="Inter"/>
              <a:buNone/>
              <a:defRPr sz="1300">
                <a:latin typeface="Inter"/>
                <a:ea typeface="Inter"/>
                <a:cs typeface="Inter"/>
                <a:sym typeface="Inter"/>
              </a:defRPr>
            </a:lvl5pPr>
            <a:lvl6pPr lvl="5" algn="l">
              <a:lnSpc>
                <a:spcPct val="100000"/>
              </a:lnSpc>
              <a:spcBef>
                <a:spcPts val="0"/>
              </a:spcBef>
              <a:spcAft>
                <a:spcPts val="0"/>
              </a:spcAft>
              <a:buSzPts val="1300"/>
              <a:buFont typeface="Inter"/>
              <a:buNone/>
              <a:defRPr sz="1300">
                <a:latin typeface="Inter"/>
                <a:ea typeface="Inter"/>
                <a:cs typeface="Inter"/>
                <a:sym typeface="Inter"/>
              </a:defRPr>
            </a:lvl6pPr>
            <a:lvl7pPr lvl="6" algn="l">
              <a:lnSpc>
                <a:spcPct val="100000"/>
              </a:lnSpc>
              <a:spcBef>
                <a:spcPts val="0"/>
              </a:spcBef>
              <a:spcAft>
                <a:spcPts val="0"/>
              </a:spcAft>
              <a:buSzPts val="1300"/>
              <a:buFont typeface="Inter"/>
              <a:buNone/>
              <a:defRPr sz="1300">
                <a:latin typeface="Inter"/>
                <a:ea typeface="Inter"/>
                <a:cs typeface="Inter"/>
                <a:sym typeface="Inter"/>
              </a:defRPr>
            </a:lvl7pPr>
            <a:lvl8pPr lvl="7" algn="l">
              <a:lnSpc>
                <a:spcPct val="100000"/>
              </a:lnSpc>
              <a:spcBef>
                <a:spcPts val="0"/>
              </a:spcBef>
              <a:spcAft>
                <a:spcPts val="0"/>
              </a:spcAft>
              <a:buSzPts val="1300"/>
              <a:buFont typeface="Inter"/>
              <a:buNone/>
              <a:defRPr sz="1300">
                <a:latin typeface="Inter"/>
                <a:ea typeface="Inter"/>
                <a:cs typeface="Inter"/>
                <a:sym typeface="Inter"/>
              </a:defRPr>
            </a:lvl8pPr>
            <a:lvl9pPr lvl="8" algn="l">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391" name="Google Shape;391;g2d3c537dc00_0_363"/>
          <p:cNvSpPr/>
          <p:nvPr/>
        </p:nvSpPr>
        <p:spPr>
          <a:xfrm rot="5400000">
            <a:off x="2236200" y="1348175"/>
            <a:ext cx="201300" cy="122700"/>
          </a:xfrm>
          <a:prstGeom prst="triangle">
            <a:avLst>
              <a:gd fmla="val 50000" name="adj"/>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g2d3c537dc00_0_363"/>
          <p:cNvSpPr/>
          <p:nvPr/>
        </p:nvSpPr>
        <p:spPr>
          <a:xfrm rot="5400000">
            <a:off x="4449375" y="1348025"/>
            <a:ext cx="201300" cy="123000"/>
          </a:xfrm>
          <a:prstGeom prst="triangl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g2d3c537dc00_0_363"/>
          <p:cNvSpPr/>
          <p:nvPr/>
        </p:nvSpPr>
        <p:spPr>
          <a:xfrm rot="5400000">
            <a:off x="6662250" y="1347500"/>
            <a:ext cx="201300" cy="123900"/>
          </a:xfrm>
          <a:prstGeom prst="triangle">
            <a:avLst>
              <a:gd fmla="val 50000"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g2d3c537dc00_0_363"/>
          <p:cNvSpPr/>
          <p:nvPr/>
        </p:nvSpPr>
        <p:spPr>
          <a:xfrm rot="5400000">
            <a:off x="8875725" y="1347650"/>
            <a:ext cx="201300" cy="123600"/>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95" name="Google Shape;395;g2d3c537dc00_0_363"/>
          <p:cNvCxnSpPr/>
          <p:nvPr/>
        </p:nvCxnSpPr>
        <p:spPr>
          <a:xfrm>
            <a:off x="2228330" y="1764150"/>
            <a:ext cx="0" cy="3177300"/>
          </a:xfrm>
          <a:prstGeom prst="straightConnector1">
            <a:avLst/>
          </a:prstGeom>
          <a:noFill/>
          <a:ln cap="flat" cmpd="sng" w="9525">
            <a:solidFill>
              <a:schemeClr val="dk2"/>
            </a:solidFill>
            <a:prstDash val="solid"/>
            <a:round/>
            <a:headEnd len="sm" w="sm" type="none"/>
            <a:tailEnd len="sm" w="sm" type="none"/>
          </a:ln>
        </p:spPr>
      </p:cxnSp>
      <p:cxnSp>
        <p:nvCxnSpPr>
          <p:cNvPr id="396" name="Google Shape;396;g2d3c537dc00_0_363"/>
          <p:cNvCxnSpPr/>
          <p:nvPr/>
        </p:nvCxnSpPr>
        <p:spPr>
          <a:xfrm>
            <a:off x="4517339" y="1764150"/>
            <a:ext cx="0" cy="3177300"/>
          </a:xfrm>
          <a:prstGeom prst="straightConnector1">
            <a:avLst/>
          </a:prstGeom>
          <a:noFill/>
          <a:ln cap="flat" cmpd="sng" w="9525">
            <a:solidFill>
              <a:schemeClr val="dk2"/>
            </a:solidFill>
            <a:prstDash val="solid"/>
            <a:round/>
            <a:headEnd len="sm" w="sm" type="none"/>
            <a:tailEnd len="sm" w="sm" type="none"/>
          </a:ln>
        </p:spPr>
      </p:cxnSp>
      <p:cxnSp>
        <p:nvCxnSpPr>
          <p:cNvPr id="397" name="Google Shape;397;g2d3c537dc00_0_363"/>
          <p:cNvCxnSpPr/>
          <p:nvPr/>
        </p:nvCxnSpPr>
        <p:spPr>
          <a:xfrm>
            <a:off x="6768052" y="1764150"/>
            <a:ext cx="0" cy="317730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extLst>
    <p:ext uri="{DCECCB84-F9BA-43D5-87BE-67443E8EF086}">
      <p15:sldGuideLst>
        <p15:guide id="1" orient="horz" pos="732">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 Sales">
  <p:cSld name="CUSTOM_6_2_1">
    <p:spTree>
      <p:nvGrpSpPr>
        <p:cNvPr id="398" name="Shape 398"/>
        <p:cNvGrpSpPr/>
        <p:nvPr/>
      </p:nvGrpSpPr>
      <p:grpSpPr>
        <a:xfrm>
          <a:off x="0" y="0"/>
          <a:ext cx="0" cy="0"/>
          <a:chOff x="0" y="0"/>
          <a:chExt cx="0" cy="0"/>
        </a:xfrm>
      </p:grpSpPr>
      <p:sp>
        <p:nvSpPr>
          <p:cNvPr id="399" name="Google Shape;399;g2d3c537dc00_0_385"/>
          <p:cNvSpPr txBox="1"/>
          <p:nvPr>
            <p:ph type="ctrTitle"/>
          </p:nvPr>
        </p:nvSpPr>
        <p:spPr>
          <a:xfrm>
            <a:off x="228600" y="228600"/>
            <a:ext cx="2785500" cy="11733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4900"/>
              <a:buFont typeface="Inter"/>
              <a:buNone/>
              <a:defRPr b="1" sz="49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400" name="Google Shape;400;g2d3c537dc00_0_385"/>
          <p:cNvSpPr txBox="1"/>
          <p:nvPr>
            <p:ph idx="2" type="ctrTitle"/>
          </p:nvPr>
        </p:nvSpPr>
        <p:spPr>
          <a:xfrm>
            <a:off x="228600" y="1650975"/>
            <a:ext cx="2785500" cy="32640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300"/>
              <a:buNone/>
              <a:defRPr sz="1300">
                <a:solidFill>
                  <a:schemeClr val="accent2"/>
                </a:solidFill>
              </a:defRPr>
            </a:lvl1pPr>
            <a:lvl2pPr lvl="1" algn="l">
              <a:lnSpc>
                <a:spcPct val="100000"/>
              </a:lnSpc>
              <a:spcBef>
                <a:spcPts val="0"/>
              </a:spcBef>
              <a:spcAft>
                <a:spcPts val="0"/>
              </a:spcAft>
              <a:buSzPts val="1300"/>
              <a:buNone/>
              <a:defRPr b="1" sz="1300"/>
            </a:lvl2pPr>
            <a:lvl3pPr lvl="2" algn="l">
              <a:lnSpc>
                <a:spcPct val="100000"/>
              </a:lnSpc>
              <a:spcBef>
                <a:spcPts val="0"/>
              </a:spcBef>
              <a:spcAft>
                <a:spcPts val="0"/>
              </a:spcAft>
              <a:buSzPts val="1300"/>
              <a:buNone/>
              <a:defRPr b="1" sz="1300"/>
            </a:lvl3pPr>
            <a:lvl4pPr lvl="3" algn="l">
              <a:lnSpc>
                <a:spcPct val="100000"/>
              </a:lnSpc>
              <a:spcBef>
                <a:spcPts val="0"/>
              </a:spcBef>
              <a:spcAft>
                <a:spcPts val="0"/>
              </a:spcAft>
              <a:buSzPts val="1300"/>
              <a:buNone/>
              <a:defRPr b="1" sz="1300"/>
            </a:lvl4pPr>
            <a:lvl5pPr lvl="4" algn="l">
              <a:lnSpc>
                <a:spcPct val="100000"/>
              </a:lnSpc>
              <a:spcBef>
                <a:spcPts val="0"/>
              </a:spcBef>
              <a:spcAft>
                <a:spcPts val="0"/>
              </a:spcAft>
              <a:buSzPts val="1300"/>
              <a:buNone/>
              <a:defRPr b="1" sz="1300"/>
            </a:lvl5pPr>
            <a:lvl6pPr lvl="5" algn="l">
              <a:lnSpc>
                <a:spcPct val="100000"/>
              </a:lnSpc>
              <a:spcBef>
                <a:spcPts val="0"/>
              </a:spcBef>
              <a:spcAft>
                <a:spcPts val="0"/>
              </a:spcAft>
              <a:buSzPts val="1300"/>
              <a:buNone/>
              <a:defRPr b="1" sz="1300"/>
            </a:lvl6pPr>
            <a:lvl7pPr lvl="6" algn="l">
              <a:lnSpc>
                <a:spcPct val="100000"/>
              </a:lnSpc>
              <a:spcBef>
                <a:spcPts val="0"/>
              </a:spcBef>
              <a:spcAft>
                <a:spcPts val="0"/>
              </a:spcAft>
              <a:buSzPts val="1300"/>
              <a:buNone/>
              <a:defRPr b="1" sz="1300"/>
            </a:lvl7pPr>
            <a:lvl8pPr lvl="7" algn="l">
              <a:lnSpc>
                <a:spcPct val="100000"/>
              </a:lnSpc>
              <a:spcBef>
                <a:spcPts val="0"/>
              </a:spcBef>
              <a:spcAft>
                <a:spcPts val="0"/>
              </a:spcAft>
              <a:buSzPts val="1300"/>
              <a:buNone/>
              <a:defRPr b="1" sz="1300"/>
            </a:lvl8pPr>
            <a:lvl9pPr lvl="8" algn="l">
              <a:lnSpc>
                <a:spcPct val="100000"/>
              </a:lnSpc>
              <a:spcBef>
                <a:spcPts val="0"/>
              </a:spcBef>
              <a:spcAft>
                <a:spcPts val="0"/>
              </a:spcAft>
              <a:buSzPts val="1300"/>
              <a:buNone/>
              <a:defRPr b="1" sz="1300"/>
            </a:lvl9pPr>
          </a:lstStyle>
          <a:p/>
        </p:txBody>
      </p:sp>
      <p:sp>
        <p:nvSpPr>
          <p:cNvPr id="401" name="Google Shape;401;g2d3c537dc00_0_385"/>
          <p:cNvSpPr/>
          <p:nvPr/>
        </p:nvSpPr>
        <p:spPr>
          <a:xfrm>
            <a:off x="3179350" y="-4350"/>
            <a:ext cx="5964600" cy="51480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g2d3c537dc00_0_385"/>
          <p:cNvSpPr/>
          <p:nvPr/>
        </p:nvSpPr>
        <p:spPr>
          <a:xfrm>
            <a:off x="3917025" y="405375"/>
            <a:ext cx="4260600" cy="9759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g2d3c537dc00_0_385"/>
          <p:cNvSpPr/>
          <p:nvPr>
            <p:ph idx="3" type="pic"/>
          </p:nvPr>
        </p:nvSpPr>
        <p:spPr>
          <a:xfrm>
            <a:off x="4236300" y="740625"/>
            <a:ext cx="363900" cy="285300"/>
          </a:xfrm>
          <a:prstGeom prst="rect">
            <a:avLst/>
          </a:prstGeom>
          <a:noFill/>
          <a:ln>
            <a:noFill/>
          </a:ln>
        </p:spPr>
      </p:sp>
      <p:sp>
        <p:nvSpPr>
          <p:cNvPr id="404" name="Google Shape;404;g2d3c537dc00_0_385"/>
          <p:cNvSpPr txBox="1"/>
          <p:nvPr>
            <p:ph idx="4" type="ctrTitle"/>
          </p:nvPr>
        </p:nvSpPr>
        <p:spPr>
          <a:xfrm>
            <a:off x="4974000" y="405250"/>
            <a:ext cx="2970000" cy="9759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2"/>
              </a:buClr>
              <a:buSzPts val="1600"/>
              <a:buFont typeface="Inter"/>
              <a:buNone/>
              <a:defRPr b="1" sz="1600">
                <a:solidFill>
                  <a:schemeClr val="accent2"/>
                </a:solidFill>
                <a:latin typeface="Inter"/>
                <a:ea typeface="Inter"/>
                <a:cs typeface="Inter"/>
                <a:sym typeface="Inter"/>
              </a:defRPr>
            </a:lvl1pPr>
            <a:lvl2pPr lvl="1" algn="l">
              <a:lnSpc>
                <a:spcPct val="115000"/>
              </a:lnSpc>
              <a:spcBef>
                <a:spcPts val="0"/>
              </a:spcBef>
              <a:spcAft>
                <a:spcPts val="0"/>
              </a:spcAft>
              <a:buSzPts val="1600"/>
              <a:buNone/>
              <a:defRPr b="1" sz="1600"/>
            </a:lvl2pPr>
            <a:lvl3pPr lvl="2" algn="l">
              <a:lnSpc>
                <a:spcPct val="115000"/>
              </a:lnSpc>
              <a:spcBef>
                <a:spcPts val="0"/>
              </a:spcBef>
              <a:spcAft>
                <a:spcPts val="0"/>
              </a:spcAft>
              <a:buSzPts val="1600"/>
              <a:buNone/>
              <a:defRPr b="1" sz="1600"/>
            </a:lvl3pPr>
            <a:lvl4pPr lvl="3" algn="l">
              <a:lnSpc>
                <a:spcPct val="115000"/>
              </a:lnSpc>
              <a:spcBef>
                <a:spcPts val="0"/>
              </a:spcBef>
              <a:spcAft>
                <a:spcPts val="0"/>
              </a:spcAft>
              <a:buSzPts val="1600"/>
              <a:buNone/>
              <a:defRPr b="1" sz="1600"/>
            </a:lvl4pPr>
            <a:lvl5pPr lvl="4" algn="l">
              <a:lnSpc>
                <a:spcPct val="115000"/>
              </a:lnSpc>
              <a:spcBef>
                <a:spcPts val="0"/>
              </a:spcBef>
              <a:spcAft>
                <a:spcPts val="0"/>
              </a:spcAft>
              <a:buSzPts val="1600"/>
              <a:buNone/>
              <a:defRPr b="1" sz="1600"/>
            </a:lvl5pPr>
            <a:lvl6pPr lvl="5" algn="l">
              <a:lnSpc>
                <a:spcPct val="115000"/>
              </a:lnSpc>
              <a:spcBef>
                <a:spcPts val="0"/>
              </a:spcBef>
              <a:spcAft>
                <a:spcPts val="0"/>
              </a:spcAft>
              <a:buSzPts val="1600"/>
              <a:buNone/>
              <a:defRPr b="1" sz="1600"/>
            </a:lvl6pPr>
            <a:lvl7pPr lvl="6" algn="l">
              <a:lnSpc>
                <a:spcPct val="115000"/>
              </a:lnSpc>
              <a:spcBef>
                <a:spcPts val="0"/>
              </a:spcBef>
              <a:spcAft>
                <a:spcPts val="0"/>
              </a:spcAft>
              <a:buSzPts val="1600"/>
              <a:buNone/>
              <a:defRPr b="1" sz="1600"/>
            </a:lvl7pPr>
            <a:lvl8pPr lvl="7" algn="l">
              <a:lnSpc>
                <a:spcPct val="115000"/>
              </a:lnSpc>
              <a:spcBef>
                <a:spcPts val="0"/>
              </a:spcBef>
              <a:spcAft>
                <a:spcPts val="0"/>
              </a:spcAft>
              <a:buSzPts val="1600"/>
              <a:buNone/>
              <a:defRPr b="1" sz="1600"/>
            </a:lvl8pPr>
            <a:lvl9pPr lvl="8" algn="l">
              <a:lnSpc>
                <a:spcPct val="115000"/>
              </a:lnSpc>
              <a:spcBef>
                <a:spcPts val="0"/>
              </a:spcBef>
              <a:spcAft>
                <a:spcPts val="0"/>
              </a:spcAft>
              <a:buSzPts val="1600"/>
              <a:buNone/>
              <a:defRPr b="1" sz="1600"/>
            </a:lvl9pPr>
          </a:lstStyle>
          <a:p/>
        </p:txBody>
      </p:sp>
      <p:sp>
        <p:nvSpPr>
          <p:cNvPr id="405" name="Google Shape;405;g2d3c537dc00_0_385"/>
          <p:cNvSpPr/>
          <p:nvPr/>
        </p:nvSpPr>
        <p:spPr>
          <a:xfrm>
            <a:off x="3917025" y="1518614"/>
            <a:ext cx="4260600" cy="9759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g2d3c537dc00_0_385"/>
          <p:cNvSpPr/>
          <p:nvPr>
            <p:ph idx="5" type="pic"/>
          </p:nvPr>
        </p:nvSpPr>
        <p:spPr>
          <a:xfrm>
            <a:off x="4236300" y="1853864"/>
            <a:ext cx="363900" cy="285300"/>
          </a:xfrm>
          <a:prstGeom prst="rect">
            <a:avLst/>
          </a:prstGeom>
          <a:noFill/>
          <a:ln>
            <a:noFill/>
          </a:ln>
        </p:spPr>
      </p:sp>
      <p:sp>
        <p:nvSpPr>
          <p:cNvPr id="407" name="Google Shape;407;g2d3c537dc00_0_385"/>
          <p:cNvSpPr txBox="1"/>
          <p:nvPr>
            <p:ph idx="6" type="ctrTitle"/>
          </p:nvPr>
        </p:nvSpPr>
        <p:spPr>
          <a:xfrm>
            <a:off x="4974000" y="1518625"/>
            <a:ext cx="2970000" cy="9759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2"/>
              </a:buClr>
              <a:buSzPts val="1600"/>
              <a:buFont typeface="Inter"/>
              <a:buNone/>
              <a:defRPr b="1" sz="1600">
                <a:solidFill>
                  <a:schemeClr val="accent2"/>
                </a:solidFill>
                <a:latin typeface="Inter"/>
                <a:ea typeface="Inter"/>
                <a:cs typeface="Inter"/>
                <a:sym typeface="Inter"/>
              </a:defRPr>
            </a:lvl1pPr>
            <a:lvl2pPr lvl="1" algn="l">
              <a:lnSpc>
                <a:spcPct val="115000"/>
              </a:lnSpc>
              <a:spcBef>
                <a:spcPts val="0"/>
              </a:spcBef>
              <a:spcAft>
                <a:spcPts val="0"/>
              </a:spcAft>
              <a:buSzPts val="1600"/>
              <a:buNone/>
              <a:defRPr b="1" sz="1600"/>
            </a:lvl2pPr>
            <a:lvl3pPr lvl="2" algn="l">
              <a:lnSpc>
                <a:spcPct val="115000"/>
              </a:lnSpc>
              <a:spcBef>
                <a:spcPts val="0"/>
              </a:spcBef>
              <a:spcAft>
                <a:spcPts val="0"/>
              </a:spcAft>
              <a:buSzPts val="1600"/>
              <a:buNone/>
              <a:defRPr b="1" sz="1600"/>
            </a:lvl3pPr>
            <a:lvl4pPr lvl="3" algn="l">
              <a:lnSpc>
                <a:spcPct val="115000"/>
              </a:lnSpc>
              <a:spcBef>
                <a:spcPts val="0"/>
              </a:spcBef>
              <a:spcAft>
                <a:spcPts val="0"/>
              </a:spcAft>
              <a:buSzPts val="1600"/>
              <a:buNone/>
              <a:defRPr b="1" sz="1600"/>
            </a:lvl4pPr>
            <a:lvl5pPr lvl="4" algn="l">
              <a:lnSpc>
                <a:spcPct val="115000"/>
              </a:lnSpc>
              <a:spcBef>
                <a:spcPts val="0"/>
              </a:spcBef>
              <a:spcAft>
                <a:spcPts val="0"/>
              </a:spcAft>
              <a:buSzPts val="1600"/>
              <a:buNone/>
              <a:defRPr b="1" sz="1600"/>
            </a:lvl5pPr>
            <a:lvl6pPr lvl="5" algn="l">
              <a:lnSpc>
                <a:spcPct val="115000"/>
              </a:lnSpc>
              <a:spcBef>
                <a:spcPts val="0"/>
              </a:spcBef>
              <a:spcAft>
                <a:spcPts val="0"/>
              </a:spcAft>
              <a:buSzPts val="1600"/>
              <a:buNone/>
              <a:defRPr b="1" sz="1600"/>
            </a:lvl6pPr>
            <a:lvl7pPr lvl="6" algn="l">
              <a:lnSpc>
                <a:spcPct val="115000"/>
              </a:lnSpc>
              <a:spcBef>
                <a:spcPts val="0"/>
              </a:spcBef>
              <a:spcAft>
                <a:spcPts val="0"/>
              </a:spcAft>
              <a:buSzPts val="1600"/>
              <a:buNone/>
              <a:defRPr b="1" sz="1600"/>
            </a:lvl7pPr>
            <a:lvl8pPr lvl="7" algn="l">
              <a:lnSpc>
                <a:spcPct val="115000"/>
              </a:lnSpc>
              <a:spcBef>
                <a:spcPts val="0"/>
              </a:spcBef>
              <a:spcAft>
                <a:spcPts val="0"/>
              </a:spcAft>
              <a:buSzPts val="1600"/>
              <a:buNone/>
              <a:defRPr b="1" sz="1600"/>
            </a:lvl8pPr>
            <a:lvl9pPr lvl="8" algn="l">
              <a:lnSpc>
                <a:spcPct val="115000"/>
              </a:lnSpc>
              <a:spcBef>
                <a:spcPts val="0"/>
              </a:spcBef>
              <a:spcAft>
                <a:spcPts val="0"/>
              </a:spcAft>
              <a:buSzPts val="1600"/>
              <a:buNone/>
              <a:defRPr b="1" sz="1600"/>
            </a:lvl9pPr>
          </a:lstStyle>
          <a:p/>
        </p:txBody>
      </p:sp>
      <p:sp>
        <p:nvSpPr>
          <p:cNvPr id="408" name="Google Shape;408;g2d3c537dc00_0_385"/>
          <p:cNvSpPr/>
          <p:nvPr/>
        </p:nvSpPr>
        <p:spPr>
          <a:xfrm>
            <a:off x="3917025" y="2631853"/>
            <a:ext cx="4260600" cy="9759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g2d3c537dc00_0_385"/>
          <p:cNvSpPr/>
          <p:nvPr>
            <p:ph idx="7" type="pic"/>
          </p:nvPr>
        </p:nvSpPr>
        <p:spPr>
          <a:xfrm>
            <a:off x="4236300" y="2967102"/>
            <a:ext cx="363900" cy="285300"/>
          </a:xfrm>
          <a:prstGeom prst="rect">
            <a:avLst/>
          </a:prstGeom>
          <a:noFill/>
          <a:ln>
            <a:noFill/>
          </a:ln>
        </p:spPr>
      </p:sp>
      <p:sp>
        <p:nvSpPr>
          <p:cNvPr id="410" name="Google Shape;410;g2d3c537dc00_0_385"/>
          <p:cNvSpPr txBox="1"/>
          <p:nvPr>
            <p:ph idx="8" type="ctrTitle"/>
          </p:nvPr>
        </p:nvSpPr>
        <p:spPr>
          <a:xfrm>
            <a:off x="4974000" y="2631850"/>
            <a:ext cx="2970000" cy="9759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2"/>
              </a:buClr>
              <a:buSzPts val="1600"/>
              <a:buFont typeface="Inter"/>
              <a:buNone/>
              <a:defRPr b="1" sz="1600">
                <a:solidFill>
                  <a:schemeClr val="accent2"/>
                </a:solidFill>
                <a:latin typeface="Inter"/>
                <a:ea typeface="Inter"/>
                <a:cs typeface="Inter"/>
                <a:sym typeface="Inter"/>
              </a:defRPr>
            </a:lvl1pPr>
            <a:lvl2pPr lvl="1" algn="l">
              <a:lnSpc>
                <a:spcPct val="115000"/>
              </a:lnSpc>
              <a:spcBef>
                <a:spcPts val="0"/>
              </a:spcBef>
              <a:spcAft>
                <a:spcPts val="0"/>
              </a:spcAft>
              <a:buSzPts val="1600"/>
              <a:buNone/>
              <a:defRPr b="1" sz="1600"/>
            </a:lvl2pPr>
            <a:lvl3pPr lvl="2" algn="l">
              <a:lnSpc>
                <a:spcPct val="115000"/>
              </a:lnSpc>
              <a:spcBef>
                <a:spcPts val="0"/>
              </a:spcBef>
              <a:spcAft>
                <a:spcPts val="0"/>
              </a:spcAft>
              <a:buSzPts val="1600"/>
              <a:buNone/>
              <a:defRPr b="1" sz="1600"/>
            </a:lvl3pPr>
            <a:lvl4pPr lvl="3" algn="l">
              <a:lnSpc>
                <a:spcPct val="115000"/>
              </a:lnSpc>
              <a:spcBef>
                <a:spcPts val="0"/>
              </a:spcBef>
              <a:spcAft>
                <a:spcPts val="0"/>
              </a:spcAft>
              <a:buSzPts val="1600"/>
              <a:buNone/>
              <a:defRPr b="1" sz="1600"/>
            </a:lvl4pPr>
            <a:lvl5pPr lvl="4" algn="l">
              <a:lnSpc>
                <a:spcPct val="115000"/>
              </a:lnSpc>
              <a:spcBef>
                <a:spcPts val="0"/>
              </a:spcBef>
              <a:spcAft>
                <a:spcPts val="0"/>
              </a:spcAft>
              <a:buSzPts val="1600"/>
              <a:buNone/>
              <a:defRPr b="1" sz="1600"/>
            </a:lvl5pPr>
            <a:lvl6pPr lvl="5" algn="l">
              <a:lnSpc>
                <a:spcPct val="115000"/>
              </a:lnSpc>
              <a:spcBef>
                <a:spcPts val="0"/>
              </a:spcBef>
              <a:spcAft>
                <a:spcPts val="0"/>
              </a:spcAft>
              <a:buSzPts val="1600"/>
              <a:buNone/>
              <a:defRPr b="1" sz="1600"/>
            </a:lvl6pPr>
            <a:lvl7pPr lvl="6" algn="l">
              <a:lnSpc>
                <a:spcPct val="115000"/>
              </a:lnSpc>
              <a:spcBef>
                <a:spcPts val="0"/>
              </a:spcBef>
              <a:spcAft>
                <a:spcPts val="0"/>
              </a:spcAft>
              <a:buSzPts val="1600"/>
              <a:buNone/>
              <a:defRPr b="1" sz="1600"/>
            </a:lvl7pPr>
            <a:lvl8pPr lvl="7" algn="l">
              <a:lnSpc>
                <a:spcPct val="115000"/>
              </a:lnSpc>
              <a:spcBef>
                <a:spcPts val="0"/>
              </a:spcBef>
              <a:spcAft>
                <a:spcPts val="0"/>
              </a:spcAft>
              <a:buSzPts val="1600"/>
              <a:buNone/>
              <a:defRPr b="1" sz="1600"/>
            </a:lvl8pPr>
            <a:lvl9pPr lvl="8" algn="l">
              <a:lnSpc>
                <a:spcPct val="115000"/>
              </a:lnSpc>
              <a:spcBef>
                <a:spcPts val="0"/>
              </a:spcBef>
              <a:spcAft>
                <a:spcPts val="0"/>
              </a:spcAft>
              <a:buSzPts val="1600"/>
              <a:buNone/>
              <a:defRPr b="1" sz="1600"/>
            </a:lvl9pPr>
          </a:lstStyle>
          <a:p/>
        </p:txBody>
      </p:sp>
      <p:sp>
        <p:nvSpPr>
          <p:cNvPr id="411" name="Google Shape;411;g2d3c537dc00_0_385"/>
          <p:cNvSpPr/>
          <p:nvPr/>
        </p:nvSpPr>
        <p:spPr>
          <a:xfrm>
            <a:off x="3917025" y="3745091"/>
            <a:ext cx="4260600" cy="9759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g2d3c537dc00_0_385"/>
          <p:cNvSpPr/>
          <p:nvPr>
            <p:ph idx="9" type="pic"/>
          </p:nvPr>
        </p:nvSpPr>
        <p:spPr>
          <a:xfrm>
            <a:off x="4236300" y="4080341"/>
            <a:ext cx="363900" cy="285300"/>
          </a:xfrm>
          <a:prstGeom prst="rect">
            <a:avLst/>
          </a:prstGeom>
          <a:noFill/>
          <a:ln>
            <a:noFill/>
          </a:ln>
        </p:spPr>
      </p:sp>
      <p:sp>
        <p:nvSpPr>
          <p:cNvPr id="413" name="Google Shape;413;g2d3c537dc00_0_385"/>
          <p:cNvSpPr txBox="1"/>
          <p:nvPr>
            <p:ph idx="13" type="ctrTitle"/>
          </p:nvPr>
        </p:nvSpPr>
        <p:spPr>
          <a:xfrm>
            <a:off x="4974000" y="3745100"/>
            <a:ext cx="2970000" cy="9759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2"/>
              </a:buClr>
              <a:buSzPts val="1600"/>
              <a:buFont typeface="Inter"/>
              <a:buNone/>
              <a:defRPr b="1" sz="1600">
                <a:solidFill>
                  <a:schemeClr val="accent2"/>
                </a:solidFill>
                <a:latin typeface="Inter"/>
                <a:ea typeface="Inter"/>
                <a:cs typeface="Inter"/>
                <a:sym typeface="Inter"/>
              </a:defRPr>
            </a:lvl1pPr>
            <a:lvl2pPr lvl="1" algn="l">
              <a:lnSpc>
                <a:spcPct val="115000"/>
              </a:lnSpc>
              <a:spcBef>
                <a:spcPts val="0"/>
              </a:spcBef>
              <a:spcAft>
                <a:spcPts val="0"/>
              </a:spcAft>
              <a:buSzPts val="1600"/>
              <a:buNone/>
              <a:defRPr b="1" sz="1600"/>
            </a:lvl2pPr>
            <a:lvl3pPr lvl="2" algn="l">
              <a:lnSpc>
                <a:spcPct val="115000"/>
              </a:lnSpc>
              <a:spcBef>
                <a:spcPts val="0"/>
              </a:spcBef>
              <a:spcAft>
                <a:spcPts val="0"/>
              </a:spcAft>
              <a:buSzPts val="1600"/>
              <a:buNone/>
              <a:defRPr b="1" sz="1600"/>
            </a:lvl3pPr>
            <a:lvl4pPr lvl="3" algn="l">
              <a:lnSpc>
                <a:spcPct val="115000"/>
              </a:lnSpc>
              <a:spcBef>
                <a:spcPts val="0"/>
              </a:spcBef>
              <a:spcAft>
                <a:spcPts val="0"/>
              </a:spcAft>
              <a:buSzPts val="1600"/>
              <a:buNone/>
              <a:defRPr b="1" sz="1600"/>
            </a:lvl4pPr>
            <a:lvl5pPr lvl="4" algn="l">
              <a:lnSpc>
                <a:spcPct val="115000"/>
              </a:lnSpc>
              <a:spcBef>
                <a:spcPts val="0"/>
              </a:spcBef>
              <a:spcAft>
                <a:spcPts val="0"/>
              </a:spcAft>
              <a:buSzPts val="1600"/>
              <a:buNone/>
              <a:defRPr b="1" sz="1600"/>
            </a:lvl5pPr>
            <a:lvl6pPr lvl="5" algn="l">
              <a:lnSpc>
                <a:spcPct val="115000"/>
              </a:lnSpc>
              <a:spcBef>
                <a:spcPts val="0"/>
              </a:spcBef>
              <a:spcAft>
                <a:spcPts val="0"/>
              </a:spcAft>
              <a:buSzPts val="1600"/>
              <a:buNone/>
              <a:defRPr b="1" sz="1600"/>
            </a:lvl6pPr>
            <a:lvl7pPr lvl="6" algn="l">
              <a:lnSpc>
                <a:spcPct val="115000"/>
              </a:lnSpc>
              <a:spcBef>
                <a:spcPts val="0"/>
              </a:spcBef>
              <a:spcAft>
                <a:spcPts val="0"/>
              </a:spcAft>
              <a:buSzPts val="1600"/>
              <a:buNone/>
              <a:defRPr b="1" sz="1600"/>
            </a:lvl7pPr>
            <a:lvl8pPr lvl="7" algn="l">
              <a:lnSpc>
                <a:spcPct val="115000"/>
              </a:lnSpc>
              <a:spcBef>
                <a:spcPts val="0"/>
              </a:spcBef>
              <a:spcAft>
                <a:spcPts val="0"/>
              </a:spcAft>
              <a:buSzPts val="1600"/>
              <a:buNone/>
              <a:defRPr b="1" sz="1600"/>
            </a:lvl8pPr>
            <a:lvl9pPr lvl="8" algn="l">
              <a:lnSpc>
                <a:spcPct val="115000"/>
              </a:lnSpc>
              <a:spcBef>
                <a:spcPts val="0"/>
              </a:spcBef>
              <a:spcAft>
                <a:spcPts val="0"/>
              </a:spcAft>
              <a:buSzPts val="1600"/>
              <a:buNone/>
              <a:defRPr b="1" sz="16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ommendation - Sales">
  <p:cSld name="CUSTOM_5_2_1_1">
    <p:bg>
      <p:bgPr>
        <a:solidFill>
          <a:schemeClr val="accent1"/>
        </a:solidFill>
      </p:bgPr>
    </p:bg>
    <p:spTree>
      <p:nvGrpSpPr>
        <p:cNvPr id="414" name="Shape 414"/>
        <p:cNvGrpSpPr/>
        <p:nvPr/>
      </p:nvGrpSpPr>
      <p:grpSpPr>
        <a:xfrm>
          <a:off x="0" y="0"/>
          <a:ext cx="0" cy="0"/>
          <a:chOff x="0" y="0"/>
          <a:chExt cx="0" cy="0"/>
        </a:xfrm>
      </p:grpSpPr>
      <p:sp>
        <p:nvSpPr>
          <p:cNvPr id="415" name="Google Shape;415;g2d3c537dc00_0_401"/>
          <p:cNvSpPr txBox="1"/>
          <p:nvPr>
            <p:ph type="ctrTitle"/>
          </p:nvPr>
        </p:nvSpPr>
        <p:spPr>
          <a:xfrm>
            <a:off x="2441650" y="537825"/>
            <a:ext cx="4260900" cy="354300"/>
          </a:xfrm>
          <a:prstGeom prst="rect">
            <a:avLst/>
          </a:prstGeom>
          <a:noFill/>
          <a:ln>
            <a:noFill/>
          </a:ln>
        </p:spPr>
        <p:txBody>
          <a:bodyPr anchorCtr="0" anchor="ctr" bIns="0" lIns="0" spcFirstLastPara="1" rIns="0" wrap="square" tIns="0">
            <a:noAutofit/>
          </a:bodyPr>
          <a:lstStyle>
            <a:lvl1pPr lvl="0" algn="ctr">
              <a:lnSpc>
                <a:spcPct val="85000"/>
              </a:lnSpc>
              <a:spcBef>
                <a:spcPts val="0"/>
              </a:spcBef>
              <a:spcAft>
                <a:spcPts val="0"/>
              </a:spcAft>
              <a:buClr>
                <a:schemeClr val="accent2"/>
              </a:buClr>
              <a:buSzPts val="2500"/>
              <a:buFont typeface="Inter"/>
              <a:buNone/>
              <a:defRPr b="1" sz="2500">
                <a:solidFill>
                  <a:schemeClr val="accent2"/>
                </a:solidFill>
                <a:latin typeface="Inter"/>
                <a:ea typeface="Inter"/>
                <a:cs typeface="Inter"/>
                <a:sym typeface="Inter"/>
              </a:defRPr>
            </a:lvl1pPr>
            <a:lvl2pPr lvl="1" algn="ctr">
              <a:lnSpc>
                <a:spcPct val="100000"/>
              </a:lnSpc>
              <a:spcBef>
                <a:spcPts val="0"/>
              </a:spcBef>
              <a:spcAft>
                <a:spcPts val="0"/>
              </a:spcAft>
              <a:buSzPts val="7000"/>
              <a:buNone/>
              <a:defRPr b="1" sz="7000"/>
            </a:lvl2pPr>
            <a:lvl3pPr lvl="2" algn="ctr">
              <a:lnSpc>
                <a:spcPct val="100000"/>
              </a:lnSpc>
              <a:spcBef>
                <a:spcPts val="0"/>
              </a:spcBef>
              <a:spcAft>
                <a:spcPts val="0"/>
              </a:spcAft>
              <a:buSzPts val="7000"/>
              <a:buNone/>
              <a:defRPr b="1" sz="7000"/>
            </a:lvl3pPr>
            <a:lvl4pPr lvl="3" algn="ctr">
              <a:lnSpc>
                <a:spcPct val="100000"/>
              </a:lnSpc>
              <a:spcBef>
                <a:spcPts val="0"/>
              </a:spcBef>
              <a:spcAft>
                <a:spcPts val="0"/>
              </a:spcAft>
              <a:buSzPts val="7000"/>
              <a:buNone/>
              <a:defRPr b="1" sz="7000"/>
            </a:lvl4pPr>
            <a:lvl5pPr lvl="4" algn="ctr">
              <a:lnSpc>
                <a:spcPct val="100000"/>
              </a:lnSpc>
              <a:spcBef>
                <a:spcPts val="0"/>
              </a:spcBef>
              <a:spcAft>
                <a:spcPts val="0"/>
              </a:spcAft>
              <a:buSzPts val="7000"/>
              <a:buNone/>
              <a:defRPr b="1" sz="7000"/>
            </a:lvl5pPr>
            <a:lvl6pPr lvl="5" algn="ctr">
              <a:lnSpc>
                <a:spcPct val="100000"/>
              </a:lnSpc>
              <a:spcBef>
                <a:spcPts val="0"/>
              </a:spcBef>
              <a:spcAft>
                <a:spcPts val="0"/>
              </a:spcAft>
              <a:buSzPts val="7000"/>
              <a:buNone/>
              <a:defRPr b="1" sz="7000"/>
            </a:lvl6pPr>
            <a:lvl7pPr lvl="6" algn="ctr">
              <a:lnSpc>
                <a:spcPct val="100000"/>
              </a:lnSpc>
              <a:spcBef>
                <a:spcPts val="0"/>
              </a:spcBef>
              <a:spcAft>
                <a:spcPts val="0"/>
              </a:spcAft>
              <a:buSzPts val="7000"/>
              <a:buNone/>
              <a:defRPr b="1" sz="7000"/>
            </a:lvl7pPr>
            <a:lvl8pPr lvl="7" algn="ctr">
              <a:lnSpc>
                <a:spcPct val="100000"/>
              </a:lnSpc>
              <a:spcBef>
                <a:spcPts val="0"/>
              </a:spcBef>
              <a:spcAft>
                <a:spcPts val="0"/>
              </a:spcAft>
              <a:buSzPts val="7000"/>
              <a:buNone/>
              <a:defRPr b="1" sz="7000"/>
            </a:lvl8pPr>
            <a:lvl9pPr lvl="8" algn="ctr">
              <a:lnSpc>
                <a:spcPct val="100000"/>
              </a:lnSpc>
              <a:spcBef>
                <a:spcPts val="0"/>
              </a:spcBef>
              <a:spcAft>
                <a:spcPts val="0"/>
              </a:spcAft>
              <a:buSzPts val="7000"/>
              <a:buNone/>
              <a:defRPr b="1" sz="7000"/>
            </a:lvl9pPr>
          </a:lstStyle>
          <a:p/>
        </p:txBody>
      </p:sp>
      <p:sp>
        <p:nvSpPr>
          <p:cNvPr id="416" name="Google Shape;416;g2d3c537dc00_0_401"/>
          <p:cNvSpPr/>
          <p:nvPr/>
        </p:nvSpPr>
        <p:spPr>
          <a:xfrm>
            <a:off x="966275" y="1208425"/>
            <a:ext cx="7211400" cy="13263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g2d3c537dc00_0_401"/>
          <p:cNvSpPr/>
          <p:nvPr/>
        </p:nvSpPr>
        <p:spPr>
          <a:xfrm>
            <a:off x="966275" y="2851025"/>
            <a:ext cx="7211400" cy="17832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g2d3c537dc00_0_401"/>
          <p:cNvSpPr txBox="1"/>
          <p:nvPr>
            <p:ph idx="2" type="ctrTitle"/>
          </p:nvPr>
        </p:nvSpPr>
        <p:spPr>
          <a:xfrm>
            <a:off x="1127100" y="1303212"/>
            <a:ext cx="3362400" cy="354300"/>
          </a:xfrm>
          <a:prstGeom prst="rect">
            <a:avLst/>
          </a:prstGeom>
          <a:noFill/>
          <a:ln>
            <a:noFill/>
          </a:ln>
        </p:spPr>
        <p:txBody>
          <a:bodyPr anchorCtr="0" anchor="ctr" bIns="0" lIns="0" spcFirstLastPara="1" rIns="0" wrap="square" tIns="0">
            <a:noAutofit/>
          </a:bodyPr>
          <a:lstStyle>
            <a:lvl1pPr lvl="0" algn="l">
              <a:lnSpc>
                <a:spcPct val="85000"/>
              </a:lnSpc>
              <a:spcBef>
                <a:spcPts val="0"/>
              </a:spcBef>
              <a:spcAft>
                <a:spcPts val="0"/>
              </a:spcAft>
              <a:buClr>
                <a:schemeClr val="accent2"/>
              </a:buClr>
              <a:buSzPts val="1300"/>
              <a:buFont typeface="Inter"/>
              <a:buNone/>
              <a:defRPr b="1" sz="1300">
                <a:solidFill>
                  <a:schemeClr val="accent2"/>
                </a:solidFill>
                <a:latin typeface="Inter"/>
                <a:ea typeface="Inter"/>
                <a:cs typeface="Inter"/>
                <a:sym typeface="Inter"/>
              </a:defRPr>
            </a:lvl1pPr>
            <a:lvl2pPr lvl="1" algn="l">
              <a:lnSpc>
                <a:spcPct val="100000"/>
              </a:lnSpc>
              <a:spcBef>
                <a:spcPts val="0"/>
              </a:spcBef>
              <a:spcAft>
                <a:spcPts val="0"/>
              </a:spcAft>
              <a:buSzPts val="1300"/>
              <a:buNone/>
              <a:defRPr b="1" sz="1300"/>
            </a:lvl2pPr>
            <a:lvl3pPr lvl="2" algn="l">
              <a:lnSpc>
                <a:spcPct val="100000"/>
              </a:lnSpc>
              <a:spcBef>
                <a:spcPts val="0"/>
              </a:spcBef>
              <a:spcAft>
                <a:spcPts val="0"/>
              </a:spcAft>
              <a:buSzPts val="1300"/>
              <a:buNone/>
              <a:defRPr b="1" sz="1300"/>
            </a:lvl3pPr>
            <a:lvl4pPr lvl="3" algn="l">
              <a:lnSpc>
                <a:spcPct val="100000"/>
              </a:lnSpc>
              <a:spcBef>
                <a:spcPts val="0"/>
              </a:spcBef>
              <a:spcAft>
                <a:spcPts val="0"/>
              </a:spcAft>
              <a:buSzPts val="1300"/>
              <a:buNone/>
              <a:defRPr b="1" sz="1300"/>
            </a:lvl4pPr>
            <a:lvl5pPr lvl="4" algn="l">
              <a:lnSpc>
                <a:spcPct val="100000"/>
              </a:lnSpc>
              <a:spcBef>
                <a:spcPts val="0"/>
              </a:spcBef>
              <a:spcAft>
                <a:spcPts val="0"/>
              </a:spcAft>
              <a:buSzPts val="1300"/>
              <a:buNone/>
              <a:defRPr b="1" sz="1300"/>
            </a:lvl5pPr>
            <a:lvl6pPr lvl="5" algn="l">
              <a:lnSpc>
                <a:spcPct val="100000"/>
              </a:lnSpc>
              <a:spcBef>
                <a:spcPts val="0"/>
              </a:spcBef>
              <a:spcAft>
                <a:spcPts val="0"/>
              </a:spcAft>
              <a:buSzPts val="1300"/>
              <a:buNone/>
              <a:defRPr b="1" sz="1300"/>
            </a:lvl6pPr>
            <a:lvl7pPr lvl="6" algn="l">
              <a:lnSpc>
                <a:spcPct val="100000"/>
              </a:lnSpc>
              <a:spcBef>
                <a:spcPts val="0"/>
              </a:spcBef>
              <a:spcAft>
                <a:spcPts val="0"/>
              </a:spcAft>
              <a:buSzPts val="1300"/>
              <a:buNone/>
              <a:defRPr b="1" sz="1300"/>
            </a:lvl7pPr>
            <a:lvl8pPr lvl="7" algn="l">
              <a:lnSpc>
                <a:spcPct val="100000"/>
              </a:lnSpc>
              <a:spcBef>
                <a:spcPts val="0"/>
              </a:spcBef>
              <a:spcAft>
                <a:spcPts val="0"/>
              </a:spcAft>
              <a:buSzPts val="1300"/>
              <a:buNone/>
              <a:defRPr b="1" sz="1300"/>
            </a:lvl8pPr>
            <a:lvl9pPr lvl="8" algn="l">
              <a:lnSpc>
                <a:spcPct val="100000"/>
              </a:lnSpc>
              <a:spcBef>
                <a:spcPts val="0"/>
              </a:spcBef>
              <a:spcAft>
                <a:spcPts val="0"/>
              </a:spcAft>
              <a:buSzPts val="1300"/>
              <a:buNone/>
              <a:defRPr b="1" sz="1300"/>
            </a:lvl9pPr>
          </a:lstStyle>
          <a:p/>
        </p:txBody>
      </p:sp>
      <p:sp>
        <p:nvSpPr>
          <p:cNvPr id="419" name="Google Shape;419;g2d3c537dc00_0_401"/>
          <p:cNvSpPr txBox="1"/>
          <p:nvPr>
            <p:ph idx="3" type="ctrTitle"/>
          </p:nvPr>
        </p:nvSpPr>
        <p:spPr>
          <a:xfrm>
            <a:off x="1127100" y="1793775"/>
            <a:ext cx="3362400" cy="6351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1000"/>
              <a:buFont typeface="Inter"/>
              <a:buNone/>
              <a:defRPr sz="1000">
                <a:latin typeface="Inter"/>
                <a:ea typeface="Inter"/>
                <a:cs typeface="Inter"/>
                <a:sym typeface="Inter"/>
              </a:defRPr>
            </a:lvl2pPr>
            <a:lvl3pPr lvl="2" algn="l">
              <a:lnSpc>
                <a:spcPct val="100000"/>
              </a:lnSpc>
              <a:spcBef>
                <a:spcPts val="0"/>
              </a:spcBef>
              <a:spcAft>
                <a:spcPts val="0"/>
              </a:spcAft>
              <a:buSzPts val="1000"/>
              <a:buFont typeface="Inter"/>
              <a:buNone/>
              <a:defRPr sz="1000">
                <a:latin typeface="Inter"/>
                <a:ea typeface="Inter"/>
                <a:cs typeface="Inter"/>
                <a:sym typeface="Inter"/>
              </a:defRPr>
            </a:lvl3pPr>
            <a:lvl4pPr lvl="3" algn="l">
              <a:lnSpc>
                <a:spcPct val="100000"/>
              </a:lnSpc>
              <a:spcBef>
                <a:spcPts val="0"/>
              </a:spcBef>
              <a:spcAft>
                <a:spcPts val="0"/>
              </a:spcAft>
              <a:buSzPts val="1000"/>
              <a:buFont typeface="Inter"/>
              <a:buNone/>
              <a:defRPr sz="1000">
                <a:latin typeface="Inter"/>
                <a:ea typeface="Inter"/>
                <a:cs typeface="Inter"/>
                <a:sym typeface="Inter"/>
              </a:defRPr>
            </a:lvl4pPr>
            <a:lvl5pPr lvl="4" algn="l">
              <a:lnSpc>
                <a:spcPct val="100000"/>
              </a:lnSpc>
              <a:spcBef>
                <a:spcPts val="0"/>
              </a:spcBef>
              <a:spcAft>
                <a:spcPts val="0"/>
              </a:spcAft>
              <a:buSzPts val="1000"/>
              <a:buFont typeface="Inter"/>
              <a:buNone/>
              <a:defRPr sz="1000">
                <a:latin typeface="Inter"/>
                <a:ea typeface="Inter"/>
                <a:cs typeface="Inter"/>
                <a:sym typeface="Inter"/>
              </a:defRPr>
            </a:lvl5pPr>
            <a:lvl6pPr lvl="5" algn="l">
              <a:lnSpc>
                <a:spcPct val="100000"/>
              </a:lnSpc>
              <a:spcBef>
                <a:spcPts val="0"/>
              </a:spcBef>
              <a:spcAft>
                <a:spcPts val="0"/>
              </a:spcAft>
              <a:buSzPts val="1000"/>
              <a:buFont typeface="Inter"/>
              <a:buNone/>
              <a:defRPr sz="1000">
                <a:latin typeface="Inter"/>
                <a:ea typeface="Inter"/>
                <a:cs typeface="Inter"/>
                <a:sym typeface="Inter"/>
              </a:defRPr>
            </a:lvl6pPr>
            <a:lvl7pPr lvl="6" algn="l">
              <a:lnSpc>
                <a:spcPct val="100000"/>
              </a:lnSpc>
              <a:spcBef>
                <a:spcPts val="0"/>
              </a:spcBef>
              <a:spcAft>
                <a:spcPts val="0"/>
              </a:spcAft>
              <a:buSzPts val="1000"/>
              <a:buFont typeface="Inter"/>
              <a:buNone/>
              <a:defRPr sz="1000">
                <a:latin typeface="Inter"/>
                <a:ea typeface="Inter"/>
                <a:cs typeface="Inter"/>
                <a:sym typeface="Inter"/>
              </a:defRPr>
            </a:lvl7pPr>
            <a:lvl8pPr lvl="7" algn="l">
              <a:lnSpc>
                <a:spcPct val="100000"/>
              </a:lnSpc>
              <a:spcBef>
                <a:spcPts val="0"/>
              </a:spcBef>
              <a:spcAft>
                <a:spcPts val="0"/>
              </a:spcAft>
              <a:buSzPts val="1000"/>
              <a:buFont typeface="Inter"/>
              <a:buNone/>
              <a:defRPr sz="1000">
                <a:latin typeface="Inter"/>
                <a:ea typeface="Inter"/>
                <a:cs typeface="Inter"/>
                <a:sym typeface="Inter"/>
              </a:defRPr>
            </a:lvl8pPr>
            <a:lvl9pPr lvl="8" algn="l">
              <a:lnSpc>
                <a:spcPct val="100000"/>
              </a:lnSpc>
              <a:spcBef>
                <a:spcPts val="0"/>
              </a:spcBef>
              <a:spcAft>
                <a:spcPts val="0"/>
              </a:spcAft>
              <a:buSzPts val="1000"/>
              <a:buFont typeface="Inter"/>
              <a:buNone/>
              <a:defRPr sz="1000">
                <a:latin typeface="Inter"/>
                <a:ea typeface="Inter"/>
                <a:cs typeface="Inter"/>
                <a:sym typeface="Inter"/>
              </a:defRPr>
            </a:lvl9pPr>
          </a:lstStyle>
          <a:p/>
        </p:txBody>
      </p:sp>
      <p:sp>
        <p:nvSpPr>
          <p:cNvPr id="420" name="Google Shape;420;g2d3c537dc00_0_401"/>
          <p:cNvSpPr txBox="1"/>
          <p:nvPr>
            <p:ph idx="4" type="ctrTitle"/>
          </p:nvPr>
        </p:nvSpPr>
        <p:spPr>
          <a:xfrm>
            <a:off x="4654725" y="1793775"/>
            <a:ext cx="3362400" cy="6351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1000"/>
              <a:buFont typeface="Inter"/>
              <a:buNone/>
              <a:defRPr sz="1000">
                <a:latin typeface="Inter"/>
                <a:ea typeface="Inter"/>
                <a:cs typeface="Inter"/>
                <a:sym typeface="Inter"/>
              </a:defRPr>
            </a:lvl2pPr>
            <a:lvl3pPr lvl="2" algn="l">
              <a:lnSpc>
                <a:spcPct val="100000"/>
              </a:lnSpc>
              <a:spcBef>
                <a:spcPts val="0"/>
              </a:spcBef>
              <a:spcAft>
                <a:spcPts val="0"/>
              </a:spcAft>
              <a:buSzPts val="1000"/>
              <a:buFont typeface="Inter"/>
              <a:buNone/>
              <a:defRPr sz="1000">
                <a:latin typeface="Inter"/>
                <a:ea typeface="Inter"/>
                <a:cs typeface="Inter"/>
                <a:sym typeface="Inter"/>
              </a:defRPr>
            </a:lvl3pPr>
            <a:lvl4pPr lvl="3" algn="l">
              <a:lnSpc>
                <a:spcPct val="100000"/>
              </a:lnSpc>
              <a:spcBef>
                <a:spcPts val="0"/>
              </a:spcBef>
              <a:spcAft>
                <a:spcPts val="0"/>
              </a:spcAft>
              <a:buSzPts val="1000"/>
              <a:buFont typeface="Inter"/>
              <a:buNone/>
              <a:defRPr sz="1000">
                <a:latin typeface="Inter"/>
                <a:ea typeface="Inter"/>
                <a:cs typeface="Inter"/>
                <a:sym typeface="Inter"/>
              </a:defRPr>
            </a:lvl4pPr>
            <a:lvl5pPr lvl="4" algn="l">
              <a:lnSpc>
                <a:spcPct val="100000"/>
              </a:lnSpc>
              <a:spcBef>
                <a:spcPts val="0"/>
              </a:spcBef>
              <a:spcAft>
                <a:spcPts val="0"/>
              </a:spcAft>
              <a:buSzPts val="1000"/>
              <a:buFont typeface="Inter"/>
              <a:buNone/>
              <a:defRPr sz="1000">
                <a:latin typeface="Inter"/>
                <a:ea typeface="Inter"/>
                <a:cs typeface="Inter"/>
                <a:sym typeface="Inter"/>
              </a:defRPr>
            </a:lvl5pPr>
            <a:lvl6pPr lvl="5" algn="l">
              <a:lnSpc>
                <a:spcPct val="100000"/>
              </a:lnSpc>
              <a:spcBef>
                <a:spcPts val="0"/>
              </a:spcBef>
              <a:spcAft>
                <a:spcPts val="0"/>
              </a:spcAft>
              <a:buSzPts val="1000"/>
              <a:buFont typeface="Inter"/>
              <a:buNone/>
              <a:defRPr sz="1000">
                <a:latin typeface="Inter"/>
                <a:ea typeface="Inter"/>
                <a:cs typeface="Inter"/>
                <a:sym typeface="Inter"/>
              </a:defRPr>
            </a:lvl6pPr>
            <a:lvl7pPr lvl="6" algn="l">
              <a:lnSpc>
                <a:spcPct val="100000"/>
              </a:lnSpc>
              <a:spcBef>
                <a:spcPts val="0"/>
              </a:spcBef>
              <a:spcAft>
                <a:spcPts val="0"/>
              </a:spcAft>
              <a:buSzPts val="1000"/>
              <a:buFont typeface="Inter"/>
              <a:buNone/>
              <a:defRPr sz="1000">
                <a:latin typeface="Inter"/>
                <a:ea typeface="Inter"/>
                <a:cs typeface="Inter"/>
                <a:sym typeface="Inter"/>
              </a:defRPr>
            </a:lvl7pPr>
            <a:lvl8pPr lvl="7" algn="l">
              <a:lnSpc>
                <a:spcPct val="100000"/>
              </a:lnSpc>
              <a:spcBef>
                <a:spcPts val="0"/>
              </a:spcBef>
              <a:spcAft>
                <a:spcPts val="0"/>
              </a:spcAft>
              <a:buSzPts val="1000"/>
              <a:buFont typeface="Inter"/>
              <a:buNone/>
              <a:defRPr sz="1000">
                <a:latin typeface="Inter"/>
                <a:ea typeface="Inter"/>
                <a:cs typeface="Inter"/>
                <a:sym typeface="Inter"/>
              </a:defRPr>
            </a:lvl8pPr>
            <a:lvl9pPr lvl="8" algn="l">
              <a:lnSpc>
                <a:spcPct val="100000"/>
              </a:lnSpc>
              <a:spcBef>
                <a:spcPts val="0"/>
              </a:spcBef>
              <a:spcAft>
                <a:spcPts val="0"/>
              </a:spcAft>
              <a:buSzPts val="1000"/>
              <a:buFont typeface="Inter"/>
              <a:buNone/>
              <a:defRPr sz="1000">
                <a:latin typeface="Inter"/>
                <a:ea typeface="Inter"/>
                <a:cs typeface="Inter"/>
                <a:sym typeface="Inter"/>
              </a:defRPr>
            </a:lvl9pPr>
          </a:lstStyle>
          <a:p/>
        </p:txBody>
      </p:sp>
      <p:sp>
        <p:nvSpPr>
          <p:cNvPr id="421" name="Google Shape;421;g2d3c537dc00_0_401"/>
          <p:cNvSpPr txBox="1"/>
          <p:nvPr>
            <p:ph idx="5" type="ctrTitle"/>
          </p:nvPr>
        </p:nvSpPr>
        <p:spPr>
          <a:xfrm>
            <a:off x="1129275" y="3481825"/>
            <a:ext cx="1149000" cy="3543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300"/>
              <a:buFont typeface="Inter"/>
              <a:buNone/>
              <a:defRPr b="1" sz="1300">
                <a:solidFill>
                  <a:schemeClr val="accent2"/>
                </a:solidFill>
                <a:latin typeface="Inter"/>
                <a:ea typeface="Inter"/>
                <a:cs typeface="Inter"/>
                <a:sym typeface="Inter"/>
              </a:defRPr>
            </a:lvl1pPr>
            <a:lvl2pPr lvl="1" algn="l">
              <a:lnSpc>
                <a:spcPct val="100000"/>
              </a:lnSpc>
              <a:spcBef>
                <a:spcPts val="0"/>
              </a:spcBef>
              <a:spcAft>
                <a:spcPts val="0"/>
              </a:spcAft>
              <a:buSzPts val="1300"/>
              <a:buNone/>
              <a:defRPr b="1" sz="1300"/>
            </a:lvl2pPr>
            <a:lvl3pPr lvl="2" algn="l">
              <a:lnSpc>
                <a:spcPct val="100000"/>
              </a:lnSpc>
              <a:spcBef>
                <a:spcPts val="0"/>
              </a:spcBef>
              <a:spcAft>
                <a:spcPts val="0"/>
              </a:spcAft>
              <a:buSzPts val="1300"/>
              <a:buNone/>
              <a:defRPr b="1" sz="1300"/>
            </a:lvl3pPr>
            <a:lvl4pPr lvl="3" algn="l">
              <a:lnSpc>
                <a:spcPct val="100000"/>
              </a:lnSpc>
              <a:spcBef>
                <a:spcPts val="0"/>
              </a:spcBef>
              <a:spcAft>
                <a:spcPts val="0"/>
              </a:spcAft>
              <a:buSzPts val="1300"/>
              <a:buNone/>
              <a:defRPr b="1" sz="1300"/>
            </a:lvl4pPr>
            <a:lvl5pPr lvl="4" algn="l">
              <a:lnSpc>
                <a:spcPct val="100000"/>
              </a:lnSpc>
              <a:spcBef>
                <a:spcPts val="0"/>
              </a:spcBef>
              <a:spcAft>
                <a:spcPts val="0"/>
              </a:spcAft>
              <a:buSzPts val="1300"/>
              <a:buNone/>
              <a:defRPr b="1" sz="1300"/>
            </a:lvl5pPr>
            <a:lvl6pPr lvl="5" algn="l">
              <a:lnSpc>
                <a:spcPct val="100000"/>
              </a:lnSpc>
              <a:spcBef>
                <a:spcPts val="0"/>
              </a:spcBef>
              <a:spcAft>
                <a:spcPts val="0"/>
              </a:spcAft>
              <a:buSzPts val="1300"/>
              <a:buNone/>
              <a:defRPr b="1" sz="1300"/>
            </a:lvl6pPr>
            <a:lvl7pPr lvl="6" algn="l">
              <a:lnSpc>
                <a:spcPct val="100000"/>
              </a:lnSpc>
              <a:spcBef>
                <a:spcPts val="0"/>
              </a:spcBef>
              <a:spcAft>
                <a:spcPts val="0"/>
              </a:spcAft>
              <a:buSzPts val="1300"/>
              <a:buNone/>
              <a:defRPr b="1" sz="1300"/>
            </a:lvl7pPr>
            <a:lvl8pPr lvl="7" algn="l">
              <a:lnSpc>
                <a:spcPct val="100000"/>
              </a:lnSpc>
              <a:spcBef>
                <a:spcPts val="0"/>
              </a:spcBef>
              <a:spcAft>
                <a:spcPts val="0"/>
              </a:spcAft>
              <a:buSzPts val="1300"/>
              <a:buNone/>
              <a:defRPr b="1" sz="1300"/>
            </a:lvl8pPr>
            <a:lvl9pPr lvl="8" algn="l">
              <a:lnSpc>
                <a:spcPct val="100000"/>
              </a:lnSpc>
              <a:spcBef>
                <a:spcPts val="0"/>
              </a:spcBef>
              <a:spcAft>
                <a:spcPts val="0"/>
              </a:spcAft>
              <a:buSzPts val="1300"/>
              <a:buNone/>
              <a:defRPr b="1" sz="1300"/>
            </a:lvl9pPr>
          </a:lstStyle>
          <a:p/>
        </p:txBody>
      </p:sp>
      <p:sp>
        <p:nvSpPr>
          <p:cNvPr id="422" name="Google Shape;422;g2d3c537dc00_0_401"/>
          <p:cNvSpPr txBox="1"/>
          <p:nvPr>
            <p:ph idx="6" type="ctrTitle"/>
          </p:nvPr>
        </p:nvSpPr>
        <p:spPr>
          <a:xfrm>
            <a:off x="2441650" y="2975125"/>
            <a:ext cx="2210100" cy="354300"/>
          </a:xfrm>
          <a:prstGeom prst="rect">
            <a:avLst/>
          </a:prstGeom>
          <a:noFill/>
          <a:ln>
            <a:noFill/>
          </a:ln>
        </p:spPr>
        <p:txBody>
          <a:bodyPr anchorCtr="0" anchor="ctr" bIns="0" lIns="0" spcFirstLastPara="1" rIns="0" wrap="square" tIns="0">
            <a:noAutofit/>
          </a:bodyPr>
          <a:lstStyle>
            <a:lvl1pPr lvl="0" algn="l">
              <a:lnSpc>
                <a:spcPct val="85000"/>
              </a:lnSpc>
              <a:spcBef>
                <a:spcPts val="0"/>
              </a:spcBef>
              <a:spcAft>
                <a:spcPts val="0"/>
              </a:spcAft>
              <a:buClr>
                <a:schemeClr val="accent2"/>
              </a:buClr>
              <a:buSzPts val="1300"/>
              <a:buFont typeface="Inter"/>
              <a:buNone/>
              <a:defRPr b="1" sz="1300">
                <a:solidFill>
                  <a:schemeClr val="accent2"/>
                </a:solidFill>
                <a:latin typeface="Inter"/>
                <a:ea typeface="Inter"/>
                <a:cs typeface="Inter"/>
                <a:sym typeface="Inter"/>
              </a:defRPr>
            </a:lvl1pPr>
            <a:lvl2pPr lvl="1" algn="l">
              <a:lnSpc>
                <a:spcPct val="100000"/>
              </a:lnSpc>
              <a:spcBef>
                <a:spcPts val="0"/>
              </a:spcBef>
              <a:spcAft>
                <a:spcPts val="0"/>
              </a:spcAft>
              <a:buSzPts val="1300"/>
              <a:buNone/>
              <a:defRPr b="1" sz="1300"/>
            </a:lvl2pPr>
            <a:lvl3pPr lvl="2" algn="l">
              <a:lnSpc>
                <a:spcPct val="100000"/>
              </a:lnSpc>
              <a:spcBef>
                <a:spcPts val="0"/>
              </a:spcBef>
              <a:spcAft>
                <a:spcPts val="0"/>
              </a:spcAft>
              <a:buSzPts val="1300"/>
              <a:buNone/>
              <a:defRPr b="1" sz="1300"/>
            </a:lvl3pPr>
            <a:lvl4pPr lvl="3" algn="l">
              <a:lnSpc>
                <a:spcPct val="100000"/>
              </a:lnSpc>
              <a:spcBef>
                <a:spcPts val="0"/>
              </a:spcBef>
              <a:spcAft>
                <a:spcPts val="0"/>
              </a:spcAft>
              <a:buSzPts val="1300"/>
              <a:buNone/>
              <a:defRPr b="1" sz="1300"/>
            </a:lvl4pPr>
            <a:lvl5pPr lvl="4" algn="l">
              <a:lnSpc>
                <a:spcPct val="100000"/>
              </a:lnSpc>
              <a:spcBef>
                <a:spcPts val="0"/>
              </a:spcBef>
              <a:spcAft>
                <a:spcPts val="0"/>
              </a:spcAft>
              <a:buSzPts val="1300"/>
              <a:buNone/>
              <a:defRPr b="1" sz="1300"/>
            </a:lvl5pPr>
            <a:lvl6pPr lvl="5" algn="l">
              <a:lnSpc>
                <a:spcPct val="100000"/>
              </a:lnSpc>
              <a:spcBef>
                <a:spcPts val="0"/>
              </a:spcBef>
              <a:spcAft>
                <a:spcPts val="0"/>
              </a:spcAft>
              <a:buSzPts val="1300"/>
              <a:buNone/>
              <a:defRPr b="1" sz="1300"/>
            </a:lvl6pPr>
            <a:lvl7pPr lvl="6" algn="l">
              <a:lnSpc>
                <a:spcPct val="100000"/>
              </a:lnSpc>
              <a:spcBef>
                <a:spcPts val="0"/>
              </a:spcBef>
              <a:spcAft>
                <a:spcPts val="0"/>
              </a:spcAft>
              <a:buSzPts val="1300"/>
              <a:buNone/>
              <a:defRPr b="1" sz="1300"/>
            </a:lvl7pPr>
            <a:lvl8pPr lvl="7" algn="l">
              <a:lnSpc>
                <a:spcPct val="100000"/>
              </a:lnSpc>
              <a:spcBef>
                <a:spcPts val="0"/>
              </a:spcBef>
              <a:spcAft>
                <a:spcPts val="0"/>
              </a:spcAft>
              <a:buSzPts val="1300"/>
              <a:buNone/>
              <a:defRPr b="1" sz="1300"/>
            </a:lvl8pPr>
            <a:lvl9pPr lvl="8" algn="l">
              <a:lnSpc>
                <a:spcPct val="100000"/>
              </a:lnSpc>
              <a:spcBef>
                <a:spcPts val="0"/>
              </a:spcBef>
              <a:spcAft>
                <a:spcPts val="0"/>
              </a:spcAft>
              <a:buSzPts val="1300"/>
              <a:buNone/>
              <a:defRPr b="1" sz="1300"/>
            </a:lvl9pPr>
          </a:lstStyle>
          <a:p/>
        </p:txBody>
      </p:sp>
      <p:sp>
        <p:nvSpPr>
          <p:cNvPr id="423" name="Google Shape;423;g2d3c537dc00_0_401"/>
          <p:cNvSpPr txBox="1"/>
          <p:nvPr>
            <p:ph idx="7" type="ctrTitle"/>
          </p:nvPr>
        </p:nvSpPr>
        <p:spPr>
          <a:xfrm>
            <a:off x="5388275" y="2975125"/>
            <a:ext cx="2210100" cy="354300"/>
          </a:xfrm>
          <a:prstGeom prst="rect">
            <a:avLst/>
          </a:prstGeom>
          <a:noFill/>
          <a:ln>
            <a:noFill/>
          </a:ln>
        </p:spPr>
        <p:txBody>
          <a:bodyPr anchorCtr="0" anchor="ctr" bIns="0" lIns="0" spcFirstLastPara="1" rIns="0" wrap="square" tIns="0">
            <a:noAutofit/>
          </a:bodyPr>
          <a:lstStyle>
            <a:lvl1pPr lvl="0" algn="l">
              <a:lnSpc>
                <a:spcPct val="85000"/>
              </a:lnSpc>
              <a:spcBef>
                <a:spcPts val="0"/>
              </a:spcBef>
              <a:spcAft>
                <a:spcPts val="0"/>
              </a:spcAft>
              <a:buClr>
                <a:schemeClr val="accent2"/>
              </a:buClr>
              <a:buSzPts val="1300"/>
              <a:buFont typeface="Inter"/>
              <a:buNone/>
              <a:defRPr b="1" sz="1300">
                <a:solidFill>
                  <a:schemeClr val="accent2"/>
                </a:solidFill>
                <a:latin typeface="Inter"/>
                <a:ea typeface="Inter"/>
                <a:cs typeface="Inter"/>
                <a:sym typeface="Inter"/>
              </a:defRPr>
            </a:lvl1pPr>
            <a:lvl2pPr lvl="1" algn="l">
              <a:lnSpc>
                <a:spcPct val="100000"/>
              </a:lnSpc>
              <a:spcBef>
                <a:spcPts val="0"/>
              </a:spcBef>
              <a:spcAft>
                <a:spcPts val="0"/>
              </a:spcAft>
              <a:buSzPts val="1300"/>
              <a:buNone/>
              <a:defRPr b="1" sz="1300"/>
            </a:lvl2pPr>
            <a:lvl3pPr lvl="2" algn="l">
              <a:lnSpc>
                <a:spcPct val="100000"/>
              </a:lnSpc>
              <a:spcBef>
                <a:spcPts val="0"/>
              </a:spcBef>
              <a:spcAft>
                <a:spcPts val="0"/>
              </a:spcAft>
              <a:buSzPts val="1300"/>
              <a:buNone/>
              <a:defRPr b="1" sz="1300"/>
            </a:lvl3pPr>
            <a:lvl4pPr lvl="3" algn="l">
              <a:lnSpc>
                <a:spcPct val="100000"/>
              </a:lnSpc>
              <a:spcBef>
                <a:spcPts val="0"/>
              </a:spcBef>
              <a:spcAft>
                <a:spcPts val="0"/>
              </a:spcAft>
              <a:buSzPts val="1300"/>
              <a:buNone/>
              <a:defRPr b="1" sz="1300"/>
            </a:lvl4pPr>
            <a:lvl5pPr lvl="4" algn="l">
              <a:lnSpc>
                <a:spcPct val="100000"/>
              </a:lnSpc>
              <a:spcBef>
                <a:spcPts val="0"/>
              </a:spcBef>
              <a:spcAft>
                <a:spcPts val="0"/>
              </a:spcAft>
              <a:buSzPts val="1300"/>
              <a:buNone/>
              <a:defRPr b="1" sz="1300"/>
            </a:lvl5pPr>
            <a:lvl6pPr lvl="5" algn="l">
              <a:lnSpc>
                <a:spcPct val="100000"/>
              </a:lnSpc>
              <a:spcBef>
                <a:spcPts val="0"/>
              </a:spcBef>
              <a:spcAft>
                <a:spcPts val="0"/>
              </a:spcAft>
              <a:buSzPts val="1300"/>
              <a:buNone/>
              <a:defRPr b="1" sz="1300"/>
            </a:lvl6pPr>
            <a:lvl7pPr lvl="6" algn="l">
              <a:lnSpc>
                <a:spcPct val="100000"/>
              </a:lnSpc>
              <a:spcBef>
                <a:spcPts val="0"/>
              </a:spcBef>
              <a:spcAft>
                <a:spcPts val="0"/>
              </a:spcAft>
              <a:buSzPts val="1300"/>
              <a:buNone/>
              <a:defRPr b="1" sz="1300"/>
            </a:lvl7pPr>
            <a:lvl8pPr lvl="7" algn="l">
              <a:lnSpc>
                <a:spcPct val="100000"/>
              </a:lnSpc>
              <a:spcBef>
                <a:spcPts val="0"/>
              </a:spcBef>
              <a:spcAft>
                <a:spcPts val="0"/>
              </a:spcAft>
              <a:buSzPts val="1300"/>
              <a:buNone/>
              <a:defRPr b="1" sz="1300"/>
            </a:lvl8pPr>
            <a:lvl9pPr lvl="8" algn="l">
              <a:lnSpc>
                <a:spcPct val="100000"/>
              </a:lnSpc>
              <a:spcBef>
                <a:spcPts val="0"/>
              </a:spcBef>
              <a:spcAft>
                <a:spcPts val="0"/>
              </a:spcAft>
              <a:buSzPts val="1300"/>
              <a:buNone/>
              <a:defRPr b="1" sz="1300"/>
            </a:lvl9pPr>
          </a:lstStyle>
          <a:p/>
        </p:txBody>
      </p:sp>
      <p:sp>
        <p:nvSpPr>
          <p:cNvPr id="424" name="Google Shape;424;g2d3c537dc00_0_401"/>
          <p:cNvSpPr txBox="1"/>
          <p:nvPr>
            <p:ph idx="8" type="ctrTitle"/>
          </p:nvPr>
        </p:nvSpPr>
        <p:spPr>
          <a:xfrm>
            <a:off x="1129275" y="4084100"/>
            <a:ext cx="1149000" cy="3543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300"/>
              <a:buFont typeface="Inter"/>
              <a:buNone/>
              <a:defRPr b="1" sz="1300">
                <a:solidFill>
                  <a:schemeClr val="accent2"/>
                </a:solidFill>
                <a:latin typeface="Inter"/>
                <a:ea typeface="Inter"/>
                <a:cs typeface="Inter"/>
                <a:sym typeface="Inter"/>
              </a:defRPr>
            </a:lvl1pPr>
            <a:lvl2pPr lvl="1" algn="l">
              <a:lnSpc>
                <a:spcPct val="100000"/>
              </a:lnSpc>
              <a:spcBef>
                <a:spcPts val="0"/>
              </a:spcBef>
              <a:spcAft>
                <a:spcPts val="0"/>
              </a:spcAft>
              <a:buSzPts val="1300"/>
              <a:buNone/>
              <a:defRPr b="1" sz="1300"/>
            </a:lvl2pPr>
            <a:lvl3pPr lvl="2" algn="l">
              <a:lnSpc>
                <a:spcPct val="100000"/>
              </a:lnSpc>
              <a:spcBef>
                <a:spcPts val="0"/>
              </a:spcBef>
              <a:spcAft>
                <a:spcPts val="0"/>
              </a:spcAft>
              <a:buSzPts val="1300"/>
              <a:buNone/>
              <a:defRPr b="1" sz="1300"/>
            </a:lvl3pPr>
            <a:lvl4pPr lvl="3" algn="l">
              <a:lnSpc>
                <a:spcPct val="100000"/>
              </a:lnSpc>
              <a:spcBef>
                <a:spcPts val="0"/>
              </a:spcBef>
              <a:spcAft>
                <a:spcPts val="0"/>
              </a:spcAft>
              <a:buSzPts val="1300"/>
              <a:buNone/>
              <a:defRPr b="1" sz="1300"/>
            </a:lvl4pPr>
            <a:lvl5pPr lvl="4" algn="l">
              <a:lnSpc>
                <a:spcPct val="100000"/>
              </a:lnSpc>
              <a:spcBef>
                <a:spcPts val="0"/>
              </a:spcBef>
              <a:spcAft>
                <a:spcPts val="0"/>
              </a:spcAft>
              <a:buSzPts val="1300"/>
              <a:buNone/>
              <a:defRPr b="1" sz="1300"/>
            </a:lvl5pPr>
            <a:lvl6pPr lvl="5" algn="l">
              <a:lnSpc>
                <a:spcPct val="100000"/>
              </a:lnSpc>
              <a:spcBef>
                <a:spcPts val="0"/>
              </a:spcBef>
              <a:spcAft>
                <a:spcPts val="0"/>
              </a:spcAft>
              <a:buSzPts val="1300"/>
              <a:buNone/>
              <a:defRPr b="1" sz="1300"/>
            </a:lvl6pPr>
            <a:lvl7pPr lvl="6" algn="l">
              <a:lnSpc>
                <a:spcPct val="100000"/>
              </a:lnSpc>
              <a:spcBef>
                <a:spcPts val="0"/>
              </a:spcBef>
              <a:spcAft>
                <a:spcPts val="0"/>
              </a:spcAft>
              <a:buSzPts val="1300"/>
              <a:buNone/>
              <a:defRPr b="1" sz="1300"/>
            </a:lvl7pPr>
            <a:lvl8pPr lvl="7" algn="l">
              <a:lnSpc>
                <a:spcPct val="100000"/>
              </a:lnSpc>
              <a:spcBef>
                <a:spcPts val="0"/>
              </a:spcBef>
              <a:spcAft>
                <a:spcPts val="0"/>
              </a:spcAft>
              <a:buSzPts val="1300"/>
              <a:buNone/>
              <a:defRPr b="1" sz="1300"/>
            </a:lvl8pPr>
            <a:lvl9pPr lvl="8" algn="l">
              <a:lnSpc>
                <a:spcPct val="100000"/>
              </a:lnSpc>
              <a:spcBef>
                <a:spcPts val="0"/>
              </a:spcBef>
              <a:spcAft>
                <a:spcPts val="0"/>
              </a:spcAft>
              <a:buSzPts val="1300"/>
              <a:buNone/>
              <a:defRPr b="1" sz="1300"/>
            </a:lvl9pPr>
          </a:lstStyle>
          <a:p/>
        </p:txBody>
      </p:sp>
      <p:sp>
        <p:nvSpPr>
          <p:cNvPr id="425" name="Google Shape;425;g2d3c537dc00_0_401"/>
          <p:cNvSpPr txBox="1"/>
          <p:nvPr>
            <p:ph idx="9" type="ctrTitle"/>
          </p:nvPr>
        </p:nvSpPr>
        <p:spPr>
          <a:xfrm>
            <a:off x="2444550" y="3481775"/>
            <a:ext cx="2210100" cy="4929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1300"/>
              <a:buFont typeface="Inter"/>
              <a:buNone/>
              <a:defRPr sz="1300">
                <a:latin typeface="Inter"/>
                <a:ea typeface="Inter"/>
                <a:cs typeface="Inter"/>
                <a:sym typeface="Inter"/>
              </a:defRPr>
            </a:lvl2pPr>
            <a:lvl3pPr lvl="2" algn="l">
              <a:lnSpc>
                <a:spcPct val="100000"/>
              </a:lnSpc>
              <a:spcBef>
                <a:spcPts val="0"/>
              </a:spcBef>
              <a:spcAft>
                <a:spcPts val="0"/>
              </a:spcAft>
              <a:buSzPts val="1300"/>
              <a:buFont typeface="Inter"/>
              <a:buNone/>
              <a:defRPr sz="1300">
                <a:latin typeface="Inter"/>
                <a:ea typeface="Inter"/>
                <a:cs typeface="Inter"/>
                <a:sym typeface="Inter"/>
              </a:defRPr>
            </a:lvl3pPr>
            <a:lvl4pPr lvl="3" algn="l">
              <a:lnSpc>
                <a:spcPct val="100000"/>
              </a:lnSpc>
              <a:spcBef>
                <a:spcPts val="0"/>
              </a:spcBef>
              <a:spcAft>
                <a:spcPts val="0"/>
              </a:spcAft>
              <a:buSzPts val="1300"/>
              <a:buFont typeface="Inter"/>
              <a:buNone/>
              <a:defRPr sz="1300">
                <a:latin typeface="Inter"/>
                <a:ea typeface="Inter"/>
                <a:cs typeface="Inter"/>
                <a:sym typeface="Inter"/>
              </a:defRPr>
            </a:lvl4pPr>
            <a:lvl5pPr lvl="4" algn="l">
              <a:lnSpc>
                <a:spcPct val="100000"/>
              </a:lnSpc>
              <a:spcBef>
                <a:spcPts val="0"/>
              </a:spcBef>
              <a:spcAft>
                <a:spcPts val="0"/>
              </a:spcAft>
              <a:buSzPts val="1300"/>
              <a:buFont typeface="Inter"/>
              <a:buNone/>
              <a:defRPr sz="1300">
                <a:latin typeface="Inter"/>
                <a:ea typeface="Inter"/>
                <a:cs typeface="Inter"/>
                <a:sym typeface="Inter"/>
              </a:defRPr>
            </a:lvl5pPr>
            <a:lvl6pPr lvl="5" algn="l">
              <a:lnSpc>
                <a:spcPct val="100000"/>
              </a:lnSpc>
              <a:spcBef>
                <a:spcPts val="0"/>
              </a:spcBef>
              <a:spcAft>
                <a:spcPts val="0"/>
              </a:spcAft>
              <a:buSzPts val="1300"/>
              <a:buFont typeface="Inter"/>
              <a:buNone/>
              <a:defRPr sz="1300">
                <a:latin typeface="Inter"/>
                <a:ea typeface="Inter"/>
                <a:cs typeface="Inter"/>
                <a:sym typeface="Inter"/>
              </a:defRPr>
            </a:lvl6pPr>
            <a:lvl7pPr lvl="6" algn="l">
              <a:lnSpc>
                <a:spcPct val="100000"/>
              </a:lnSpc>
              <a:spcBef>
                <a:spcPts val="0"/>
              </a:spcBef>
              <a:spcAft>
                <a:spcPts val="0"/>
              </a:spcAft>
              <a:buSzPts val="1300"/>
              <a:buFont typeface="Inter"/>
              <a:buNone/>
              <a:defRPr sz="1300">
                <a:latin typeface="Inter"/>
                <a:ea typeface="Inter"/>
                <a:cs typeface="Inter"/>
                <a:sym typeface="Inter"/>
              </a:defRPr>
            </a:lvl7pPr>
            <a:lvl8pPr lvl="7" algn="l">
              <a:lnSpc>
                <a:spcPct val="100000"/>
              </a:lnSpc>
              <a:spcBef>
                <a:spcPts val="0"/>
              </a:spcBef>
              <a:spcAft>
                <a:spcPts val="0"/>
              </a:spcAft>
              <a:buSzPts val="1300"/>
              <a:buFont typeface="Inter"/>
              <a:buNone/>
              <a:defRPr sz="1300">
                <a:latin typeface="Inter"/>
                <a:ea typeface="Inter"/>
                <a:cs typeface="Inter"/>
                <a:sym typeface="Inter"/>
              </a:defRPr>
            </a:lvl8pPr>
            <a:lvl9pPr lvl="8" algn="l">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426" name="Google Shape;426;g2d3c537dc00_0_401"/>
          <p:cNvSpPr txBox="1"/>
          <p:nvPr>
            <p:ph idx="13" type="ctrTitle"/>
          </p:nvPr>
        </p:nvSpPr>
        <p:spPr>
          <a:xfrm>
            <a:off x="2444550" y="4084100"/>
            <a:ext cx="2210100" cy="4929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1300"/>
              <a:buFont typeface="Inter"/>
              <a:buNone/>
              <a:defRPr sz="1300">
                <a:latin typeface="Inter"/>
                <a:ea typeface="Inter"/>
                <a:cs typeface="Inter"/>
                <a:sym typeface="Inter"/>
              </a:defRPr>
            </a:lvl2pPr>
            <a:lvl3pPr lvl="2" algn="l">
              <a:lnSpc>
                <a:spcPct val="100000"/>
              </a:lnSpc>
              <a:spcBef>
                <a:spcPts val="0"/>
              </a:spcBef>
              <a:spcAft>
                <a:spcPts val="0"/>
              </a:spcAft>
              <a:buSzPts val="1300"/>
              <a:buFont typeface="Inter"/>
              <a:buNone/>
              <a:defRPr sz="1300">
                <a:latin typeface="Inter"/>
                <a:ea typeface="Inter"/>
                <a:cs typeface="Inter"/>
                <a:sym typeface="Inter"/>
              </a:defRPr>
            </a:lvl3pPr>
            <a:lvl4pPr lvl="3" algn="l">
              <a:lnSpc>
                <a:spcPct val="100000"/>
              </a:lnSpc>
              <a:spcBef>
                <a:spcPts val="0"/>
              </a:spcBef>
              <a:spcAft>
                <a:spcPts val="0"/>
              </a:spcAft>
              <a:buSzPts val="1300"/>
              <a:buFont typeface="Inter"/>
              <a:buNone/>
              <a:defRPr sz="1300">
                <a:latin typeface="Inter"/>
                <a:ea typeface="Inter"/>
                <a:cs typeface="Inter"/>
                <a:sym typeface="Inter"/>
              </a:defRPr>
            </a:lvl4pPr>
            <a:lvl5pPr lvl="4" algn="l">
              <a:lnSpc>
                <a:spcPct val="100000"/>
              </a:lnSpc>
              <a:spcBef>
                <a:spcPts val="0"/>
              </a:spcBef>
              <a:spcAft>
                <a:spcPts val="0"/>
              </a:spcAft>
              <a:buSzPts val="1300"/>
              <a:buFont typeface="Inter"/>
              <a:buNone/>
              <a:defRPr sz="1300">
                <a:latin typeface="Inter"/>
                <a:ea typeface="Inter"/>
                <a:cs typeface="Inter"/>
                <a:sym typeface="Inter"/>
              </a:defRPr>
            </a:lvl5pPr>
            <a:lvl6pPr lvl="5" algn="l">
              <a:lnSpc>
                <a:spcPct val="100000"/>
              </a:lnSpc>
              <a:spcBef>
                <a:spcPts val="0"/>
              </a:spcBef>
              <a:spcAft>
                <a:spcPts val="0"/>
              </a:spcAft>
              <a:buSzPts val="1300"/>
              <a:buFont typeface="Inter"/>
              <a:buNone/>
              <a:defRPr sz="1300">
                <a:latin typeface="Inter"/>
                <a:ea typeface="Inter"/>
                <a:cs typeface="Inter"/>
                <a:sym typeface="Inter"/>
              </a:defRPr>
            </a:lvl6pPr>
            <a:lvl7pPr lvl="6" algn="l">
              <a:lnSpc>
                <a:spcPct val="100000"/>
              </a:lnSpc>
              <a:spcBef>
                <a:spcPts val="0"/>
              </a:spcBef>
              <a:spcAft>
                <a:spcPts val="0"/>
              </a:spcAft>
              <a:buSzPts val="1300"/>
              <a:buFont typeface="Inter"/>
              <a:buNone/>
              <a:defRPr sz="1300">
                <a:latin typeface="Inter"/>
                <a:ea typeface="Inter"/>
                <a:cs typeface="Inter"/>
                <a:sym typeface="Inter"/>
              </a:defRPr>
            </a:lvl7pPr>
            <a:lvl8pPr lvl="7" algn="l">
              <a:lnSpc>
                <a:spcPct val="100000"/>
              </a:lnSpc>
              <a:spcBef>
                <a:spcPts val="0"/>
              </a:spcBef>
              <a:spcAft>
                <a:spcPts val="0"/>
              </a:spcAft>
              <a:buSzPts val="1300"/>
              <a:buFont typeface="Inter"/>
              <a:buNone/>
              <a:defRPr sz="1300">
                <a:latin typeface="Inter"/>
                <a:ea typeface="Inter"/>
                <a:cs typeface="Inter"/>
                <a:sym typeface="Inter"/>
              </a:defRPr>
            </a:lvl8pPr>
            <a:lvl9pPr lvl="8" algn="l">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427" name="Google Shape;427;g2d3c537dc00_0_401"/>
          <p:cNvSpPr txBox="1"/>
          <p:nvPr>
            <p:ph idx="14" type="ctrTitle"/>
          </p:nvPr>
        </p:nvSpPr>
        <p:spPr>
          <a:xfrm>
            <a:off x="5388271" y="3481845"/>
            <a:ext cx="2164500" cy="4929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1300"/>
              <a:buFont typeface="Inter"/>
              <a:buNone/>
              <a:defRPr sz="1300">
                <a:latin typeface="Inter"/>
                <a:ea typeface="Inter"/>
                <a:cs typeface="Inter"/>
                <a:sym typeface="Inter"/>
              </a:defRPr>
            </a:lvl2pPr>
            <a:lvl3pPr lvl="2" algn="l">
              <a:lnSpc>
                <a:spcPct val="100000"/>
              </a:lnSpc>
              <a:spcBef>
                <a:spcPts val="0"/>
              </a:spcBef>
              <a:spcAft>
                <a:spcPts val="0"/>
              </a:spcAft>
              <a:buSzPts val="1300"/>
              <a:buFont typeface="Inter"/>
              <a:buNone/>
              <a:defRPr sz="1300">
                <a:latin typeface="Inter"/>
                <a:ea typeface="Inter"/>
                <a:cs typeface="Inter"/>
                <a:sym typeface="Inter"/>
              </a:defRPr>
            </a:lvl3pPr>
            <a:lvl4pPr lvl="3" algn="l">
              <a:lnSpc>
                <a:spcPct val="100000"/>
              </a:lnSpc>
              <a:spcBef>
                <a:spcPts val="0"/>
              </a:spcBef>
              <a:spcAft>
                <a:spcPts val="0"/>
              </a:spcAft>
              <a:buSzPts val="1300"/>
              <a:buFont typeface="Inter"/>
              <a:buNone/>
              <a:defRPr sz="1300">
                <a:latin typeface="Inter"/>
                <a:ea typeface="Inter"/>
                <a:cs typeface="Inter"/>
                <a:sym typeface="Inter"/>
              </a:defRPr>
            </a:lvl4pPr>
            <a:lvl5pPr lvl="4" algn="l">
              <a:lnSpc>
                <a:spcPct val="100000"/>
              </a:lnSpc>
              <a:spcBef>
                <a:spcPts val="0"/>
              </a:spcBef>
              <a:spcAft>
                <a:spcPts val="0"/>
              </a:spcAft>
              <a:buSzPts val="1300"/>
              <a:buFont typeface="Inter"/>
              <a:buNone/>
              <a:defRPr sz="1300">
                <a:latin typeface="Inter"/>
                <a:ea typeface="Inter"/>
                <a:cs typeface="Inter"/>
                <a:sym typeface="Inter"/>
              </a:defRPr>
            </a:lvl5pPr>
            <a:lvl6pPr lvl="5" algn="l">
              <a:lnSpc>
                <a:spcPct val="100000"/>
              </a:lnSpc>
              <a:spcBef>
                <a:spcPts val="0"/>
              </a:spcBef>
              <a:spcAft>
                <a:spcPts val="0"/>
              </a:spcAft>
              <a:buSzPts val="1300"/>
              <a:buFont typeface="Inter"/>
              <a:buNone/>
              <a:defRPr sz="1300">
                <a:latin typeface="Inter"/>
                <a:ea typeface="Inter"/>
                <a:cs typeface="Inter"/>
                <a:sym typeface="Inter"/>
              </a:defRPr>
            </a:lvl6pPr>
            <a:lvl7pPr lvl="6" algn="l">
              <a:lnSpc>
                <a:spcPct val="100000"/>
              </a:lnSpc>
              <a:spcBef>
                <a:spcPts val="0"/>
              </a:spcBef>
              <a:spcAft>
                <a:spcPts val="0"/>
              </a:spcAft>
              <a:buSzPts val="1300"/>
              <a:buFont typeface="Inter"/>
              <a:buNone/>
              <a:defRPr sz="1300">
                <a:latin typeface="Inter"/>
                <a:ea typeface="Inter"/>
                <a:cs typeface="Inter"/>
                <a:sym typeface="Inter"/>
              </a:defRPr>
            </a:lvl7pPr>
            <a:lvl8pPr lvl="7" algn="l">
              <a:lnSpc>
                <a:spcPct val="100000"/>
              </a:lnSpc>
              <a:spcBef>
                <a:spcPts val="0"/>
              </a:spcBef>
              <a:spcAft>
                <a:spcPts val="0"/>
              </a:spcAft>
              <a:buSzPts val="1300"/>
              <a:buFont typeface="Inter"/>
              <a:buNone/>
              <a:defRPr sz="1300">
                <a:latin typeface="Inter"/>
                <a:ea typeface="Inter"/>
                <a:cs typeface="Inter"/>
                <a:sym typeface="Inter"/>
              </a:defRPr>
            </a:lvl8pPr>
            <a:lvl9pPr lvl="8" algn="l">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428" name="Google Shape;428;g2d3c537dc00_0_401"/>
          <p:cNvSpPr txBox="1"/>
          <p:nvPr>
            <p:ph idx="15" type="ctrTitle"/>
          </p:nvPr>
        </p:nvSpPr>
        <p:spPr>
          <a:xfrm>
            <a:off x="5388271" y="4084170"/>
            <a:ext cx="2164500" cy="4929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1300"/>
              <a:buFont typeface="Inter"/>
              <a:buNone/>
              <a:defRPr sz="1300">
                <a:latin typeface="Inter"/>
                <a:ea typeface="Inter"/>
                <a:cs typeface="Inter"/>
                <a:sym typeface="Inter"/>
              </a:defRPr>
            </a:lvl2pPr>
            <a:lvl3pPr lvl="2" algn="l">
              <a:lnSpc>
                <a:spcPct val="100000"/>
              </a:lnSpc>
              <a:spcBef>
                <a:spcPts val="0"/>
              </a:spcBef>
              <a:spcAft>
                <a:spcPts val="0"/>
              </a:spcAft>
              <a:buSzPts val="1300"/>
              <a:buFont typeface="Inter"/>
              <a:buNone/>
              <a:defRPr sz="1300">
                <a:latin typeface="Inter"/>
                <a:ea typeface="Inter"/>
                <a:cs typeface="Inter"/>
                <a:sym typeface="Inter"/>
              </a:defRPr>
            </a:lvl3pPr>
            <a:lvl4pPr lvl="3" algn="l">
              <a:lnSpc>
                <a:spcPct val="100000"/>
              </a:lnSpc>
              <a:spcBef>
                <a:spcPts val="0"/>
              </a:spcBef>
              <a:spcAft>
                <a:spcPts val="0"/>
              </a:spcAft>
              <a:buSzPts val="1300"/>
              <a:buFont typeface="Inter"/>
              <a:buNone/>
              <a:defRPr sz="1300">
                <a:latin typeface="Inter"/>
                <a:ea typeface="Inter"/>
                <a:cs typeface="Inter"/>
                <a:sym typeface="Inter"/>
              </a:defRPr>
            </a:lvl4pPr>
            <a:lvl5pPr lvl="4" algn="l">
              <a:lnSpc>
                <a:spcPct val="100000"/>
              </a:lnSpc>
              <a:spcBef>
                <a:spcPts val="0"/>
              </a:spcBef>
              <a:spcAft>
                <a:spcPts val="0"/>
              </a:spcAft>
              <a:buSzPts val="1300"/>
              <a:buFont typeface="Inter"/>
              <a:buNone/>
              <a:defRPr sz="1300">
                <a:latin typeface="Inter"/>
                <a:ea typeface="Inter"/>
                <a:cs typeface="Inter"/>
                <a:sym typeface="Inter"/>
              </a:defRPr>
            </a:lvl5pPr>
            <a:lvl6pPr lvl="5" algn="l">
              <a:lnSpc>
                <a:spcPct val="100000"/>
              </a:lnSpc>
              <a:spcBef>
                <a:spcPts val="0"/>
              </a:spcBef>
              <a:spcAft>
                <a:spcPts val="0"/>
              </a:spcAft>
              <a:buSzPts val="1300"/>
              <a:buFont typeface="Inter"/>
              <a:buNone/>
              <a:defRPr sz="1300">
                <a:latin typeface="Inter"/>
                <a:ea typeface="Inter"/>
                <a:cs typeface="Inter"/>
                <a:sym typeface="Inter"/>
              </a:defRPr>
            </a:lvl6pPr>
            <a:lvl7pPr lvl="6" algn="l">
              <a:lnSpc>
                <a:spcPct val="100000"/>
              </a:lnSpc>
              <a:spcBef>
                <a:spcPts val="0"/>
              </a:spcBef>
              <a:spcAft>
                <a:spcPts val="0"/>
              </a:spcAft>
              <a:buSzPts val="1300"/>
              <a:buFont typeface="Inter"/>
              <a:buNone/>
              <a:defRPr sz="1300">
                <a:latin typeface="Inter"/>
                <a:ea typeface="Inter"/>
                <a:cs typeface="Inter"/>
                <a:sym typeface="Inter"/>
              </a:defRPr>
            </a:lvl7pPr>
            <a:lvl8pPr lvl="7" algn="l">
              <a:lnSpc>
                <a:spcPct val="100000"/>
              </a:lnSpc>
              <a:spcBef>
                <a:spcPts val="0"/>
              </a:spcBef>
              <a:spcAft>
                <a:spcPts val="0"/>
              </a:spcAft>
              <a:buSzPts val="1300"/>
              <a:buFont typeface="Inter"/>
              <a:buNone/>
              <a:defRPr sz="1300">
                <a:latin typeface="Inter"/>
                <a:ea typeface="Inter"/>
                <a:cs typeface="Inter"/>
                <a:sym typeface="Inter"/>
              </a:defRPr>
            </a:lvl8pPr>
            <a:lvl9pPr lvl="8" algn="l">
              <a:lnSpc>
                <a:spcPct val="100000"/>
              </a:lnSpc>
              <a:spcBef>
                <a:spcPts val="0"/>
              </a:spcBef>
              <a:spcAft>
                <a:spcPts val="0"/>
              </a:spcAft>
              <a:buSzPts val="1300"/>
              <a:buFont typeface="Inter"/>
              <a:buNone/>
              <a:defRPr sz="1300">
                <a:latin typeface="Inter"/>
                <a:ea typeface="Inter"/>
                <a:cs typeface="Inter"/>
                <a:sym typeface="Inte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 Facing Roadmap (4) - Sales">
  <p:cSld name="CUSTOM_4_1_1_3_1">
    <p:bg>
      <p:bgPr>
        <a:solidFill>
          <a:schemeClr val="accent1"/>
        </a:solidFill>
      </p:bgPr>
    </p:bg>
    <p:spTree>
      <p:nvGrpSpPr>
        <p:cNvPr id="429" name="Shape 429"/>
        <p:cNvGrpSpPr/>
        <p:nvPr/>
      </p:nvGrpSpPr>
      <p:grpSpPr>
        <a:xfrm>
          <a:off x="0" y="0"/>
          <a:ext cx="0" cy="0"/>
          <a:chOff x="0" y="0"/>
          <a:chExt cx="0" cy="0"/>
        </a:xfrm>
      </p:grpSpPr>
      <p:sp>
        <p:nvSpPr>
          <p:cNvPr id="430" name="Google Shape;430;g2d3c537dc00_0_416"/>
          <p:cNvSpPr txBox="1"/>
          <p:nvPr>
            <p:ph type="ctrTitle"/>
          </p:nvPr>
        </p:nvSpPr>
        <p:spPr>
          <a:xfrm>
            <a:off x="228600" y="228600"/>
            <a:ext cx="8686800" cy="3084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3100"/>
              <a:buFont typeface="Inter"/>
              <a:buNone/>
              <a:defRPr b="1" sz="31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431" name="Google Shape;431;g2d3c537dc00_0_416"/>
          <p:cNvSpPr txBox="1"/>
          <p:nvPr>
            <p:ph idx="2" type="ctrTitle"/>
          </p:nvPr>
        </p:nvSpPr>
        <p:spPr>
          <a:xfrm>
            <a:off x="228600" y="700450"/>
            <a:ext cx="8686800" cy="3543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300"/>
              <a:buNone/>
              <a:defRPr sz="1300">
                <a:solidFill>
                  <a:schemeClr val="accent2"/>
                </a:solidFill>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432" name="Google Shape;432;g2d3c537dc00_0_416"/>
          <p:cNvSpPr/>
          <p:nvPr/>
        </p:nvSpPr>
        <p:spPr>
          <a:xfrm>
            <a:off x="228675" y="1648499"/>
            <a:ext cx="2047500" cy="28248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g2d3c537dc00_0_416"/>
          <p:cNvSpPr txBox="1"/>
          <p:nvPr>
            <p:ph idx="3" type="ctrTitle"/>
          </p:nvPr>
        </p:nvSpPr>
        <p:spPr>
          <a:xfrm>
            <a:off x="801000" y="1776250"/>
            <a:ext cx="1369800" cy="354300"/>
          </a:xfrm>
          <a:prstGeom prst="rect">
            <a:avLst/>
          </a:prstGeom>
          <a:noFill/>
          <a:ln>
            <a:noFill/>
          </a:ln>
        </p:spPr>
        <p:txBody>
          <a:bodyPr anchorCtr="0" anchor="ctr" bIns="0" lIns="0" spcFirstLastPara="1" rIns="0" wrap="square" tIns="0">
            <a:noAutofit/>
          </a:bodyPr>
          <a:lstStyle>
            <a:lvl1pPr lvl="0" algn="l">
              <a:lnSpc>
                <a:spcPct val="85000"/>
              </a:lnSpc>
              <a:spcBef>
                <a:spcPts val="0"/>
              </a:spcBef>
              <a:spcAft>
                <a:spcPts val="0"/>
              </a:spcAft>
              <a:buClr>
                <a:schemeClr val="accent2"/>
              </a:buClr>
              <a:buSzPts val="1300"/>
              <a:buFont typeface="Inter"/>
              <a:buNone/>
              <a:defRPr b="1" sz="1300">
                <a:solidFill>
                  <a:schemeClr val="accent2"/>
                </a:solidFill>
                <a:latin typeface="Inter"/>
                <a:ea typeface="Inter"/>
                <a:cs typeface="Inter"/>
                <a:sym typeface="Inter"/>
              </a:defRPr>
            </a:lvl1pPr>
            <a:lvl2pPr lvl="1" algn="l">
              <a:lnSpc>
                <a:spcPct val="100000"/>
              </a:lnSpc>
              <a:spcBef>
                <a:spcPts val="0"/>
              </a:spcBef>
              <a:spcAft>
                <a:spcPts val="0"/>
              </a:spcAft>
              <a:buSzPts val="1300"/>
              <a:buNone/>
              <a:defRPr b="1" sz="1300"/>
            </a:lvl2pPr>
            <a:lvl3pPr lvl="2" algn="l">
              <a:lnSpc>
                <a:spcPct val="100000"/>
              </a:lnSpc>
              <a:spcBef>
                <a:spcPts val="0"/>
              </a:spcBef>
              <a:spcAft>
                <a:spcPts val="0"/>
              </a:spcAft>
              <a:buSzPts val="1300"/>
              <a:buNone/>
              <a:defRPr b="1" sz="1300"/>
            </a:lvl3pPr>
            <a:lvl4pPr lvl="3" algn="l">
              <a:lnSpc>
                <a:spcPct val="100000"/>
              </a:lnSpc>
              <a:spcBef>
                <a:spcPts val="0"/>
              </a:spcBef>
              <a:spcAft>
                <a:spcPts val="0"/>
              </a:spcAft>
              <a:buSzPts val="1300"/>
              <a:buNone/>
              <a:defRPr b="1" sz="1300"/>
            </a:lvl4pPr>
            <a:lvl5pPr lvl="4" algn="l">
              <a:lnSpc>
                <a:spcPct val="100000"/>
              </a:lnSpc>
              <a:spcBef>
                <a:spcPts val="0"/>
              </a:spcBef>
              <a:spcAft>
                <a:spcPts val="0"/>
              </a:spcAft>
              <a:buSzPts val="1300"/>
              <a:buNone/>
              <a:defRPr b="1" sz="1300"/>
            </a:lvl5pPr>
            <a:lvl6pPr lvl="5" algn="l">
              <a:lnSpc>
                <a:spcPct val="100000"/>
              </a:lnSpc>
              <a:spcBef>
                <a:spcPts val="0"/>
              </a:spcBef>
              <a:spcAft>
                <a:spcPts val="0"/>
              </a:spcAft>
              <a:buSzPts val="1300"/>
              <a:buNone/>
              <a:defRPr b="1" sz="1300"/>
            </a:lvl6pPr>
            <a:lvl7pPr lvl="6" algn="l">
              <a:lnSpc>
                <a:spcPct val="100000"/>
              </a:lnSpc>
              <a:spcBef>
                <a:spcPts val="0"/>
              </a:spcBef>
              <a:spcAft>
                <a:spcPts val="0"/>
              </a:spcAft>
              <a:buSzPts val="1300"/>
              <a:buNone/>
              <a:defRPr b="1" sz="1300"/>
            </a:lvl7pPr>
            <a:lvl8pPr lvl="7" algn="l">
              <a:lnSpc>
                <a:spcPct val="100000"/>
              </a:lnSpc>
              <a:spcBef>
                <a:spcPts val="0"/>
              </a:spcBef>
              <a:spcAft>
                <a:spcPts val="0"/>
              </a:spcAft>
              <a:buSzPts val="1300"/>
              <a:buNone/>
              <a:defRPr b="1" sz="1300"/>
            </a:lvl8pPr>
            <a:lvl9pPr lvl="8" algn="l">
              <a:lnSpc>
                <a:spcPct val="100000"/>
              </a:lnSpc>
              <a:spcBef>
                <a:spcPts val="0"/>
              </a:spcBef>
              <a:spcAft>
                <a:spcPts val="0"/>
              </a:spcAft>
              <a:buSzPts val="1300"/>
              <a:buNone/>
              <a:defRPr b="1" sz="1300"/>
            </a:lvl9pPr>
          </a:lstStyle>
          <a:p/>
        </p:txBody>
      </p:sp>
      <p:sp>
        <p:nvSpPr>
          <p:cNvPr id="434" name="Google Shape;434;g2d3c537dc00_0_416"/>
          <p:cNvSpPr txBox="1"/>
          <p:nvPr>
            <p:ph idx="4" type="ctrTitle"/>
          </p:nvPr>
        </p:nvSpPr>
        <p:spPr>
          <a:xfrm>
            <a:off x="390625" y="2379525"/>
            <a:ext cx="1780200" cy="1974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1300"/>
              <a:buFont typeface="Inter"/>
              <a:buNone/>
              <a:defRPr sz="1300">
                <a:latin typeface="Inter"/>
                <a:ea typeface="Inter"/>
                <a:cs typeface="Inter"/>
                <a:sym typeface="Inter"/>
              </a:defRPr>
            </a:lvl2pPr>
            <a:lvl3pPr lvl="2" algn="l">
              <a:lnSpc>
                <a:spcPct val="100000"/>
              </a:lnSpc>
              <a:spcBef>
                <a:spcPts val="0"/>
              </a:spcBef>
              <a:spcAft>
                <a:spcPts val="0"/>
              </a:spcAft>
              <a:buSzPts val="1300"/>
              <a:buFont typeface="Inter"/>
              <a:buNone/>
              <a:defRPr sz="1300">
                <a:latin typeface="Inter"/>
                <a:ea typeface="Inter"/>
                <a:cs typeface="Inter"/>
                <a:sym typeface="Inter"/>
              </a:defRPr>
            </a:lvl3pPr>
            <a:lvl4pPr lvl="3" algn="l">
              <a:lnSpc>
                <a:spcPct val="100000"/>
              </a:lnSpc>
              <a:spcBef>
                <a:spcPts val="0"/>
              </a:spcBef>
              <a:spcAft>
                <a:spcPts val="0"/>
              </a:spcAft>
              <a:buSzPts val="1300"/>
              <a:buFont typeface="Inter"/>
              <a:buNone/>
              <a:defRPr sz="1300">
                <a:latin typeface="Inter"/>
                <a:ea typeface="Inter"/>
                <a:cs typeface="Inter"/>
                <a:sym typeface="Inter"/>
              </a:defRPr>
            </a:lvl4pPr>
            <a:lvl5pPr lvl="4" algn="l">
              <a:lnSpc>
                <a:spcPct val="100000"/>
              </a:lnSpc>
              <a:spcBef>
                <a:spcPts val="0"/>
              </a:spcBef>
              <a:spcAft>
                <a:spcPts val="0"/>
              </a:spcAft>
              <a:buSzPts val="1300"/>
              <a:buFont typeface="Inter"/>
              <a:buNone/>
              <a:defRPr sz="1300">
                <a:latin typeface="Inter"/>
                <a:ea typeface="Inter"/>
                <a:cs typeface="Inter"/>
                <a:sym typeface="Inter"/>
              </a:defRPr>
            </a:lvl5pPr>
            <a:lvl6pPr lvl="5" algn="l">
              <a:lnSpc>
                <a:spcPct val="100000"/>
              </a:lnSpc>
              <a:spcBef>
                <a:spcPts val="0"/>
              </a:spcBef>
              <a:spcAft>
                <a:spcPts val="0"/>
              </a:spcAft>
              <a:buSzPts val="1300"/>
              <a:buFont typeface="Inter"/>
              <a:buNone/>
              <a:defRPr sz="1300">
                <a:latin typeface="Inter"/>
                <a:ea typeface="Inter"/>
                <a:cs typeface="Inter"/>
                <a:sym typeface="Inter"/>
              </a:defRPr>
            </a:lvl6pPr>
            <a:lvl7pPr lvl="6" algn="l">
              <a:lnSpc>
                <a:spcPct val="100000"/>
              </a:lnSpc>
              <a:spcBef>
                <a:spcPts val="0"/>
              </a:spcBef>
              <a:spcAft>
                <a:spcPts val="0"/>
              </a:spcAft>
              <a:buSzPts val="1300"/>
              <a:buFont typeface="Inter"/>
              <a:buNone/>
              <a:defRPr sz="1300">
                <a:latin typeface="Inter"/>
                <a:ea typeface="Inter"/>
                <a:cs typeface="Inter"/>
                <a:sym typeface="Inter"/>
              </a:defRPr>
            </a:lvl7pPr>
            <a:lvl8pPr lvl="7" algn="l">
              <a:lnSpc>
                <a:spcPct val="100000"/>
              </a:lnSpc>
              <a:spcBef>
                <a:spcPts val="0"/>
              </a:spcBef>
              <a:spcAft>
                <a:spcPts val="0"/>
              </a:spcAft>
              <a:buSzPts val="1300"/>
              <a:buFont typeface="Inter"/>
              <a:buNone/>
              <a:defRPr sz="1300">
                <a:latin typeface="Inter"/>
                <a:ea typeface="Inter"/>
                <a:cs typeface="Inter"/>
                <a:sym typeface="Inter"/>
              </a:defRPr>
            </a:lvl8pPr>
            <a:lvl9pPr lvl="8" algn="l">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435" name="Google Shape;435;g2d3c537dc00_0_416"/>
          <p:cNvSpPr/>
          <p:nvPr>
            <p:ph idx="5" type="pic"/>
          </p:nvPr>
        </p:nvSpPr>
        <p:spPr>
          <a:xfrm>
            <a:off x="390625" y="1776250"/>
            <a:ext cx="308100" cy="308400"/>
          </a:xfrm>
          <a:prstGeom prst="rect">
            <a:avLst/>
          </a:prstGeom>
          <a:noFill/>
          <a:ln>
            <a:noFill/>
          </a:ln>
        </p:spPr>
      </p:sp>
      <p:sp>
        <p:nvSpPr>
          <p:cNvPr id="436" name="Google Shape;436;g2d3c537dc00_0_416"/>
          <p:cNvSpPr/>
          <p:nvPr/>
        </p:nvSpPr>
        <p:spPr>
          <a:xfrm>
            <a:off x="2441650" y="1648499"/>
            <a:ext cx="2047500" cy="28248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g2d3c537dc00_0_416"/>
          <p:cNvSpPr txBox="1"/>
          <p:nvPr>
            <p:ph idx="6" type="ctrTitle"/>
          </p:nvPr>
        </p:nvSpPr>
        <p:spPr>
          <a:xfrm>
            <a:off x="3013975" y="1776250"/>
            <a:ext cx="1369800" cy="354300"/>
          </a:xfrm>
          <a:prstGeom prst="rect">
            <a:avLst/>
          </a:prstGeom>
          <a:noFill/>
          <a:ln>
            <a:noFill/>
          </a:ln>
        </p:spPr>
        <p:txBody>
          <a:bodyPr anchorCtr="0" anchor="ctr" bIns="0" lIns="0" spcFirstLastPara="1" rIns="0" wrap="square" tIns="0">
            <a:noAutofit/>
          </a:bodyPr>
          <a:lstStyle>
            <a:lvl1pPr lvl="0" algn="l">
              <a:lnSpc>
                <a:spcPct val="85000"/>
              </a:lnSpc>
              <a:spcBef>
                <a:spcPts val="0"/>
              </a:spcBef>
              <a:spcAft>
                <a:spcPts val="0"/>
              </a:spcAft>
              <a:buClr>
                <a:schemeClr val="accent2"/>
              </a:buClr>
              <a:buSzPts val="1300"/>
              <a:buFont typeface="Inter"/>
              <a:buNone/>
              <a:defRPr b="1" sz="1300">
                <a:solidFill>
                  <a:schemeClr val="accent2"/>
                </a:solidFill>
                <a:latin typeface="Inter"/>
                <a:ea typeface="Inter"/>
                <a:cs typeface="Inter"/>
                <a:sym typeface="Inter"/>
              </a:defRPr>
            </a:lvl1pPr>
            <a:lvl2pPr lvl="1" algn="l">
              <a:lnSpc>
                <a:spcPct val="100000"/>
              </a:lnSpc>
              <a:spcBef>
                <a:spcPts val="0"/>
              </a:spcBef>
              <a:spcAft>
                <a:spcPts val="0"/>
              </a:spcAft>
              <a:buSzPts val="1300"/>
              <a:buNone/>
              <a:defRPr b="1" sz="1300"/>
            </a:lvl2pPr>
            <a:lvl3pPr lvl="2" algn="l">
              <a:lnSpc>
                <a:spcPct val="100000"/>
              </a:lnSpc>
              <a:spcBef>
                <a:spcPts val="0"/>
              </a:spcBef>
              <a:spcAft>
                <a:spcPts val="0"/>
              </a:spcAft>
              <a:buSzPts val="1300"/>
              <a:buNone/>
              <a:defRPr b="1" sz="1300"/>
            </a:lvl3pPr>
            <a:lvl4pPr lvl="3" algn="l">
              <a:lnSpc>
                <a:spcPct val="100000"/>
              </a:lnSpc>
              <a:spcBef>
                <a:spcPts val="0"/>
              </a:spcBef>
              <a:spcAft>
                <a:spcPts val="0"/>
              </a:spcAft>
              <a:buSzPts val="1300"/>
              <a:buNone/>
              <a:defRPr b="1" sz="1300"/>
            </a:lvl4pPr>
            <a:lvl5pPr lvl="4" algn="l">
              <a:lnSpc>
                <a:spcPct val="100000"/>
              </a:lnSpc>
              <a:spcBef>
                <a:spcPts val="0"/>
              </a:spcBef>
              <a:spcAft>
                <a:spcPts val="0"/>
              </a:spcAft>
              <a:buSzPts val="1300"/>
              <a:buNone/>
              <a:defRPr b="1" sz="1300"/>
            </a:lvl5pPr>
            <a:lvl6pPr lvl="5" algn="l">
              <a:lnSpc>
                <a:spcPct val="100000"/>
              </a:lnSpc>
              <a:spcBef>
                <a:spcPts val="0"/>
              </a:spcBef>
              <a:spcAft>
                <a:spcPts val="0"/>
              </a:spcAft>
              <a:buSzPts val="1300"/>
              <a:buNone/>
              <a:defRPr b="1" sz="1300"/>
            </a:lvl6pPr>
            <a:lvl7pPr lvl="6" algn="l">
              <a:lnSpc>
                <a:spcPct val="100000"/>
              </a:lnSpc>
              <a:spcBef>
                <a:spcPts val="0"/>
              </a:spcBef>
              <a:spcAft>
                <a:spcPts val="0"/>
              </a:spcAft>
              <a:buSzPts val="1300"/>
              <a:buNone/>
              <a:defRPr b="1" sz="1300"/>
            </a:lvl7pPr>
            <a:lvl8pPr lvl="7" algn="l">
              <a:lnSpc>
                <a:spcPct val="100000"/>
              </a:lnSpc>
              <a:spcBef>
                <a:spcPts val="0"/>
              </a:spcBef>
              <a:spcAft>
                <a:spcPts val="0"/>
              </a:spcAft>
              <a:buSzPts val="1300"/>
              <a:buNone/>
              <a:defRPr b="1" sz="1300"/>
            </a:lvl8pPr>
            <a:lvl9pPr lvl="8" algn="l">
              <a:lnSpc>
                <a:spcPct val="100000"/>
              </a:lnSpc>
              <a:spcBef>
                <a:spcPts val="0"/>
              </a:spcBef>
              <a:spcAft>
                <a:spcPts val="0"/>
              </a:spcAft>
              <a:buSzPts val="1300"/>
              <a:buNone/>
              <a:defRPr b="1" sz="1300"/>
            </a:lvl9pPr>
          </a:lstStyle>
          <a:p/>
        </p:txBody>
      </p:sp>
      <p:sp>
        <p:nvSpPr>
          <p:cNvPr id="438" name="Google Shape;438;g2d3c537dc00_0_416"/>
          <p:cNvSpPr txBox="1"/>
          <p:nvPr>
            <p:ph idx="7" type="ctrTitle"/>
          </p:nvPr>
        </p:nvSpPr>
        <p:spPr>
          <a:xfrm>
            <a:off x="2603600" y="2379525"/>
            <a:ext cx="1780200" cy="1974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1300"/>
              <a:buFont typeface="Inter"/>
              <a:buNone/>
              <a:defRPr sz="1300">
                <a:latin typeface="Inter"/>
                <a:ea typeface="Inter"/>
                <a:cs typeface="Inter"/>
                <a:sym typeface="Inter"/>
              </a:defRPr>
            </a:lvl2pPr>
            <a:lvl3pPr lvl="2" algn="l">
              <a:lnSpc>
                <a:spcPct val="100000"/>
              </a:lnSpc>
              <a:spcBef>
                <a:spcPts val="0"/>
              </a:spcBef>
              <a:spcAft>
                <a:spcPts val="0"/>
              </a:spcAft>
              <a:buSzPts val="1300"/>
              <a:buFont typeface="Inter"/>
              <a:buNone/>
              <a:defRPr sz="1300">
                <a:latin typeface="Inter"/>
                <a:ea typeface="Inter"/>
                <a:cs typeface="Inter"/>
                <a:sym typeface="Inter"/>
              </a:defRPr>
            </a:lvl3pPr>
            <a:lvl4pPr lvl="3" algn="l">
              <a:lnSpc>
                <a:spcPct val="100000"/>
              </a:lnSpc>
              <a:spcBef>
                <a:spcPts val="0"/>
              </a:spcBef>
              <a:spcAft>
                <a:spcPts val="0"/>
              </a:spcAft>
              <a:buSzPts val="1300"/>
              <a:buFont typeface="Inter"/>
              <a:buNone/>
              <a:defRPr sz="1300">
                <a:latin typeface="Inter"/>
                <a:ea typeface="Inter"/>
                <a:cs typeface="Inter"/>
                <a:sym typeface="Inter"/>
              </a:defRPr>
            </a:lvl4pPr>
            <a:lvl5pPr lvl="4" algn="l">
              <a:lnSpc>
                <a:spcPct val="100000"/>
              </a:lnSpc>
              <a:spcBef>
                <a:spcPts val="0"/>
              </a:spcBef>
              <a:spcAft>
                <a:spcPts val="0"/>
              </a:spcAft>
              <a:buSzPts val="1300"/>
              <a:buFont typeface="Inter"/>
              <a:buNone/>
              <a:defRPr sz="1300">
                <a:latin typeface="Inter"/>
                <a:ea typeface="Inter"/>
                <a:cs typeface="Inter"/>
                <a:sym typeface="Inter"/>
              </a:defRPr>
            </a:lvl5pPr>
            <a:lvl6pPr lvl="5" algn="l">
              <a:lnSpc>
                <a:spcPct val="100000"/>
              </a:lnSpc>
              <a:spcBef>
                <a:spcPts val="0"/>
              </a:spcBef>
              <a:spcAft>
                <a:spcPts val="0"/>
              </a:spcAft>
              <a:buSzPts val="1300"/>
              <a:buFont typeface="Inter"/>
              <a:buNone/>
              <a:defRPr sz="1300">
                <a:latin typeface="Inter"/>
                <a:ea typeface="Inter"/>
                <a:cs typeface="Inter"/>
                <a:sym typeface="Inter"/>
              </a:defRPr>
            </a:lvl6pPr>
            <a:lvl7pPr lvl="6" algn="l">
              <a:lnSpc>
                <a:spcPct val="100000"/>
              </a:lnSpc>
              <a:spcBef>
                <a:spcPts val="0"/>
              </a:spcBef>
              <a:spcAft>
                <a:spcPts val="0"/>
              </a:spcAft>
              <a:buSzPts val="1300"/>
              <a:buFont typeface="Inter"/>
              <a:buNone/>
              <a:defRPr sz="1300">
                <a:latin typeface="Inter"/>
                <a:ea typeface="Inter"/>
                <a:cs typeface="Inter"/>
                <a:sym typeface="Inter"/>
              </a:defRPr>
            </a:lvl7pPr>
            <a:lvl8pPr lvl="7" algn="l">
              <a:lnSpc>
                <a:spcPct val="100000"/>
              </a:lnSpc>
              <a:spcBef>
                <a:spcPts val="0"/>
              </a:spcBef>
              <a:spcAft>
                <a:spcPts val="0"/>
              </a:spcAft>
              <a:buSzPts val="1300"/>
              <a:buFont typeface="Inter"/>
              <a:buNone/>
              <a:defRPr sz="1300">
                <a:latin typeface="Inter"/>
                <a:ea typeface="Inter"/>
                <a:cs typeface="Inter"/>
                <a:sym typeface="Inter"/>
              </a:defRPr>
            </a:lvl8pPr>
            <a:lvl9pPr lvl="8" algn="l">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439" name="Google Shape;439;g2d3c537dc00_0_416"/>
          <p:cNvSpPr/>
          <p:nvPr>
            <p:ph idx="8" type="pic"/>
          </p:nvPr>
        </p:nvSpPr>
        <p:spPr>
          <a:xfrm>
            <a:off x="2603600" y="1776250"/>
            <a:ext cx="308100" cy="308400"/>
          </a:xfrm>
          <a:prstGeom prst="rect">
            <a:avLst/>
          </a:prstGeom>
          <a:noFill/>
          <a:ln>
            <a:noFill/>
          </a:ln>
        </p:spPr>
      </p:sp>
      <p:sp>
        <p:nvSpPr>
          <p:cNvPr id="440" name="Google Shape;440;g2d3c537dc00_0_416"/>
          <p:cNvSpPr/>
          <p:nvPr/>
        </p:nvSpPr>
        <p:spPr>
          <a:xfrm>
            <a:off x="4654625" y="1648499"/>
            <a:ext cx="2047500" cy="28248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g2d3c537dc00_0_416"/>
          <p:cNvSpPr txBox="1"/>
          <p:nvPr>
            <p:ph idx="9" type="ctrTitle"/>
          </p:nvPr>
        </p:nvSpPr>
        <p:spPr>
          <a:xfrm>
            <a:off x="5226950" y="1776250"/>
            <a:ext cx="1369800" cy="354300"/>
          </a:xfrm>
          <a:prstGeom prst="rect">
            <a:avLst/>
          </a:prstGeom>
          <a:noFill/>
          <a:ln>
            <a:noFill/>
          </a:ln>
        </p:spPr>
        <p:txBody>
          <a:bodyPr anchorCtr="0" anchor="ctr" bIns="0" lIns="0" spcFirstLastPara="1" rIns="0" wrap="square" tIns="0">
            <a:noAutofit/>
          </a:bodyPr>
          <a:lstStyle>
            <a:lvl1pPr lvl="0" algn="l">
              <a:lnSpc>
                <a:spcPct val="85000"/>
              </a:lnSpc>
              <a:spcBef>
                <a:spcPts val="0"/>
              </a:spcBef>
              <a:spcAft>
                <a:spcPts val="0"/>
              </a:spcAft>
              <a:buClr>
                <a:schemeClr val="accent2"/>
              </a:buClr>
              <a:buSzPts val="1300"/>
              <a:buFont typeface="Inter"/>
              <a:buNone/>
              <a:defRPr b="1" sz="1300">
                <a:solidFill>
                  <a:schemeClr val="accent2"/>
                </a:solidFill>
                <a:latin typeface="Inter"/>
                <a:ea typeface="Inter"/>
                <a:cs typeface="Inter"/>
                <a:sym typeface="Inter"/>
              </a:defRPr>
            </a:lvl1pPr>
            <a:lvl2pPr lvl="1" algn="l">
              <a:lnSpc>
                <a:spcPct val="100000"/>
              </a:lnSpc>
              <a:spcBef>
                <a:spcPts val="0"/>
              </a:spcBef>
              <a:spcAft>
                <a:spcPts val="0"/>
              </a:spcAft>
              <a:buSzPts val="1300"/>
              <a:buNone/>
              <a:defRPr b="1" sz="1300"/>
            </a:lvl2pPr>
            <a:lvl3pPr lvl="2" algn="l">
              <a:lnSpc>
                <a:spcPct val="100000"/>
              </a:lnSpc>
              <a:spcBef>
                <a:spcPts val="0"/>
              </a:spcBef>
              <a:spcAft>
                <a:spcPts val="0"/>
              </a:spcAft>
              <a:buSzPts val="1300"/>
              <a:buNone/>
              <a:defRPr b="1" sz="1300"/>
            </a:lvl3pPr>
            <a:lvl4pPr lvl="3" algn="l">
              <a:lnSpc>
                <a:spcPct val="100000"/>
              </a:lnSpc>
              <a:spcBef>
                <a:spcPts val="0"/>
              </a:spcBef>
              <a:spcAft>
                <a:spcPts val="0"/>
              </a:spcAft>
              <a:buSzPts val="1300"/>
              <a:buNone/>
              <a:defRPr b="1" sz="1300"/>
            </a:lvl4pPr>
            <a:lvl5pPr lvl="4" algn="l">
              <a:lnSpc>
                <a:spcPct val="100000"/>
              </a:lnSpc>
              <a:spcBef>
                <a:spcPts val="0"/>
              </a:spcBef>
              <a:spcAft>
                <a:spcPts val="0"/>
              </a:spcAft>
              <a:buSzPts val="1300"/>
              <a:buNone/>
              <a:defRPr b="1" sz="1300"/>
            </a:lvl5pPr>
            <a:lvl6pPr lvl="5" algn="l">
              <a:lnSpc>
                <a:spcPct val="100000"/>
              </a:lnSpc>
              <a:spcBef>
                <a:spcPts val="0"/>
              </a:spcBef>
              <a:spcAft>
                <a:spcPts val="0"/>
              </a:spcAft>
              <a:buSzPts val="1300"/>
              <a:buNone/>
              <a:defRPr b="1" sz="1300"/>
            </a:lvl6pPr>
            <a:lvl7pPr lvl="6" algn="l">
              <a:lnSpc>
                <a:spcPct val="100000"/>
              </a:lnSpc>
              <a:spcBef>
                <a:spcPts val="0"/>
              </a:spcBef>
              <a:spcAft>
                <a:spcPts val="0"/>
              </a:spcAft>
              <a:buSzPts val="1300"/>
              <a:buNone/>
              <a:defRPr b="1" sz="1300"/>
            </a:lvl7pPr>
            <a:lvl8pPr lvl="7" algn="l">
              <a:lnSpc>
                <a:spcPct val="100000"/>
              </a:lnSpc>
              <a:spcBef>
                <a:spcPts val="0"/>
              </a:spcBef>
              <a:spcAft>
                <a:spcPts val="0"/>
              </a:spcAft>
              <a:buSzPts val="1300"/>
              <a:buNone/>
              <a:defRPr b="1" sz="1300"/>
            </a:lvl8pPr>
            <a:lvl9pPr lvl="8" algn="l">
              <a:lnSpc>
                <a:spcPct val="100000"/>
              </a:lnSpc>
              <a:spcBef>
                <a:spcPts val="0"/>
              </a:spcBef>
              <a:spcAft>
                <a:spcPts val="0"/>
              </a:spcAft>
              <a:buSzPts val="1300"/>
              <a:buNone/>
              <a:defRPr b="1" sz="1300"/>
            </a:lvl9pPr>
          </a:lstStyle>
          <a:p/>
        </p:txBody>
      </p:sp>
      <p:sp>
        <p:nvSpPr>
          <p:cNvPr id="442" name="Google Shape;442;g2d3c537dc00_0_416"/>
          <p:cNvSpPr txBox="1"/>
          <p:nvPr>
            <p:ph idx="13" type="ctrTitle"/>
          </p:nvPr>
        </p:nvSpPr>
        <p:spPr>
          <a:xfrm>
            <a:off x="4816575" y="2379525"/>
            <a:ext cx="1780200" cy="1974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1300"/>
              <a:buFont typeface="Inter"/>
              <a:buNone/>
              <a:defRPr sz="1300">
                <a:latin typeface="Inter"/>
                <a:ea typeface="Inter"/>
                <a:cs typeface="Inter"/>
                <a:sym typeface="Inter"/>
              </a:defRPr>
            </a:lvl2pPr>
            <a:lvl3pPr lvl="2" algn="l">
              <a:lnSpc>
                <a:spcPct val="100000"/>
              </a:lnSpc>
              <a:spcBef>
                <a:spcPts val="0"/>
              </a:spcBef>
              <a:spcAft>
                <a:spcPts val="0"/>
              </a:spcAft>
              <a:buSzPts val="1300"/>
              <a:buFont typeface="Inter"/>
              <a:buNone/>
              <a:defRPr sz="1300">
                <a:latin typeface="Inter"/>
                <a:ea typeface="Inter"/>
                <a:cs typeface="Inter"/>
                <a:sym typeface="Inter"/>
              </a:defRPr>
            </a:lvl3pPr>
            <a:lvl4pPr lvl="3" algn="l">
              <a:lnSpc>
                <a:spcPct val="100000"/>
              </a:lnSpc>
              <a:spcBef>
                <a:spcPts val="0"/>
              </a:spcBef>
              <a:spcAft>
                <a:spcPts val="0"/>
              </a:spcAft>
              <a:buSzPts val="1300"/>
              <a:buFont typeface="Inter"/>
              <a:buNone/>
              <a:defRPr sz="1300">
                <a:latin typeface="Inter"/>
                <a:ea typeface="Inter"/>
                <a:cs typeface="Inter"/>
                <a:sym typeface="Inter"/>
              </a:defRPr>
            </a:lvl4pPr>
            <a:lvl5pPr lvl="4" algn="l">
              <a:lnSpc>
                <a:spcPct val="100000"/>
              </a:lnSpc>
              <a:spcBef>
                <a:spcPts val="0"/>
              </a:spcBef>
              <a:spcAft>
                <a:spcPts val="0"/>
              </a:spcAft>
              <a:buSzPts val="1300"/>
              <a:buFont typeface="Inter"/>
              <a:buNone/>
              <a:defRPr sz="1300">
                <a:latin typeface="Inter"/>
                <a:ea typeface="Inter"/>
                <a:cs typeface="Inter"/>
                <a:sym typeface="Inter"/>
              </a:defRPr>
            </a:lvl5pPr>
            <a:lvl6pPr lvl="5" algn="l">
              <a:lnSpc>
                <a:spcPct val="100000"/>
              </a:lnSpc>
              <a:spcBef>
                <a:spcPts val="0"/>
              </a:spcBef>
              <a:spcAft>
                <a:spcPts val="0"/>
              </a:spcAft>
              <a:buSzPts val="1300"/>
              <a:buFont typeface="Inter"/>
              <a:buNone/>
              <a:defRPr sz="1300">
                <a:latin typeface="Inter"/>
                <a:ea typeface="Inter"/>
                <a:cs typeface="Inter"/>
                <a:sym typeface="Inter"/>
              </a:defRPr>
            </a:lvl6pPr>
            <a:lvl7pPr lvl="6" algn="l">
              <a:lnSpc>
                <a:spcPct val="100000"/>
              </a:lnSpc>
              <a:spcBef>
                <a:spcPts val="0"/>
              </a:spcBef>
              <a:spcAft>
                <a:spcPts val="0"/>
              </a:spcAft>
              <a:buSzPts val="1300"/>
              <a:buFont typeface="Inter"/>
              <a:buNone/>
              <a:defRPr sz="1300">
                <a:latin typeface="Inter"/>
                <a:ea typeface="Inter"/>
                <a:cs typeface="Inter"/>
                <a:sym typeface="Inter"/>
              </a:defRPr>
            </a:lvl7pPr>
            <a:lvl8pPr lvl="7" algn="l">
              <a:lnSpc>
                <a:spcPct val="100000"/>
              </a:lnSpc>
              <a:spcBef>
                <a:spcPts val="0"/>
              </a:spcBef>
              <a:spcAft>
                <a:spcPts val="0"/>
              </a:spcAft>
              <a:buSzPts val="1300"/>
              <a:buFont typeface="Inter"/>
              <a:buNone/>
              <a:defRPr sz="1300">
                <a:latin typeface="Inter"/>
                <a:ea typeface="Inter"/>
                <a:cs typeface="Inter"/>
                <a:sym typeface="Inter"/>
              </a:defRPr>
            </a:lvl8pPr>
            <a:lvl9pPr lvl="8" algn="l">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443" name="Google Shape;443;g2d3c537dc00_0_416"/>
          <p:cNvSpPr/>
          <p:nvPr>
            <p:ph idx="14" type="pic"/>
          </p:nvPr>
        </p:nvSpPr>
        <p:spPr>
          <a:xfrm>
            <a:off x="4816575" y="1776250"/>
            <a:ext cx="308100" cy="308400"/>
          </a:xfrm>
          <a:prstGeom prst="rect">
            <a:avLst/>
          </a:prstGeom>
          <a:noFill/>
          <a:ln>
            <a:noFill/>
          </a:ln>
        </p:spPr>
      </p:sp>
      <p:sp>
        <p:nvSpPr>
          <p:cNvPr id="444" name="Google Shape;444;g2d3c537dc00_0_416"/>
          <p:cNvSpPr/>
          <p:nvPr/>
        </p:nvSpPr>
        <p:spPr>
          <a:xfrm>
            <a:off x="6867600" y="1648499"/>
            <a:ext cx="2047500" cy="28248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g2d3c537dc00_0_416"/>
          <p:cNvSpPr txBox="1"/>
          <p:nvPr>
            <p:ph idx="15" type="ctrTitle"/>
          </p:nvPr>
        </p:nvSpPr>
        <p:spPr>
          <a:xfrm>
            <a:off x="7439925" y="1776250"/>
            <a:ext cx="1369800" cy="354300"/>
          </a:xfrm>
          <a:prstGeom prst="rect">
            <a:avLst/>
          </a:prstGeom>
          <a:noFill/>
          <a:ln>
            <a:noFill/>
          </a:ln>
        </p:spPr>
        <p:txBody>
          <a:bodyPr anchorCtr="0" anchor="ctr" bIns="0" lIns="0" spcFirstLastPara="1" rIns="0" wrap="square" tIns="0">
            <a:noAutofit/>
          </a:bodyPr>
          <a:lstStyle>
            <a:lvl1pPr lvl="0" algn="l">
              <a:lnSpc>
                <a:spcPct val="85000"/>
              </a:lnSpc>
              <a:spcBef>
                <a:spcPts val="0"/>
              </a:spcBef>
              <a:spcAft>
                <a:spcPts val="0"/>
              </a:spcAft>
              <a:buClr>
                <a:schemeClr val="accent2"/>
              </a:buClr>
              <a:buSzPts val="1300"/>
              <a:buFont typeface="Inter"/>
              <a:buNone/>
              <a:defRPr b="1" sz="1300">
                <a:solidFill>
                  <a:schemeClr val="accent2"/>
                </a:solidFill>
                <a:latin typeface="Inter"/>
                <a:ea typeface="Inter"/>
                <a:cs typeface="Inter"/>
                <a:sym typeface="Inter"/>
              </a:defRPr>
            </a:lvl1pPr>
            <a:lvl2pPr lvl="1" algn="l">
              <a:lnSpc>
                <a:spcPct val="100000"/>
              </a:lnSpc>
              <a:spcBef>
                <a:spcPts val="0"/>
              </a:spcBef>
              <a:spcAft>
                <a:spcPts val="0"/>
              </a:spcAft>
              <a:buSzPts val="1300"/>
              <a:buNone/>
              <a:defRPr b="1" sz="1300"/>
            </a:lvl2pPr>
            <a:lvl3pPr lvl="2" algn="l">
              <a:lnSpc>
                <a:spcPct val="100000"/>
              </a:lnSpc>
              <a:spcBef>
                <a:spcPts val="0"/>
              </a:spcBef>
              <a:spcAft>
                <a:spcPts val="0"/>
              </a:spcAft>
              <a:buSzPts val="1300"/>
              <a:buNone/>
              <a:defRPr b="1" sz="1300"/>
            </a:lvl3pPr>
            <a:lvl4pPr lvl="3" algn="l">
              <a:lnSpc>
                <a:spcPct val="100000"/>
              </a:lnSpc>
              <a:spcBef>
                <a:spcPts val="0"/>
              </a:spcBef>
              <a:spcAft>
                <a:spcPts val="0"/>
              </a:spcAft>
              <a:buSzPts val="1300"/>
              <a:buNone/>
              <a:defRPr b="1" sz="1300"/>
            </a:lvl4pPr>
            <a:lvl5pPr lvl="4" algn="l">
              <a:lnSpc>
                <a:spcPct val="100000"/>
              </a:lnSpc>
              <a:spcBef>
                <a:spcPts val="0"/>
              </a:spcBef>
              <a:spcAft>
                <a:spcPts val="0"/>
              </a:spcAft>
              <a:buSzPts val="1300"/>
              <a:buNone/>
              <a:defRPr b="1" sz="1300"/>
            </a:lvl5pPr>
            <a:lvl6pPr lvl="5" algn="l">
              <a:lnSpc>
                <a:spcPct val="100000"/>
              </a:lnSpc>
              <a:spcBef>
                <a:spcPts val="0"/>
              </a:spcBef>
              <a:spcAft>
                <a:spcPts val="0"/>
              </a:spcAft>
              <a:buSzPts val="1300"/>
              <a:buNone/>
              <a:defRPr b="1" sz="1300"/>
            </a:lvl6pPr>
            <a:lvl7pPr lvl="6" algn="l">
              <a:lnSpc>
                <a:spcPct val="100000"/>
              </a:lnSpc>
              <a:spcBef>
                <a:spcPts val="0"/>
              </a:spcBef>
              <a:spcAft>
                <a:spcPts val="0"/>
              </a:spcAft>
              <a:buSzPts val="1300"/>
              <a:buNone/>
              <a:defRPr b="1" sz="1300"/>
            </a:lvl7pPr>
            <a:lvl8pPr lvl="7" algn="l">
              <a:lnSpc>
                <a:spcPct val="100000"/>
              </a:lnSpc>
              <a:spcBef>
                <a:spcPts val="0"/>
              </a:spcBef>
              <a:spcAft>
                <a:spcPts val="0"/>
              </a:spcAft>
              <a:buSzPts val="1300"/>
              <a:buNone/>
              <a:defRPr b="1" sz="1300"/>
            </a:lvl8pPr>
            <a:lvl9pPr lvl="8" algn="l">
              <a:lnSpc>
                <a:spcPct val="100000"/>
              </a:lnSpc>
              <a:spcBef>
                <a:spcPts val="0"/>
              </a:spcBef>
              <a:spcAft>
                <a:spcPts val="0"/>
              </a:spcAft>
              <a:buSzPts val="1300"/>
              <a:buNone/>
              <a:defRPr b="1" sz="1300"/>
            </a:lvl9pPr>
          </a:lstStyle>
          <a:p/>
        </p:txBody>
      </p:sp>
      <p:sp>
        <p:nvSpPr>
          <p:cNvPr id="446" name="Google Shape;446;g2d3c537dc00_0_416"/>
          <p:cNvSpPr txBox="1"/>
          <p:nvPr>
            <p:ph idx="16" type="ctrTitle"/>
          </p:nvPr>
        </p:nvSpPr>
        <p:spPr>
          <a:xfrm>
            <a:off x="7029550" y="2379525"/>
            <a:ext cx="1780200" cy="1974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1300"/>
              <a:buFont typeface="Inter"/>
              <a:buNone/>
              <a:defRPr sz="1300">
                <a:latin typeface="Inter"/>
                <a:ea typeface="Inter"/>
                <a:cs typeface="Inter"/>
                <a:sym typeface="Inter"/>
              </a:defRPr>
            </a:lvl2pPr>
            <a:lvl3pPr lvl="2" algn="l">
              <a:lnSpc>
                <a:spcPct val="100000"/>
              </a:lnSpc>
              <a:spcBef>
                <a:spcPts val="0"/>
              </a:spcBef>
              <a:spcAft>
                <a:spcPts val="0"/>
              </a:spcAft>
              <a:buSzPts val="1300"/>
              <a:buFont typeface="Inter"/>
              <a:buNone/>
              <a:defRPr sz="1300">
                <a:latin typeface="Inter"/>
                <a:ea typeface="Inter"/>
                <a:cs typeface="Inter"/>
                <a:sym typeface="Inter"/>
              </a:defRPr>
            </a:lvl3pPr>
            <a:lvl4pPr lvl="3" algn="l">
              <a:lnSpc>
                <a:spcPct val="100000"/>
              </a:lnSpc>
              <a:spcBef>
                <a:spcPts val="0"/>
              </a:spcBef>
              <a:spcAft>
                <a:spcPts val="0"/>
              </a:spcAft>
              <a:buSzPts val="1300"/>
              <a:buFont typeface="Inter"/>
              <a:buNone/>
              <a:defRPr sz="1300">
                <a:latin typeface="Inter"/>
                <a:ea typeface="Inter"/>
                <a:cs typeface="Inter"/>
                <a:sym typeface="Inter"/>
              </a:defRPr>
            </a:lvl4pPr>
            <a:lvl5pPr lvl="4" algn="l">
              <a:lnSpc>
                <a:spcPct val="100000"/>
              </a:lnSpc>
              <a:spcBef>
                <a:spcPts val="0"/>
              </a:spcBef>
              <a:spcAft>
                <a:spcPts val="0"/>
              </a:spcAft>
              <a:buSzPts val="1300"/>
              <a:buFont typeface="Inter"/>
              <a:buNone/>
              <a:defRPr sz="1300">
                <a:latin typeface="Inter"/>
                <a:ea typeface="Inter"/>
                <a:cs typeface="Inter"/>
                <a:sym typeface="Inter"/>
              </a:defRPr>
            </a:lvl5pPr>
            <a:lvl6pPr lvl="5" algn="l">
              <a:lnSpc>
                <a:spcPct val="100000"/>
              </a:lnSpc>
              <a:spcBef>
                <a:spcPts val="0"/>
              </a:spcBef>
              <a:spcAft>
                <a:spcPts val="0"/>
              </a:spcAft>
              <a:buSzPts val="1300"/>
              <a:buFont typeface="Inter"/>
              <a:buNone/>
              <a:defRPr sz="1300">
                <a:latin typeface="Inter"/>
                <a:ea typeface="Inter"/>
                <a:cs typeface="Inter"/>
                <a:sym typeface="Inter"/>
              </a:defRPr>
            </a:lvl6pPr>
            <a:lvl7pPr lvl="6" algn="l">
              <a:lnSpc>
                <a:spcPct val="100000"/>
              </a:lnSpc>
              <a:spcBef>
                <a:spcPts val="0"/>
              </a:spcBef>
              <a:spcAft>
                <a:spcPts val="0"/>
              </a:spcAft>
              <a:buSzPts val="1300"/>
              <a:buFont typeface="Inter"/>
              <a:buNone/>
              <a:defRPr sz="1300">
                <a:latin typeface="Inter"/>
                <a:ea typeface="Inter"/>
                <a:cs typeface="Inter"/>
                <a:sym typeface="Inter"/>
              </a:defRPr>
            </a:lvl7pPr>
            <a:lvl8pPr lvl="7" algn="l">
              <a:lnSpc>
                <a:spcPct val="100000"/>
              </a:lnSpc>
              <a:spcBef>
                <a:spcPts val="0"/>
              </a:spcBef>
              <a:spcAft>
                <a:spcPts val="0"/>
              </a:spcAft>
              <a:buSzPts val="1300"/>
              <a:buFont typeface="Inter"/>
              <a:buNone/>
              <a:defRPr sz="1300">
                <a:latin typeface="Inter"/>
                <a:ea typeface="Inter"/>
                <a:cs typeface="Inter"/>
                <a:sym typeface="Inter"/>
              </a:defRPr>
            </a:lvl8pPr>
            <a:lvl9pPr lvl="8" algn="l">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447" name="Google Shape;447;g2d3c537dc00_0_416"/>
          <p:cNvSpPr/>
          <p:nvPr>
            <p:ph idx="17" type="pic"/>
          </p:nvPr>
        </p:nvSpPr>
        <p:spPr>
          <a:xfrm>
            <a:off x="7029550" y="1776250"/>
            <a:ext cx="308100" cy="308400"/>
          </a:xfrm>
          <a:prstGeom prst="rect">
            <a:avLst/>
          </a:prstGeom>
          <a:noFill/>
          <a:ln>
            <a:noFill/>
          </a:ln>
        </p:spPr>
      </p:sp>
    </p:spTree>
  </p:cSld>
  <p:clrMapOvr>
    <a:masterClrMapping/>
  </p:clrMapOvr>
  <p:extLst>
    <p:ext uri="{DCECCB84-F9BA-43D5-87BE-67443E8EF086}">
      <p15:sldGuideLst>
        <p15:guide id="1" orient="horz" pos="732">
          <p15:clr>
            <a:srgbClr val="E46962"/>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 Facing Roadmap (2) - Sales">
  <p:cSld name="CUSTOM_4_1_1_3_1_1">
    <p:bg>
      <p:bgPr>
        <a:solidFill>
          <a:schemeClr val="accent1"/>
        </a:solidFill>
      </p:bgPr>
    </p:bg>
    <p:spTree>
      <p:nvGrpSpPr>
        <p:cNvPr id="448" name="Shape 448"/>
        <p:cNvGrpSpPr/>
        <p:nvPr/>
      </p:nvGrpSpPr>
      <p:grpSpPr>
        <a:xfrm>
          <a:off x="0" y="0"/>
          <a:ext cx="0" cy="0"/>
          <a:chOff x="0" y="0"/>
          <a:chExt cx="0" cy="0"/>
        </a:xfrm>
      </p:grpSpPr>
      <p:sp>
        <p:nvSpPr>
          <p:cNvPr id="449" name="Google Shape;449;g2d3c537dc00_0_435"/>
          <p:cNvSpPr txBox="1"/>
          <p:nvPr>
            <p:ph type="ctrTitle"/>
          </p:nvPr>
        </p:nvSpPr>
        <p:spPr>
          <a:xfrm>
            <a:off x="228600" y="228600"/>
            <a:ext cx="8686800" cy="3084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3100"/>
              <a:buFont typeface="Inter"/>
              <a:buNone/>
              <a:defRPr b="1" sz="31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450" name="Google Shape;450;g2d3c537dc00_0_435"/>
          <p:cNvSpPr txBox="1"/>
          <p:nvPr>
            <p:ph idx="2" type="ctrTitle"/>
          </p:nvPr>
        </p:nvSpPr>
        <p:spPr>
          <a:xfrm>
            <a:off x="228600" y="700450"/>
            <a:ext cx="8686800" cy="3543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300"/>
              <a:buNone/>
              <a:defRPr sz="1300">
                <a:solidFill>
                  <a:schemeClr val="accent2"/>
                </a:solidFill>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451" name="Google Shape;451;g2d3c537dc00_0_435"/>
          <p:cNvSpPr/>
          <p:nvPr/>
        </p:nvSpPr>
        <p:spPr>
          <a:xfrm>
            <a:off x="1703775" y="1648500"/>
            <a:ext cx="2785500" cy="28248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g2d3c537dc00_0_435"/>
          <p:cNvSpPr txBox="1"/>
          <p:nvPr>
            <p:ph idx="3" type="ctrTitle"/>
          </p:nvPr>
        </p:nvSpPr>
        <p:spPr>
          <a:xfrm>
            <a:off x="2441275" y="1776250"/>
            <a:ext cx="1904400" cy="354300"/>
          </a:xfrm>
          <a:prstGeom prst="rect">
            <a:avLst/>
          </a:prstGeom>
          <a:noFill/>
          <a:ln>
            <a:noFill/>
          </a:ln>
        </p:spPr>
        <p:txBody>
          <a:bodyPr anchorCtr="0" anchor="ctr" bIns="0" lIns="0" spcFirstLastPara="1" rIns="0" wrap="square" tIns="0">
            <a:noAutofit/>
          </a:bodyPr>
          <a:lstStyle>
            <a:lvl1pPr lvl="0" algn="l">
              <a:lnSpc>
                <a:spcPct val="85000"/>
              </a:lnSpc>
              <a:spcBef>
                <a:spcPts val="0"/>
              </a:spcBef>
              <a:spcAft>
                <a:spcPts val="0"/>
              </a:spcAft>
              <a:buClr>
                <a:schemeClr val="accent2"/>
              </a:buClr>
              <a:buSzPts val="1300"/>
              <a:buFont typeface="Inter"/>
              <a:buNone/>
              <a:defRPr b="1" sz="1300">
                <a:solidFill>
                  <a:schemeClr val="accent2"/>
                </a:solidFill>
                <a:latin typeface="Inter"/>
                <a:ea typeface="Inter"/>
                <a:cs typeface="Inter"/>
                <a:sym typeface="Inter"/>
              </a:defRPr>
            </a:lvl1pPr>
            <a:lvl2pPr lvl="1" algn="l">
              <a:lnSpc>
                <a:spcPct val="100000"/>
              </a:lnSpc>
              <a:spcBef>
                <a:spcPts val="0"/>
              </a:spcBef>
              <a:spcAft>
                <a:spcPts val="0"/>
              </a:spcAft>
              <a:buSzPts val="1300"/>
              <a:buNone/>
              <a:defRPr b="1" sz="1300"/>
            </a:lvl2pPr>
            <a:lvl3pPr lvl="2" algn="l">
              <a:lnSpc>
                <a:spcPct val="100000"/>
              </a:lnSpc>
              <a:spcBef>
                <a:spcPts val="0"/>
              </a:spcBef>
              <a:spcAft>
                <a:spcPts val="0"/>
              </a:spcAft>
              <a:buSzPts val="1300"/>
              <a:buNone/>
              <a:defRPr b="1" sz="1300"/>
            </a:lvl3pPr>
            <a:lvl4pPr lvl="3" algn="l">
              <a:lnSpc>
                <a:spcPct val="100000"/>
              </a:lnSpc>
              <a:spcBef>
                <a:spcPts val="0"/>
              </a:spcBef>
              <a:spcAft>
                <a:spcPts val="0"/>
              </a:spcAft>
              <a:buSzPts val="1300"/>
              <a:buNone/>
              <a:defRPr b="1" sz="1300"/>
            </a:lvl4pPr>
            <a:lvl5pPr lvl="4" algn="l">
              <a:lnSpc>
                <a:spcPct val="100000"/>
              </a:lnSpc>
              <a:spcBef>
                <a:spcPts val="0"/>
              </a:spcBef>
              <a:spcAft>
                <a:spcPts val="0"/>
              </a:spcAft>
              <a:buSzPts val="1300"/>
              <a:buNone/>
              <a:defRPr b="1" sz="1300"/>
            </a:lvl5pPr>
            <a:lvl6pPr lvl="5" algn="l">
              <a:lnSpc>
                <a:spcPct val="100000"/>
              </a:lnSpc>
              <a:spcBef>
                <a:spcPts val="0"/>
              </a:spcBef>
              <a:spcAft>
                <a:spcPts val="0"/>
              </a:spcAft>
              <a:buSzPts val="1300"/>
              <a:buNone/>
              <a:defRPr b="1" sz="1300"/>
            </a:lvl6pPr>
            <a:lvl7pPr lvl="6" algn="l">
              <a:lnSpc>
                <a:spcPct val="100000"/>
              </a:lnSpc>
              <a:spcBef>
                <a:spcPts val="0"/>
              </a:spcBef>
              <a:spcAft>
                <a:spcPts val="0"/>
              </a:spcAft>
              <a:buSzPts val="1300"/>
              <a:buNone/>
              <a:defRPr b="1" sz="1300"/>
            </a:lvl7pPr>
            <a:lvl8pPr lvl="7" algn="l">
              <a:lnSpc>
                <a:spcPct val="100000"/>
              </a:lnSpc>
              <a:spcBef>
                <a:spcPts val="0"/>
              </a:spcBef>
              <a:spcAft>
                <a:spcPts val="0"/>
              </a:spcAft>
              <a:buSzPts val="1300"/>
              <a:buNone/>
              <a:defRPr b="1" sz="1300"/>
            </a:lvl8pPr>
            <a:lvl9pPr lvl="8" algn="l">
              <a:lnSpc>
                <a:spcPct val="100000"/>
              </a:lnSpc>
              <a:spcBef>
                <a:spcPts val="0"/>
              </a:spcBef>
              <a:spcAft>
                <a:spcPts val="0"/>
              </a:spcAft>
              <a:buSzPts val="1300"/>
              <a:buNone/>
              <a:defRPr b="1" sz="1300"/>
            </a:lvl9pPr>
          </a:lstStyle>
          <a:p/>
        </p:txBody>
      </p:sp>
      <p:sp>
        <p:nvSpPr>
          <p:cNvPr id="453" name="Google Shape;453;g2d3c537dc00_0_435"/>
          <p:cNvSpPr txBox="1"/>
          <p:nvPr>
            <p:ph idx="4" type="ctrTitle"/>
          </p:nvPr>
        </p:nvSpPr>
        <p:spPr>
          <a:xfrm>
            <a:off x="1924073" y="2379526"/>
            <a:ext cx="2421600" cy="1974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1300"/>
              <a:buFont typeface="Inter"/>
              <a:buNone/>
              <a:defRPr sz="1300">
                <a:latin typeface="Inter"/>
                <a:ea typeface="Inter"/>
                <a:cs typeface="Inter"/>
                <a:sym typeface="Inter"/>
              </a:defRPr>
            </a:lvl2pPr>
            <a:lvl3pPr lvl="2" algn="l">
              <a:lnSpc>
                <a:spcPct val="100000"/>
              </a:lnSpc>
              <a:spcBef>
                <a:spcPts val="0"/>
              </a:spcBef>
              <a:spcAft>
                <a:spcPts val="0"/>
              </a:spcAft>
              <a:buSzPts val="1300"/>
              <a:buFont typeface="Inter"/>
              <a:buNone/>
              <a:defRPr sz="1300">
                <a:latin typeface="Inter"/>
                <a:ea typeface="Inter"/>
                <a:cs typeface="Inter"/>
                <a:sym typeface="Inter"/>
              </a:defRPr>
            </a:lvl3pPr>
            <a:lvl4pPr lvl="3" algn="l">
              <a:lnSpc>
                <a:spcPct val="100000"/>
              </a:lnSpc>
              <a:spcBef>
                <a:spcPts val="0"/>
              </a:spcBef>
              <a:spcAft>
                <a:spcPts val="0"/>
              </a:spcAft>
              <a:buSzPts val="1300"/>
              <a:buFont typeface="Inter"/>
              <a:buNone/>
              <a:defRPr sz="1300">
                <a:latin typeface="Inter"/>
                <a:ea typeface="Inter"/>
                <a:cs typeface="Inter"/>
                <a:sym typeface="Inter"/>
              </a:defRPr>
            </a:lvl4pPr>
            <a:lvl5pPr lvl="4" algn="l">
              <a:lnSpc>
                <a:spcPct val="100000"/>
              </a:lnSpc>
              <a:spcBef>
                <a:spcPts val="0"/>
              </a:spcBef>
              <a:spcAft>
                <a:spcPts val="0"/>
              </a:spcAft>
              <a:buSzPts val="1300"/>
              <a:buFont typeface="Inter"/>
              <a:buNone/>
              <a:defRPr sz="1300">
                <a:latin typeface="Inter"/>
                <a:ea typeface="Inter"/>
                <a:cs typeface="Inter"/>
                <a:sym typeface="Inter"/>
              </a:defRPr>
            </a:lvl5pPr>
            <a:lvl6pPr lvl="5" algn="l">
              <a:lnSpc>
                <a:spcPct val="100000"/>
              </a:lnSpc>
              <a:spcBef>
                <a:spcPts val="0"/>
              </a:spcBef>
              <a:spcAft>
                <a:spcPts val="0"/>
              </a:spcAft>
              <a:buSzPts val="1300"/>
              <a:buFont typeface="Inter"/>
              <a:buNone/>
              <a:defRPr sz="1300">
                <a:latin typeface="Inter"/>
                <a:ea typeface="Inter"/>
                <a:cs typeface="Inter"/>
                <a:sym typeface="Inter"/>
              </a:defRPr>
            </a:lvl6pPr>
            <a:lvl7pPr lvl="6" algn="l">
              <a:lnSpc>
                <a:spcPct val="100000"/>
              </a:lnSpc>
              <a:spcBef>
                <a:spcPts val="0"/>
              </a:spcBef>
              <a:spcAft>
                <a:spcPts val="0"/>
              </a:spcAft>
              <a:buSzPts val="1300"/>
              <a:buFont typeface="Inter"/>
              <a:buNone/>
              <a:defRPr sz="1300">
                <a:latin typeface="Inter"/>
                <a:ea typeface="Inter"/>
                <a:cs typeface="Inter"/>
                <a:sym typeface="Inter"/>
              </a:defRPr>
            </a:lvl7pPr>
            <a:lvl8pPr lvl="7" algn="l">
              <a:lnSpc>
                <a:spcPct val="100000"/>
              </a:lnSpc>
              <a:spcBef>
                <a:spcPts val="0"/>
              </a:spcBef>
              <a:spcAft>
                <a:spcPts val="0"/>
              </a:spcAft>
              <a:buSzPts val="1300"/>
              <a:buFont typeface="Inter"/>
              <a:buNone/>
              <a:defRPr sz="1300">
                <a:latin typeface="Inter"/>
                <a:ea typeface="Inter"/>
                <a:cs typeface="Inter"/>
                <a:sym typeface="Inter"/>
              </a:defRPr>
            </a:lvl8pPr>
            <a:lvl9pPr lvl="8" algn="l">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454" name="Google Shape;454;g2d3c537dc00_0_435"/>
          <p:cNvSpPr/>
          <p:nvPr>
            <p:ph idx="5" type="pic"/>
          </p:nvPr>
        </p:nvSpPr>
        <p:spPr>
          <a:xfrm>
            <a:off x="1924078" y="1776251"/>
            <a:ext cx="419100" cy="308400"/>
          </a:xfrm>
          <a:prstGeom prst="rect">
            <a:avLst/>
          </a:prstGeom>
          <a:noFill/>
          <a:ln>
            <a:noFill/>
          </a:ln>
        </p:spPr>
      </p:sp>
      <p:sp>
        <p:nvSpPr>
          <p:cNvPr id="455" name="Google Shape;455;g2d3c537dc00_0_435"/>
          <p:cNvSpPr/>
          <p:nvPr/>
        </p:nvSpPr>
        <p:spPr>
          <a:xfrm>
            <a:off x="4654725" y="1648500"/>
            <a:ext cx="2785500" cy="28248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g2d3c537dc00_0_435"/>
          <p:cNvSpPr txBox="1"/>
          <p:nvPr>
            <p:ph idx="6" type="ctrTitle"/>
          </p:nvPr>
        </p:nvSpPr>
        <p:spPr>
          <a:xfrm>
            <a:off x="5392150" y="1776250"/>
            <a:ext cx="1904400" cy="354300"/>
          </a:xfrm>
          <a:prstGeom prst="rect">
            <a:avLst/>
          </a:prstGeom>
          <a:noFill/>
          <a:ln>
            <a:noFill/>
          </a:ln>
        </p:spPr>
        <p:txBody>
          <a:bodyPr anchorCtr="0" anchor="ctr" bIns="0" lIns="0" spcFirstLastPara="1" rIns="0" wrap="square" tIns="0">
            <a:noAutofit/>
          </a:bodyPr>
          <a:lstStyle>
            <a:lvl1pPr lvl="0" algn="l">
              <a:lnSpc>
                <a:spcPct val="85000"/>
              </a:lnSpc>
              <a:spcBef>
                <a:spcPts val="0"/>
              </a:spcBef>
              <a:spcAft>
                <a:spcPts val="0"/>
              </a:spcAft>
              <a:buClr>
                <a:schemeClr val="accent2"/>
              </a:buClr>
              <a:buSzPts val="1300"/>
              <a:buFont typeface="Inter"/>
              <a:buNone/>
              <a:defRPr b="1" sz="1300">
                <a:solidFill>
                  <a:schemeClr val="accent2"/>
                </a:solidFill>
                <a:latin typeface="Inter"/>
                <a:ea typeface="Inter"/>
                <a:cs typeface="Inter"/>
                <a:sym typeface="Inter"/>
              </a:defRPr>
            </a:lvl1pPr>
            <a:lvl2pPr lvl="1" algn="l">
              <a:lnSpc>
                <a:spcPct val="100000"/>
              </a:lnSpc>
              <a:spcBef>
                <a:spcPts val="0"/>
              </a:spcBef>
              <a:spcAft>
                <a:spcPts val="0"/>
              </a:spcAft>
              <a:buSzPts val="1300"/>
              <a:buNone/>
              <a:defRPr b="1" sz="1300"/>
            </a:lvl2pPr>
            <a:lvl3pPr lvl="2" algn="l">
              <a:lnSpc>
                <a:spcPct val="100000"/>
              </a:lnSpc>
              <a:spcBef>
                <a:spcPts val="0"/>
              </a:spcBef>
              <a:spcAft>
                <a:spcPts val="0"/>
              </a:spcAft>
              <a:buSzPts val="1300"/>
              <a:buNone/>
              <a:defRPr b="1" sz="1300"/>
            </a:lvl3pPr>
            <a:lvl4pPr lvl="3" algn="l">
              <a:lnSpc>
                <a:spcPct val="100000"/>
              </a:lnSpc>
              <a:spcBef>
                <a:spcPts val="0"/>
              </a:spcBef>
              <a:spcAft>
                <a:spcPts val="0"/>
              </a:spcAft>
              <a:buSzPts val="1300"/>
              <a:buNone/>
              <a:defRPr b="1" sz="1300"/>
            </a:lvl4pPr>
            <a:lvl5pPr lvl="4" algn="l">
              <a:lnSpc>
                <a:spcPct val="100000"/>
              </a:lnSpc>
              <a:spcBef>
                <a:spcPts val="0"/>
              </a:spcBef>
              <a:spcAft>
                <a:spcPts val="0"/>
              </a:spcAft>
              <a:buSzPts val="1300"/>
              <a:buNone/>
              <a:defRPr b="1" sz="1300"/>
            </a:lvl5pPr>
            <a:lvl6pPr lvl="5" algn="l">
              <a:lnSpc>
                <a:spcPct val="100000"/>
              </a:lnSpc>
              <a:spcBef>
                <a:spcPts val="0"/>
              </a:spcBef>
              <a:spcAft>
                <a:spcPts val="0"/>
              </a:spcAft>
              <a:buSzPts val="1300"/>
              <a:buNone/>
              <a:defRPr b="1" sz="1300"/>
            </a:lvl6pPr>
            <a:lvl7pPr lvl="6" algn="l">
              <a:lnSpc>
                <a:spcPct val="100000"/>
              </a:lnSpc>
              <a:spcBef>
                <a:spcPts val="0"/>
              </a:spcBef>
              <a:spcAft>
                <a:spcPts val="0"/>
              </a:spcAft>
              <a:buSzPts val="1300"/>
              <a:buNone/>
              <a:defRPr b="1" sz="1300"/>
            </a:lvl7pPr>
            <a:lvl8pPr lvl="7" algn="l">
              <a:lnSpc>
                <a:spcPct val="100000"/>
              </a:lnSpc>
              <a:spcBef>
                <a:spcPts val="0"/>
              </a:spcBef>
              <a:spcAft>
                <a:spcPts val="0"/>
              </a:spcAft>
              <a:buSzPts val="1300"/>
              <a:buNone/>
              <a:defRPr b="1" sz="1300"/>
            </a:lvl8pPr>
            <a:lvl9pPr lvl="8" algn="l">
              <a:lnSpc>
                <a:spcPct val="100000"/>
              </a:lnSpc>
              <a:spcBef>
                <a:spcPts val="0"/>
              </a:spcBef>
              <a:spcAft>
                <a:spcPts val="0"/>
              </a:spcAft>
              <a:buSzPts val="1300"/>
              <a:buNone/>
              <a:defRPr b="1" sz="1300"/>
            </a:lvl9pPr>
          </a:lstStyle>
          <a:p/>
        </p:txBody>
      </p:sp>
      <p:sp>
        <p:nvSpPr>
          <p:cNvPr id="457" name="Google Shape;457;g2d3c537dc00_0_435"/>
          <p:cNvSpPr txBox="1"/>
          <p:nvPr>
            <p:ph idx="7" type="ctrTitle"/>
          </p:nvPr>
        </p:nvSpPr>
        <p:spPr>
          <a:xfrm>
            <a:off x="4875023" y="2379526"/>
            <a:ext cx="2421600" cy="1974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1300"/>
              <a:buFont typeface="Inter"/>
              <a:buNone/>
              <a:defRPr sz="1300">
                <a:latin typeface="Inter"/>
                <a:ea typeface="Inter"/>
                <a:cs typeface="Inter"/>
                <a:sym typeface="Inter"/>
              </a:defRPr>
            </a:lvl2pPr>
            <a:lvl3pPr lvl="2" algn="l">
              <a:lnSpc>
                <a:spcPct val="100000"/>
              </a:lnSpc>
              <a:spcBef>
                <a:spcPts val="0"/>
              </a:spcBef>
              <a:spcAft>
                <a:spcPts val="0"/>
              </a:spcAft>
              <a:buSzPts val="1300"/>
              <a:buFont typeface="Inter"/>
              <a:buNone/>
              <a:defRPr sz="1300">
                <a:latin typeface="Inter"/>
                <a:ea typeface="Inter"/>
                <a:cs typeface="Inter"/>
                <a:sym typeface="Inter"/>
              </a:defRPr>
            </a:lvl3pPr>
            <a:lvl4pPr lvl="3" algn="l">
              <a:lnSpc>
                <a:spcPct val="100000"/>
              </a:lnSpc>
              <a:spcBef>
                <a:spcPts val="0"/>
              </a:spcBef>
              <a:spcAft>
                <a:spcPts val="0"/>
              </a:spcAft>
              <a:buSzPts val="1300"/>
              <a:buFont typeface="Inter"/>
              <a:buNone/>
              <a:defRPr sz="1300">
                <a:latin typeface="Inter"/>
                <a:ea typeface="Inter"/>
                <a:cs typeface="Inter"/>
                <a:sym typeface="Inter"/>
              </a:defRPr>
            </a:lvl4pPr>
            <a:lvl5pPr lvl="4" algn="l">
              <a:lnSpc>
                <a:spcPct val="100000"/>
              </a:lnSpc>
              <a:spcBef>
                <a:spcPts val="0"/>
              </a:spcBef>
              <a:spcAft>
                <a:spcPts val="0"/>
              </a:spcAft>
              <a:buSzPts val="1300"/>
              <a:buFont typeface="Inter"/>
              <a:buNone/>
              <a:defRPr sz="1300">
                <a:latin typeface="Inter"/>
                <a:ea typeface="Inter"/>
                <a:cs typeface="Inter"/>
                <a:sym typeface="Inter"/>
              </a:defRPr>
            </a:lvl5pPr>
            <a:lvl6pPr lvl="5" algn="l">
              <a:lnSpc>
                <a:spcPct val="100000"/>
              </a:lnSpc>
              <a:spcBef>
                <a:spcPts val="0"/>
              </a:spcBef>
              <a:spcAft>
                <a:spcPts val="0"/>
              </a:spcAft>
              <a:buSzPts val="1300"/>
              <a:buFont typeface="Inter"/>
              <a:buNone/>
              <a:defRPr sz="1300">
                <a:latin typeface="Inter"/>
                <a:ea typeface="Inter"/>
                <a:cs typeface="Inter"/>
                <a:sym typeface="Inter"/>
              </a:defRPr>
            </a:lvl6pPr>
            <a:lvl7pPr lvl="6" algn="l">
              <a:lnSpc>
                <a:spcPct val="100000"/>
              </a:lnSpc>
              <a:spcBef>
                <a:spcPts val="0"/>
              </a:spcBef>
              <a:spcAft>
                <a:spcPts val="0"/>
              </a:spcAft>
              <a:buSzPts val="1300"/>
              <a:buFont typeface="Inter"/>
              <a:buNone/>
              <a:defRPr sz="1300">
                <a:latin typeface="Inter"/>
                <a:ea typeface="Inter"/>
                <a:cs typeface="Inter"/>
                <a:sym typeface="Inter"/>
              </a:defRPr>
            </a:lvl7pPr>
            <a:lvl8pPr lvl="7" algn="l">
              <a:lnSpc>
                <a:spcPct val="100000"/>
              </a:lnSpc>
              <a:spcBef>
                <a:spcPts val="0"/>
              </a:spcBef>
              <a:spcAft>
                <a:spcPts val="0"/>
              </a:spcAft>
              <a:buSzPts val="1300"/>
              <a:buFont typeface="Inter"/>
              <a:buNone/>
              <a:defRPr sz="1300">
                <a:latin typeface="Inter"/>
                <a:ea typeface="Inter"/>
                <a:cs typeface="Inter"/>
                <a:sym typeface="Inter"/>
              </a:defRPr>
            </a:lvl8pPr>
            <a:lvl9pPr lvl="8" algn="l">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458" name="Google Shape;458;g2d3c537dc00_0_435"/>
          <p:cNvSpPr/>
          <p:nvPr>
            <p:ph idx="8" type="pic"/>
          </p:nvPr>
        </p:nvSpPr>
        <p:spPr>
          <a:xfrm>
            <a:off x="4875028" y="1776251"/>
            <a:ext cx="419100" cy="308400"/>
          </a:xfrm>
          <a:prstGeom prst="rect">
            <a:avLst/>
          </a:prstGeom>
          <a:noFill/>
          <a:ln>
            <a:noFill/>
          </a:ln>
        </p:spPr>
      </p:sp>
    </p:spTree>
  </p:cSld>
  <p:clrMapOvr>
    <a:masterClrMapping/>
  </p:clrMapOvr>
  <p:extLst>
    <p:ext uri="{DCECCB84-F9BA-43D5-87BE-67443E8EF086}">
      <p15:sldGuideLst>
        <p15:guide id="1" orient="horz" pos="732">
          <p15:clr>
            <a:srgbClr val="E46962"/>
          </p15:clr>
        </p15:guide>
      </p15:sldGuideLst>
    </p:ext>
  </p:extLs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 Facing Roadmap (4 - Title Only) - Sales 1">
  <p:cSld name="CUSTOM_4_1_1_3_1_2">
    <p:bg>
      <p:bgPr>
        <a:solidFill>
          <a:schemeClr val="accent1"/>
        </a:solidFill>
      </p:bgPr>
    </p:bg>
    <p:spTree>
      <p:nvGrpSpPr>
        <p:cNvPr id="459" name="Shape 459"/>
        <p:cNvGrpSpPr/>
        <p:nvPr/>
      </p:nvGrpSpPr>
      <p:grpSpPr>
        <a:xfrm>
          <a:off x="0" y="0"/>
          <a:ext cx="0" cy="0"/>
          <a:chOff x="0" y="0"/>
          <a:chExt cx="0" cy="0"/>
        </a:xfrm>
      </p:grpSpPr>
      <p:sp>
        <p:nvSpPr>
          <p:cNvPr id="460" name="Google Shape;460;g2d3c537dc00_0_446"/>
          <p:cNvSpPr txBox="1"/>
          <p:nvPr>
            <p:ph type="ctrTitle"/>
          </p:nvPr>
        </p:nvSpPr>
        <p:spPr>
          <a:xfrm>
            <a:off x="228600" y="228600"/>
            <a:ext cx="8686800" cy="3084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3100"/>
              <a:buFont typeface="Inter"/>
              <a:buNone/>
              <a:defRPr b="1" sz="31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461" name="Google Shape;461;g2d3c537dc00_0_446"/>
          <p:cNvSpPr txBox="1"/>
          <p:nvPr>
            <p:ph idx="2" type="ctrTitle"/>
          </p:nvPr>
        </p:nvSpPr>
        <p:spPr>
          <a:xfrm>
            <a:off x="228600" y="700450"/>
            <a:ext cx="8686800" cy="3543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300"/>
              <a:buNone/>
              <a:defRPr sz="1300">
                <a:solidFill>
                  <a:schemeClr val="accent2"/>
                </a:solidFill>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462" name="Google Shape;462;g2d3c537dc00_0_446"/>
          <p:cNvSpPr/>
          <p:nvPr/>
        </p:nvSpPr>
        <p:spPr>
          <a:xfrm>
            <a:off x="228788" y="1820448"/>
            <a:ext cx="2047500" cy="25698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g2d3c537dc00_0_446"/>
          <p:cNvSpPr txBox="1"/>
          <p:nvPr>
            <p:ph idx="3" type="ctrTitle"/>
          </p:nvPr>
        </p:nvSpPr>
        <p:spPr>
          <a:xfrm>
            <a:off x="390713" y="2598400"/>
            <a:ext cx="1780200" cy="16545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accent2"/>
              </a:buClr>
              <a:buSzPts val="1600"/>
              <a:buFont typeface="Inter"/>
              <a:buNone/>
              <a:defRPr b="1" sz="1600">
                <a:solidFill>
                  <a:schemeClr val="accent2"/>
                </a:solidFill>
                <a:latin typeface="Inter"/>
                <a:ea typeface="Inter"/>
                <a:cs typeface="Inter"/>
                <a:sym typeface="Inter"/>
              </a:defRPr>
            </a:lvl1pPr>
            <a:lvl2pPr lvl="1" algn="l">
              <a:lnSpc>
                <a:spcPct val="100000"/>
              </a:lnSpc>
              <a:spcBef>
                <a:spcPts val="0"/>
              </a:spcBef>
              <a:spcAft>
                <a:spcPts val="0"/>
              </a:spcAft>
              <a:buSzPts val="1300"/>
              <a:buNone/>
              <a:defRPr b="1" sz="1300"/>
            </a:lvl2pPr>
            <a:lvl3pPr lvl="2" algn="l">
              <a:lnSpc>
                <a:spcPct val="100000"/>
              </a:lnSpc>
              <a:spcBef>
                <a:spcPts val="0"/>
              </a:spcBef>
              <a:spcAft>
                <a:spcPts val="0"/>
              </a:spcAft>
              <a:buSzPts val="1300"/>
              <a:buNone/>
              <a:defRPr b="1" sz="1300"/>
            </a:lvl3pPr>
            <a:lvl4pPr lvl="3" algn="l">
              <a:lnSpc>
                <a:spcPct val="100000"/>
              </a:lnSpc>
              <a:spcBef>
                <a:spcPts val="0"/>
              </a:spcBef>
              <a:spcAft>
                <a:spcPts val="0"/>
              </a:spcAft>
              <a:buSzPts val="1300"/>
              <a:buNone/>
              <a:defRPr b="1" sz="1300"/>
            </a:lvl4pPr>
            <a:lvl5pPr lvl="4" algn="l">
              <a:lnSpc>
                <a:spcPct val="100000"/>
              </a:lnSpc>
              <a:spcBef>
                <a:spcPts val="0"/>
              </a:spcBef>
              <a:spcAft>
                <a:spcPts val="0"/>
              </a:spcAft>
              <a:buSzPts val="1300"/>
              <a:buNone/>
              <a:defRPr b="1" sz="1300"/>
            </a:lvl5pPr>
            <a:lvl6pPr lvl="5" algn="l">
              <a:lnSpc>
                <a:spcPct val="100000"/>
              </a:lnSpc>
              <a:spcBef>
                <a:spcPts val="0"/>
              </a:spcBef>
              <a:spcAft>
                <a:spcPts val="0"/>
              </a:spcAft>
              <a:buSzPts val="1300"/>
              <a:buNone/>
              <a:defRPr b="1" sz="1300"/>
            </a:lvl6pPr>
            <a:lvl7pPr lvl="6" algn="l">
              <a:lnSpc>
                <a:spcPct val="100000"/>
              </a:lnSpc>
              <a:spcBef>
                <a:spcPts val="0"/>
              </a:spcBef>
              <a:spcAft>
                <a:spcPts val="0"/>
              </a:spcAft>
              <a:buSzPts val="1300"/>
              <a:buNone/>
              <a:defRPr b="1" sz="1300"/>
            </a:lvl7pPr>
            <a:lvl8pPr lvl="7" algn="l">
              <a:lnSpc>
                <a:spcPct val="100000"/>
              </a:lnSpc>
              <a:spcBef>
                <a:spcPts val="0"/>
              </a:spcBef>
              <a:spcAft>
                <a:spcPts val="0"/>
              </a:spcAft>
              <a:buSzPts val="1300"/>
              <a:buNone/>
              <a:defRPr b="1" sz="1300"/>
            </a:lvl8pPr>
            <a:lvl9pPr lvl="8" algn="l">
              <a:lnSpc>
                <a:spcPct val="100000"/>
              </a:lnSpc>
              <a:spcBef>
                <a:spcPts val="0"/>
              </a:spcBef>
              <a:spcAft>
                <a:spcPts val="0"/>
              </a:spcAft>
              <a:buSzPts val="1300"/>
              <a:buNone/>
              <a:defRPr b="1" sz="1300"/>
            </a:lvl9pPr>
          </a:lstStyle>
          <a:p/>
        </p:txBody>
      </p:sp>
      <p:sp>
        <p:nvSpPr>
          <p:cNvPr id="464" name="Google Shape;464;g2d3c537dc00_0_446"/>
          <p:cNvSpPr/>
          <p:nvPr/>
        </p:nvSpPr>
        <p:spPr>
          <a:xfrm>
            <a:off x="2441763" y="1820448"/>
            <a:ext cx="2047500" cy="25698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g2d3c537dc00_0_446"/>
          <p:cNvSpPr txBox="1"/>
          <p:nvPr>
            <p:ph idx="4" type="ctrTitle"/>
          </p:nvPr>
        </p:nvSpPr>
        <p:spPr>
          <a:xfrm>
            <a:off x="2603688" y="2598400"/>
            <a:ext cx="1780200" cy="16545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accent2"/>
              </a:buClr>
              <a:buSzPts val="1600"/>
              <a:buFont typeface="Inter"/>
              <a:buNone/>
              <a:defRPr b="1" sz="1600">
                <a:solidFill>
                  <a:schemeClr val="accent2"/>
                </a:solidFill>
                <a:latin typeface="Inter"/>
                <a:ea typeface="Inter"/>
                <a:cs typeface="Inter"/>
                <a:sym typeface="Inter"/>
              </a:defRPr>
            </a:lvl1pPr>
            <a:lvl2pPr lvl="1" algn="l">
              <a:lnSpc>
                <a:spcPct val="100000"/>
              </a:lnSpc>
              <a:spcBef>
                <a:spcPts val="0"/>
              </a:spcBef>
              <a:spcAft>
                <a:spcPts val="0"/>
              </a:spcAft>
              <a:buSzPts val="1600"/>
              <a:buNone/>
              <a:defRPr b="1" sz="1600"/>
            </a:lvl2pPr>
            <a:lvl3pPr lvl="2" algn="l">
              <a:lnSpc>
                <a:spcPct val="100000"/>
              </a:lnSpc>
              <a:spcBef>
                <a:spcPts val="0"/>
              </a:spcBef>
              <a:spcAft>
                <a:spcPts val="0"/>
              </a:spcAft>
              <a:buSzPts val="1600"/>
              <a:buNone/>
              <a:defRPr b="1" sz="1600"/>
            </a:lvl3pPr>
            <a:lvl4pPr lvl="3" algn="l">
              <a:lnSpc>
                <a:spcPct val="100000"/>
              </a:lnSpc>
              <a:spcBef>
                <a:spcPts val="0"/>
              </a:spcBef>
              <a:spcAft>
                <a:spcPts val="0"/>
              </a:spcAft>
              <a:buSzPts val="1600"/>
              <a:buNone/>
              <a:defRPr b="1" sz="1600"/>
            </a:lvl4pPr>
            <a:lvl5pPr lvl="4" algn="l">
              <a:lnSpc>
                <a:spcPct val="100000"/>
              </a:lnSpc>
              <a:spcBef>
                <a:spcPts val="0"/>
              </a:spcBef>
              <a:spcAft>
                <a:spcPts val="0"/>
              </a:spcAft>
              <a:buSzPts val="1600"/>
              <a:buNone/>
              <a:defRPr b="1" sz="1600"/>
            </a:lvl5pPr>
            <a:lvl6pPr lvl="5" algn="l">
              <a:lnSpc>
                <a:spcPct val="100000"/>
              </a:lnSpc>
              <a:spcBef>
                <a:spcPts val="0"/>
              </a:spcBef>
              <a:spcAft>
                <a:spcPts val="0"/>
              </a:spcAft>
              <a:buSzPts val="1600"/>
              <a:buNone/>
              <a:defRPr b="1" sz="1600"/>
            </a:lvl6pPr>
            <a:lvl7pPr lvl="6" algn="l">
              <a:lnSpc>
                <a:spcPct val="100000"/>
              </a:lnSpc>
              <a:spcBef>
                <a:spcPts val="0"/>
              </a:spcBef>
              <a:spcAft>
                <a:spcPts val="0"/>
              </a:spcAft>
              <a:buSzPts val="1600"/>
              <a:buNone/>
              <a:defRPr b="1" sz="1600"/>
            </a:lvl7pPr>
            <a:lvl8pPr lvl="7" algn="l">
              <a:lnSpc>
                <a:spcPct val="100000"/>
              </a:lnSpc>
              <a:spcBef>
                <a:spcPts val="0"/>
              </a:spcBef>
              <a:spcAft>
                <a:spcPts val="0"/>
              </a:spcAft>
              <a:buSzPts val="1600"/>
              <a:buNone/>
              <a:defRPr b="1" sz="1600"/>
            </a:lvl8pPr>
            <a:lvl9pPr lvl="8" algn="l">
              <a:lnSpc>
                <a:spcPct val="100000"/>
              </a:lnSpc>
              <a:spcBef>
                <a:spcPts val="0"/>
              </a:spcBef>
              <a:spcAft>
                <a:spcPts val="0"/>
              </a:spcAft>
              <a:buSzPts val="1600"/>
              <a:buNone/>
              <a:defRPr b="1" sz="1600"/>
            </a:lvl9pPr>
          </a:lstStyle>
          <a:p/>
        </p:txBody>
      </p:sp>
      <p:sp>
        <p:nvSpPr>
          <p:cNvPr id="466" name="Google Shape;466;g2d3c537dc00_0_446"/>
          <p:cNvSpPr/>
          <p:nvPr/>
        </p:nvSpPr>
        <p:spPr>
          <a:xfrm>
            <a:off x="4654738" y="1820448"/>
            <a:ext cx="2047500" cy="25698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g2d3c537dc00_0_446"/>
          <p:cNvSpPr txBox="1"/>
          <p:nvPr>
            <p:ph idx="5" type="ctrTitle"/>
          </p:nvPr>
        </p:nvSpPr>
        <p:spPr>
          <a:xfrm>
            <a:off x="4816663" y="2598400"/>
            <a:ext cx="1780200" cy="16545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accent2"/>
              </a:buClr>
              <a:buSzPts val="1600"/>
              <a:buFont typeface="Inter"/>
              <a:buNone/>
              <a:defRPr b="1" sz="1600">
                <a:solidFill>
                  <a:schemeClr val="accent2"/>
                </a:solidFill>
                <a:latin typeface="Inter"/>
                <a:ea typeface="Inter"/>
                <a:cs typeface="Inter"/>
                <a:sym typeface="Inter"/>
              </a:defRPr>
            </a:lvl1pPr>
            <a:lvl2pPr lvl="1" algn="l">
              <a:lnSpc>
                <a:spcPct val="100000"/>
              </a:lnSpc>
              <a:spcBef>
                <a:spcPts val="0"/>
              </a:spcBef>
              <a:spcAft>
                <a:spcPts val="0"/>
              </a:spcAft>
              <a:buSzPts val="1600"/>
              <a:buNone/>
              <a:defRPr b="1" sz="1600"/>
            </a:lvl2pPr>
            <a:lvl3pPr lvl="2" algn="l">
              <a:lnSpc>
                <a:spcPct val="100000"/>
              </a:lnSpc>
              <a:spcBef>
                <a:spcPts val="0"/>
              </a:spcBef>
              <a:spcAft>
                <a:spcPts val="0"/>
              </a:spcAft>
              <a:buSzPts val="1600"/>
              <a:buNone/>
              <a:defRPr b="1" sz="1600"/>
            </a:lvl3pPr>
            <a:lvl4pPr lvl="3" algn="l">
              <a:lnSpc>
                <a:spcPct val="100000"/>
              </a:lnSpc>
              <a:spcBef>
                <a:spcPts val="0"/>
              </a:spcBef>
              <a:spcAft>
                <a:spcPts val="0"/>
              </a:spcAft>
              <a:buSzPts val="1600"/>
              <a:buNone/>
              <a:defRPr b="1" sz="1600"/>
            </a:lvl4pPr>
            <a:lvl5pPr lvl="4" algn="l">
              <a:lnSpc>
                <a:spcPct val="100000"/>
              </a:lnSpc>
              <a:spcBef>
                <a:spcPts val="0"/>
              </a:spcBef>
              <a:spcAft>
                <a:spcPts val="0"/>
              </a:spcAft>
              <a:buSzPts val="1600"/>
              <a:buNone/>
              <a:defRPr b="1" sz="1600"/>
            </a:lvl5pPr>
            <a:lvl6pPr lvl="5" algn="l">
              <a:lnSpc>
                <a:spcPct val="100000"/>
              </a:lnSpc>
              <a:spcBef>
                <a:spcPts val="0"/>
              </a:spcBef>
              <a:spcAft>
                <a:spcPts val="0"/>
              </a:spcAft>
              <a:buSzPts val="1600"/>
              <a:buNone/>
              <a:defRPr b="1" sz="1600"/>
            </a:lvl6pPr>
            <a:lvl7pPr lvl="6" algn="l">
              <a:lnSpc>
                <a:spcPct val="100000"/>
              </a:lnSpc>
              <a:spcBef>
                <a:spcPts val="0"/>
              </a:spcBef>
              <a:spcAft>
                <a:spcPts val="0"/>
              </a:spcAft>
              <a:buSzPts val="1600"/>
              <a:buNone/>
              <a:defRPr b="1" sz="1600"/>
            </a:lvl7pPr>
            <a:lvl8pPr lvl="7" algn="l">
              <a:lnSpc>
                <a:spcPct val="100000"/>
              </a:lnSpc>
              <a:spcBef>
                <a:spcPts val="0"/>
              </a:spcBef>
              <a:spcAft>
                <a:spcPts val="0"/>
              </a:spcAft>
              <a:buSzPts val="1600"/>
              <a:buNone/>
              <a:defRPr b="1" sz="1600"/>
            </a:lvl8pPr>
            <a:lvl9pPr lvl="8" algn="l">
              <a:lnSpc>
                <a:spcPct val="100000"/>
              </a:lnSpc>
              <a:spcBef>
                <a:spcPts val="0"/>
              </a:spcBef>
              <a:spcAft>
                <a:spcPts val="0"/>
              </a:spcAft>
              <a:buSzPts val="1600"/>
              <a:buNone/>
              <a:defRPr b="1" sz="1600"/>
            </a:lvl9pPr>
          </a:lstStyle>
          <a:p/>
        </p:txBody>
      </p:sp>
      <p:sp>
        <p:nvSpPr>
          <p:cNvPr id="468" name="Google Shape;468;g2d3c537dc00_0_446"/>
          <p:cNvSpPr/>
          <p:nvPr/>
        </p:nvSpPr>
        <p:spPr>
          <a:xfrm>
            <a:off x="6867713" y="1820448"/>
            <a:ext cx="2047500" cy="25698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g2d3c537dc00_0_446"/>
          <p:cNvSpPr txBox="1"/>
          <p:nvPr>
            <p:ph idx="6" type="ctrTitle"/>
          </p:nvPr>
        </p:nvSpPr>
        <p:spPr>
          <a:xfrm>
            <a:off x="7029638" y="2598400"/>
            <a:ext cx="1780200" cy="16545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accent2"/>
              </a:buClr>
              <a:buSzPts val="1600"/>
              <a:buFont typeface="Inter"/>
              <a:buNone/>
              <a:defRPr b="1" sz="1600">
                <a:solidFill>
                  <a:schemeClr val="accent2"/>
                </a:solidFill>
                <a:latin typeface="Inter"/>
                <a:ea typeface="Inter"/>
                <a:cs typeface="Inter"/>
                <a:sym typeface="Inter"/>
              </a:defRPr>
            </a:lvl1pPr>
            <a:lvl2pPr lvl="1" algn="l">
              <a:lnSpc>
                <a:spcPct val="100000"/>
              </a:lnSpc>
              <a:spcBef>
                <a:spcPts val="0"/>
              </a:spcBef>
              <a:spcAft>
                <a:spcPts val="0"/>
              </a:spcAft>
              <a:buSzPts val="1600"/>
              <a:buNone/>
              <a:defRPr b="1" sz="1600"/>
            </a:lvl2pPr>
            <a:lvl3pPr lvl="2" algn="l">
              <a:lnSpc>
                <a:spcPct val="100000"/>
              </a:lnSpc>
              <a:spcBef>
                <a:spcPts val="0"/>
              </a:spcBef>
              <a:spcAft>
                <a:spcPts val="0"/>
              </a:spcAft>
              <a:buSzPts val="1600"/>
              <a:buNone/>
              <a:defRPr b="1" sz="1600"/>
            </a:lvl3pPr>
            <a:lvl4pPr lvl="3" algn="l">
              <a:lnSpc>
                <a:spcPct val="100000"/>
              </a:lnSpc>
              <a:spcBef>
                <a:spcPts val="0"/>
              </a:spcBef>
              <a:spcAft>
                <a:spcPts val="0"/>
              </a:spcAft>
              <a:buSzPts val="1600"/>
              <a:buNone/>
              <a:defRPr b="1" sz="1600"/>
            </a:lvl4pPr>
            <a:lvl5pPr lvl="4" algn="l">
              <a:lnSpc>
                <a:spcPct val="100000"/>
              </a:lnSpc>
              <a:spcBef>
                <a:spcPts val="0"/>
              </a:spcBef>
              <a:spcAft>
                <a:spcPts val="0"/>
              </a:spcAft>
              <a:buSzPts val="1600"/>
              <a:buNone/>
              <a:defRPr b="1" sz="1600"/>
            </a:lvl5pPr>
            <a:lvl6pPr lvl="5" algn="l">
              <a:lnSpc>
                <a:spcPct val="100000"/>
              </a:lnSpc>
              <a:spcBef>
                <a:spcPts val="0"/>
              </a:spcBef>
              <a:spcAft>
                <a:spcPts val="0"/>
              </a:spcAft>
              <a:buSzPts val="1600"/>
              <a:buNone/>
              <a:defRPr b="1" sz="1600"/>
            </a:lvl6pPr>
            <a:lvl7pPr lvl="6" algn="l">
              <a:lnSpc>
                <a:spcPct val="100000"/>
              </a:lnSpc>
              <a:spcBef>
                <a:spcPts val="0"/>
              </a:spcBef>
              <a:spcAft>
                <a:spcPts val="0"/>
              </a:spcAft>
              <a:buSzPts val="1600"/>
              <a:buNone/>
              <a:defRPr b="1" sz="1600"/>
            </a:lvl7pPr>
            <a:lvl8pPr lvl="7" algn="l">
              <a:lnSpc>
                <a:spcPct val="100000"/>
              </a:lnSpc>
              <a:spcBef>
                <a:spcPts val="0"/>
              </a:spcBef>
              <a:spcAft>
                <a:spcPts val="0"/>
              </a:spcAft>
              <a:buSzPts val="1600"/>
              <a:buNone/>
              <a:defRPr b="1" sz="1600"/>
            </a:lvl8pPr>
            <a:lvl9pPr lvl="8" algn="l">
              <a:lnSpc>
                <a:spcPct val="100000"/>
              </a:lnSpc>
              <a:spcBef>
                <a:spcPts val="0"/>
              </a:spcBef>
              <a:spcAft>
                <a:spcPts val="0"/>
              </a:spcAft>
              <a:buSzPts val="1600"/>
              <a:buNone/>
              <a:defRPr b="1" sz="1600"/>
            </a:lvl9pPr>
          </a:lstStyle>
          <a:p/>
        </p:txBody>
      </p:sp>
      <p:sp>
        <p:nvSpPr>
          <p:cNvPr id="470" name="Google Shape;470;g2d3c537dc00_0_446"/>
          <p:cNvSpPr/>
          <p:nvPr>
            <p:ph idx="7" type="pic"/>
          </p:nvPr>
        </p:nvSpPr>
        <p:spPr>
          <a:xfrm>
            <a:off x="390713" y="1967675"/>
            <a:ext cx="391200" cy="391500"/>
          </a:xfrm>
          <a:prstGeom prst="rect">
            <a:avLst/>
          </a:prstGeom>
          <a:noFill/>
          <a:ln>
            <a:noFill/>
          </a:ln>
        </p:spPr>
      </p:sp>
      <p:sp>
        <p:nvSpPr>
          <p:cNvPr id="471" name="Google Shape;471;g2d3c537dc00_0_446"/>
          <p:cNvSpPr/>
          <p:nvPr>
            <p:ph idx="8" type="pic"/>
          </p:nvPr>
        </p:nvSpPr>
        <p:spPr>
          <a:xfrm>
            <a:off x="2603688" y="1967675"/>
            <a:ext cx="391200" cy="391500"/>
          </a:xfrm>
          <a:prstGeom prst="rect">
            <a:avLst/>
          </a:prstGeom>
          <a:noFill/>
          <a:ln>
            <a:noFill/>
          </a:ln>
        </p:spPr>
      </p:sp>
      <p:sp>
        <p:nvSpPr>
          <p:cNvPr id="472" name="Google Shape;472;g2d3c537dc00_0_446"/>
          <p:cNvSpPr/>
          <p:nvPr>
            <p:ph idx="9" type="pic"/>
          </p:nvPr>
        </p:nvSpPr>
        <p:spPr>
          <a:xfrm>
            <a:off x="4816663" y="1967675"/>
            <a:ext cx="391200" cy="391500"/>
          </a:xfrm>
          <a:prstGeom prst="rect">
            <a:avLst/>
          </a:prstGeom>
          <a:noFill/>
          <a:ln>
            <a:noFill/>
          </a:ln>
        </p:spPr>
      </p:sp>
      <p:sp>
        <p:nvSpPr>
          <p:cNvPr id="473" name="Google Shape;473;g2d3c537dc00_0_446"/>
          <p:cNvSpPr/>
          <p:nvPr>
            <p:ph idx="13" type="pic"/>
          </p:nvPr>
        </p:nvSpPr>
        <p:spPr>
          <a:xfrm>
            <a:off x="7029638" y="1967675"/>
            <a:ext cx="391200" cy="391500"/>
          </a:xfrm>
          <a:prstGeom prst="rect">
            <a:avLst/>
          </a:prstGeom>
          <a:noFill/>
          <a:ln>
            <a:noFill/>
          </a:ln>
        </p:spPr>
      </p:sp>
    </p:spTree>
  </p:cSld>
  <p:clrMapOvr>
    <a:masterClrMapping/>
  </p:clrMapOvr>
  <p:extLst>
    <p:ext uri="{DCECCB84-F9BA-43D5-87BE-67443E8EF086}">
      <p15:sldGuideLst>
        <p15:guide id="1" orient="horz" pos="732">
          <p15:clr>
            <a:srgbClr val="E46962"/>
          </p15:clr>
        </p15:guide>
      </p15:sldGuideLst>
    </p:ext>
  </p:extLst>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ats New Stacked - Sales">
  <p:cSld name="CUSTOM_7_1">
    <p:bg>
      <p:bgPr>
        <a:solidFill>
          <a:schemeClr val="accent6"/>
        </a:solidFill>
      </p:bgPr>
    </p:bg>
    <p:spTree>
      <p:nvGrpSpPr>
        <p:cNvPr id="474" name="Shape 474"/>
        <p:cNvGrpSpPr/>
        <p:nvPr/>
      </p:nvGrpSpPr>
      <p:grpSpPr>
        <a:xfrm>
          <a:off x="0" y="0"/>
          <a:ext cx="0" cy="0"/>
          <a:chOff x="0" y="0"/>
          <a:chExt cx="0" cy="0"/>
        </a:xfrm>
      </p:grpSpPr>
      <p:sp>
        <p:nvSpPr>
          <p:cNvPr id="475" name="Google Shape;475;g2d3c537dc00_0_461"/>
          <p:cNvSpPr txBox="1"/>
          <p:nvPr>
            <p:ph type="ctrTitle"/>
          </p:nvPr>
        </p:nvSpPr>
        <p:spPr>
          <a:xfrm>
            <a:off x="228450" y="250450"/>
            <a:ext cx="8687100" cy="703800"/>
          </a:xfrm>
          <a:prstGeom prst="rect">
            <a:avLst/>
          </a:prstGeom>
          <a:noFill/>
          <a:ln>
            <a:noFill/>
          </a:ln>
        </p:spPr>
        <p:txBody>
          <a:bodyPr anchorCtr="0" anchor="ctr" bIns="0" lIns="0" spcFirstLastPara="1" rIns="0" wrap="square" tIns="0">
            <a:noAutofit/>
          </a:bodyPr>
          <a:lstStyle>
            <a:lvl1pPr lvl="0" algn="ctr">
              <a:lnSpc>
                <a:spcPct val="85000"/>
              </a:lnSpc>
              <a:spcBef>
                <a:spcPts val="0"/>
              </a:spcBef>
              <a:spcAft>
                <a:spcPts val="0"/>
              </a:spcAft>
              <a:buClr>
                <a:schemeClr val="accent2"/>
              </a:buClr>
              <a:buSzPts val="2500"/>
              <a:buFont typeface="Inter"/>
              <a:buNone/>
              <a:defRPr b="1" sz="2500">
                <a:solidFill>
                  <a:schemeClr val="accent2"/>
                </a:solidFill>
                <a:latin typeface="Inter"/>
                <a:ea typeface="Inter"/>
                <a:cs typeface="Inter"/>
                <a:sym typeface="Inter"/>
              </a:defRPr>
            </a:lvl1pPr>
            <a:lvl2pPr lvl="1" algn="ctr">
              <a:lnSpc>
                <a:spcPct val="100000"/>
              </a:lnSpc>
              <a:spcBef>
                <a:spcPts val="0"/>
              </a:spcBef>
              <a:spcAft>
                <a:spcPts val="0"/>
              </a:spcAft>
              <a:buSzPts val="3000"/>
              <a:buNone/>
              <a:defRPr b="1" sz="3000"/>
            </a:lvl2pPr>
            <a:lvl3pPr lvl="2" algn="ctr">
              <a:lnSpc>
                <a:spcPct val="100000"/>
              </a:lnSpc>
              <a:spcBef>
                <a:spcPts val="0"/>
              </a:spcBef>
              <a:spcAft>
                <a:spcPts val="0"/>
              </a:spcAft>
              <a:buSzPts val="3000"/>
              <a:buNone/>
              <a:defRPr b="1" sz="3000"/>
            </a:lvl3pPr>
            <a:lvl4pPr lvl="3" algn="ctr">
              <a:lnSpc>
                <a:spcPct val="100000"/>
              </a:lnSpc>
              <a:spcBef>
                <a:spcPts val="0"/>
              </a:spcBef>
              <a:spcAft>
                <a:spcPts val="0"/>
              </a:spcAft>
              <a:buSzPts val="3000"/>
              <a:buNone/>
              <a:defRPr b="1" sz="3000"/>
            </a:lvl4pPr>
            <a:lvl5pPr lvl="4" algn="ctr">
              <a:lnSpc>
                <a:spcPct val="100000"/>
              </a:lnSpc>
              <a:spcBef>
                <a:spcPts val="0"/>
              </a:spcBef>
              <a:spcAft>
                <a:spcPts val="0"/>
              </a:spcAft>
              <a:buSzPts val="3000"/>
              <a:buNone/>
              <a:defRPr b="1" sz="3000"/>
            </a:lvl5pPr>
            <a:lvl6pPr lvl="5" algn="ctr">
              <a:lnSpc>
                <a:spcPct val="100000"/>
              </a:lnSpc>
              <a:spcBef>
                <a:spcPts val="0"/>
              </a:spcBef>
              <a:spcAft>
                <a:spcPts val="0"/>
              </a:spcAft>
              <a:buSzPts val="3000"/>
              <a:buNone/>
              <a:defRPr b="1" sz="3000"/>
            </a:lvl6pPr>
            <a:lvl7pPr lvl="6" algn="ctr">
              <a:lnSpc>
                <a:spcPct val="100000"/>
              </a:lnSpc>
              <a:spcBef>
                <a:spcPts val="0"/>
              </a:spcBef>
              <a:spcAft>
                <a:spcPts val="0"/>
              </a:spcAft>
              <a:buSzPts val="3000"/>
              <a:buNone/>
              <a:defRPr b="1" sz="3000"/>
            </a:lvl7pPr>
            <a:lvl8pPr lvl="7" algn="ctr">
              <a:lnSpc>
                <a:spcPct val="100000"/>
              </a:lnSpc>
              <a:spcBef>
                <a:spcPts val="0"/>
              </a:spcBef>
              <a:spcAft>
                <a:spcPts val="0"/>
              </a:spcAft>
              <a:buSzPts val="3000"/>
              <a:buNone/>
              <a:defRPr b="1" sz="3000"/>
            </a:lvl8pPr>
            <a:lvl9pPr lvl="8" algn="ctr">
              <a:lnSpc>
                <a:spcPct val="100000"/>
              </a:lnSpc>
              <a:spcBef>
                <a:spcPts val="0"/>
              </a:spcBef>
              <a:spcAft>
                <a:spcPts val="0"/>
              </a:spcAft>
              <a:buSzPts val="3000"/>
              <a:buNone/>
              <a:defRPr b="1" sz="3000"/>
            </a:lvl9pPr>
          </a:lstStyle>
          <a:p/>
        </p:txBody>
      </p:sp>
      <p:sp>
        <p:nvSpPr>
          <p:cNvPr id="476" name="Google Shape;476;g2d3c537dc00_0_461"/>
          <p:cNvSpPr txBox="1"/>
          <p:nvPr>
            <p:ph idx="2" type="ctrTitle"/>
          </p:nvPr>
        </p:nvSpPr>
        <p:spPr>
          <a:xfrm>
            <a:off x="1709000" y="1174300"/>
            <a:ext cx="1315200" cy="2964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100"/>
              <a:buNone/>
              <a:defRPr sz="1100">
                <a:solidFill>
                  <a:schemeClr val="accent2"/>
                </a:solidFill>
              </a:defRPr>
            </a:lvl1pPr>
            <a:lvl2pPr lvl="1" algn="l">
              <a:lnSpc>
                <a:spcPct val="100000"/>
              </a:lnSpc>
              <a:spcBef>
                <a:spcPts val="0"/>
              </a:spcBef>
              <a:spcAft>
                <a:spcPts val="0"/>
              </a:spcAft>
              <a:buSzPts val="1100"/>
              <a:buNone/>
              <a:defRPr b="1" sz="1100"/>
            </a:lvl2pPr>
            <a:lvl3pPr lvl="2" algn="l">
              <a:lnSpc>
                <a:spcPct val="100000"/>
              </a:lnSpc>
              <a:spcBef>
                <a:spcPts val="0"/>
              </a:spcBef>
              <a:spcAft>
                <a:spcPts val="0"/>
              </a:spcAft>
              <a:buSzPts val="1100"/>
              <a:buNone/>
              <a:defRPr b="1" sz="1100"/>
            </a:lvl3pPr>
            <a:lvl4pPr lvl="3" algn="l">
              <a:lnSpc>
                <a:spcPct val="100000"/>
              </a:lnSpc>
              <a:spcBef>
                <a:spcPts val="0"/>
              </a:spcBef>
              <a:spcAft>
                <a:spcPts val="0"/>
              </a:spcAft>
              <a:buSzPts val="1100"/>
              <a:buNone/>
              <a:defRPr b="1" sz="1100"/>
            </a:lvl4pPr>
            <a:lvl5pPr lvl="4" algn="l">
              <a:lnSpc>
                <a:spcPct val="100000"/>
              </a:lnSpc>
              <a:spcBef>
                <a:spcPts val="0"/>
              </a:spcBef>
              <a:spcAft>
                <a:spcPts val="0"/>
              </a:spcAft>
              <a:buSzPts val="1100"/>
              <a:buNone/>
              <a:defRPr b="1" sz="1100"/>
            </a:lvl5pPr>
            <a:lvl6pPr lvl="5" algn="l">
              <a:lnSpc>
                <a:spcPct val="100000"/>
              </a:lnSpc>
              <a:spcBef>
                <a:spcPts val="0"/>
              </a:spcBef>
              <a:spcAft>
                <a:spcPts val="0"/>
              </a:spcAft>
              <a:buSzPts val="1100"/>
              <a:buNone/>
              <a:defRPr b="1" sz="1100"/>
            </a:lvl6pPr>
            <a:lvl7pPr lvl="6" algn="l">
              <a:lnSpc>
                <a:spcPct val="100000"/>
              </a:lnSpc>
              <a:spcBef>
                <a:spcPts val="0"/>
              </a:spcBef>
              <a:spcAft>
                <a:spcPts val="0"/>
              </a:spcAft>
              <a:buSzPts val="1100"/>
              <a:buNone/>
              <a:defRPr b="1" sz="1100"/>
            </a:lvl7pPr>
            <a:lvl8pPr lvl="7" algn="l">
              <a:lnSpc>
                <a:spcPct val="100000"/>
              </a:lnSpc>
              <a:spcBef>
                <a:spcPts val="0"/>
              </a:spcBef>
              <a:spcAft>
                <a:spcPts val="0"/>
              </a:spcAft>
              <a:buSzPts val="1100"/>
              <a:buNone/>
              <a:defRPr b="1" sz="1100"/>
            </a:lvl8pPr>
            <a:lvl9pPr lvl="8" algn="l">
              <a:lnSpc>
                <a:spcPct val="100000"/>
              </a:lnSpc>
              <a:spcBef>
                <a:spcPts val="0"/>
              </a:spcBef>
              <a:spcAft>
                <a:spcPts val="0"/>
              </a:spcAft>
              <a:buSzPts val="1100"/>
              <a:buNone/>
              <a:defRPr b="1" sz="1100"/>
            </a:lvl9pPr>
          </a:lstStyle>
          <a:p/>
        </p:txBody>
      </p:sp>
      <p:sp>
        <p:nvSpPr>
          <p:cNvPr id="477" name="Google Shape;477;g2d3c537dc00_0_461"/>
          <p:cNvSpPr txBox="1"/>
          <p:nvPr>
            <p:ph idx="3" type="ctrTitle"/>
          </p:nvPr>
        </p:nvSpPr>
        <p:spPr>
          <a:xfrm>
            <a:off x="1709000" y="1394225"/>
            <a:ext cx="1315200" cy="1164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2"/>
              </a:buClr>
              <a:buSzPts val="900"/>
              <a:buFont typeface="Inter"/>
              <a:buNone/>
              <a:defRPr sz="900">
                <a:solidFill>
                  <a:schemeClr val="accent2"/>
                </a:solidFill>
                <a:latin typeface="Inter"/>
                <a:ea typeface="Inter"/>
                <a:cs typeface="Inter"/>
                <a:sym typeface="Inter"/>
              </a:defRPr>
            </a:lvl1pPr>
            <a:lvl2pPr lvl="1" algn="l">
              <a:lnSpc>
                <a:spcPct val="100000"/>
              </a:lnSpc>
              <a:spcBef>
                <a:spcPts val="0"/>
              </a:spcBef>
              <a:spcAft>
                <a:spcPts val="0"/>
              </a:spcAft>
              <a:buSzPts val="1000"/>
              <a:buNone/>
              <a:defRPr b="1" sz="1000"/>
            </a:lvl2pPr>
            <a:lvl3pPr lvl="2" algn="l">
              <a:lnSpc>
                <a:spcPct val="100000"/>
              </a:lnSpc>
              <a:spcBef>
                <a:spcPts val="0"/>
              </a:spcBef>
              <a:spcAft>
                <a:spcPts val="0"/>
              </a:spcAft>
              <a:buSzPts val="1000"/>
              <a:buNone/>
              <a:defRPr b="1" sz="1000"/>
            </a:lvl3pPr>
            <a:lvl4pPr lvl="3" algn="l">
              <a:lnSpc>
                <a:spcPct val="100000"/>
              </a:lnSpc>
              <a:spcBef>
                <a:spcPts val="0"/>
              </a:spcBef>
              <a:spcAft>
                <a:spcPts val="0"/>
              </a:spcAft>
              <a:buSzPts val="1000"/>
              <a:buNone/>
              <a:defRPr b="1" sz="1000"/>
            </a:lvl4pPr>
            <a:lvl5pPr lvl="4" algn="l">
              <a:lnSpc>
                <a:spcPct val="100000"/>
              </a:lnSpc>
              <a:spcBef>
                <a:spcPts val="0"/>
              </a:spcBef>
              <a:spcAft>
                <a:spcPts val="0"/>
              </a:spcAft>
              <a:buSzPts val="1000"/>
              <a:buNone/>
              <a:defRPr b="1" sz="1000"/>
            </a:lvl5pPr>
            <a:lvl6pPr lvl="5" algn="l">
              <a:lnSpc>
                <a:spcPct val="100000"/>
              </a:lnSpc>
              <a:spcBef>
                <a:spcPts val="0"/>
              </a:spcBef>
              <a:spcAft>
                <a:spcPts val="0"/>
              </a:spcAft>
              <a:buSzPts val="1000"/>
              <a:buNone/>
              <a:defRPr b="1" sz="1000"/>
            </a:lvl6pPr>
            <a:lvl7pPr lvl="6" algn="l">
              <a:lnSpc>
                <a:spcPct val="100000"/>
              </a:lnSpc>
              <a:spcBef>
                <a:spcPts val="0"/>
              </a:spcBef>
              <a:spcAft>
                <a:spcPts val="0"/>
              </a:spcAft>
              <a:buSzPts val="1000"/>
              <a:buNone/>
              <a:defRPr b="1" sz="1000"/>
            </a:lvl7pPr>
            <a:lvl8pPr lvl="7" algn="l">
              <a:lnSpc>
                <a:spcPct val="100000"/>
              </a:lnSpc>
              <a:spcBef>
                <a:spcPts val="0"/>
              </a:spcBef>
              <a:spcAft>
                <a:spcPts val="0"/>
              </a:spcAft>
              <a:buSzPts val="1000"/>
              <a:buNone/>
              <a:defRPr b="1" sz="1000"/>
            </a:lvl8pPr>
            <a:lvl9pPr lvl="8" algn="l">
              <a:lnSpc>
                <a:spcPct val="100000"/>
              </a:lnSpc>
              <a:spcBef>
                <a:spcPts val="0"/>
              </a:spcBef>
              <a:spcAft>
                <a:spcPts val="0"/>
              </a:spcAft>
              <a:buSzPts val="1000"/>
              <a:buNone/>
              <a:defRPr b="1" sz="1000"/>
            </a:lvl9pPr>
          </a:lstStyle>
          <a:p/>
        </p:txBody>
      </p:sp>
      <p:sp>
        <p:nvSpPr>
          <p:cNvPr id="478" name="Google Shape;478;g2d3c537dc00_0_461"/>
          <p:cNvSpPr/>
          <p:nvPr>
            <p:ph idx="4" type="pic"/>
          </p:nvPr>
        </p:nvSpPr>
        <p:spPr>
          <a:xfrm>
            <a:off x="228450" y="1188882"/>
            <a:ext cx="1315200" cy="1375200"/>
          </a:xfrm>
          <a:prstGeom prst="roundRect">
            <a:avLst>
              <a:gd fmla="val 2710" name="adj"/>
            </a:avLst>
          </a:prstGeom>
          <a:noFill/>
          <a:ln cap="flat" cmpd="sng" w="9525">
            <a:solidFill>
              <a:schemeClr val="dk1"/>
            </a:solidFill>
            <a:prstDash val="solid"/>
            <a:round/>
            <a:headEnd len="sm" w="sm" type="none"/>
            <a:tailEnd len="sm" w="sm" type="none"/>
          </a:ln>
        </p:spPr>
      </p:sp>
      <p:sp>
        <p:nvSpPr>
          <p:cNvPr id="479" name="Google Shape;479;g2d3c537dc00_0_461"/>
          <p:cNvSpPr txBox="1"/>
          <p:nvPr>
            <p:ph idx="5" type="ctrTitle"/>
          </p:nvPr>
        </p:nvSpPr>
        <p:spPr>
          <a:xfrm>
            <a:off x="4654675" y="1174300"/>
            <a:ext cx="1315200" cy="2964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100"/>
              <a:buNone/>
              <a:defRPr sz="1100">
                <a:solidFill>
                  <a:schemeClr val="accent2"/>
                </a:solidFill>
              </a:defRPr>
            </a:lvl1pPr>
            <a:lvl2pPr lvl="1" algn="l">
              <a:lnSpc>
                <a:spcPct val="100000"/>
              </a:lnSpc>
              <a:spcBef>
                <a:spcPts val="0"/>
              </a:spcBef>
              <a:spcAft>
                <a:spcPts val="0"/>
              </a:spcAft>
              <a:buSzPts val="1100"/>
              <a:buNone/>
              <a:defRPr b="1" sz="1100"/>
            </a:lvl2pPr>
            <a:lvl3pPr lvl="2" algn="l">
              <a:lnSpc>
                <a:spcPct val="100000"/>
              </a:lnSpc>
              <a:spcBef>
                <a:spcPts val="0"/>
              </a:spcBef>
              <a:spcAft>
                <a:spcPts val="0"/>
              </a:spcAft>
              <a:buSzPts val="1100"/>
              <a:buNone/>
              <a:defRPr b="1" sz="1100"/>
            </a:lvl3pPr>
            <a:lvl4pPr lvl="3" algn="l">
              <a:lnSpc>
                <a:spcPct val="100000"/>
              </a:lnSpc>
              <a:spcBef>
                <a:spcPts val="0"/>
              </a:spcBef>
              <a:spcAft>
                <a:spcPts val="0"/>
              </a:spcAft>
              <a:buSzPts val="1100"/>
              <a:buNone/>
              <a:defRPr b="1" sz="1100"/>
            </a:lvl4pPr>
            <a:lvl5pPr lvl="4" algn="l">
              <a:lnSpc>
                <a:spcPct val="100000"/>
              </a:lnSpc>
              <a:spcBef>
                <a:spcPts val="0"/>
              </a:spcBef>
              <a:spcAft>
                <a:spcPts val="0"/>
              </a:spcAft>
              <a:buSzPts val="1100"/>
              <a:buNone/>
              <a:defRPr b="1" sz="1100"/>
            </a:lvl5pPr>
            <a:lvl6pPr lvl="5" algn="l">
              <a:lnSpc>
                <a:spcPct val="100000"/>
              </a:lnSpc>
              <a:spcBef>
                <a:spcPts val="0"/>
              </a:spcBef>
              <a:spcAft>
                <a:spcPts val="0"/>
              </a:spcAft>
              <a:buSzPts val="1100"/>
              <a:buNone/>
              <a:defRPr b="1" sz="1100"/>
            </a:lvl6pPr>
            <a:lvl7pPr lvl="6" algn="l">
              <a:lnSpc>
                <a:spcPct val="100000"/>
              </a:lnSpc>
              <a:spcBef>
                <a:spcPts val="0"/>
              </a:spcBef>
              <a:spcAft>
                <a:spcPts val="0"/>
              </a:spcAft>
              <a:buSzPts val="1100"/>
              <a:buNone/>
              <a:defRPr b="1" sz="1100"/>
            </a:lvl7pPr>
            <a:lvl8pPr lvl="7" algn="l">
              <a:lnSpc>
                <a:spcPct val="100000"/>
              </a:lnSpc>
              <a:spcBef>
                <a:spcPts val="0"/>
              </a:spcBef>
              <a:spcAft>
                <a:spcPts val="0"/>
              </a:spcAft>
              <a:buSzPts val="1100"/>
              <a:buNone/>
              <a:defRPr b="1" sz="1100"/>
            </a:lvl8pPr>
            <a:lvl9pPr lvl="8" algn="l">
              <a:lnSpc>
                <a:spcPct val="100000"/>
              </a:lnSpc>
              <a:spcBef>
                <a:spcPts val="0"/>
              </a:spcBef>
              <a:spcAft>
                <a:spcPts val="0"/>
              </a:spcAft>
              <a:buSzPts val="1100"/>
              <a:buNone/>
              <a:defRPr b="1" sz="1100"/>
            </a:lvl9pPr>
          </a:lstStyle>
          <a:p/>
        </p:txBody>
      </p:sp>
      <p:sp>
        <p:nvSpPr>
          <p:cNvPr id="480" name="Google Shape;480;g2d3c537dc00_0_461"/>
          <p:cNvSpPr txBox="1"/>
          <p:nvPr>
            <p:ph idx="6" type="ctrTitle"/>
          </p:nvPr>
        </p:nvSpPr>
        <p:spPr>
          <a:xfrm>
            <a:off x="4654675" y="1394225"/>
            <a:ext cx="1315200" cy="1164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2"/>
              </a:buClr>
              <a:buSzPts val="900"/>
              <a:buFont typeface="Inter"/>
              <a:buNone/>
              <a:defRPr sz="900">
                <a:solidFill>
                  <a:schemeClr val="accent2"/>
                </a:solidFill>
                <a:latin typeface="Inter"/>
                <a:ea typeface="Inter"/>
                <a:cs typeface="Inter"/>
                <a:sym typeface="Inter"/>
              </a:defRPr>
            </a:lvl1pPr>
            <a:lvl2pPr lvl="1" algn="l">
              <a:lnSpc>
                <a:spcPct val="100000"/>
              </a:lnSpc>
              <a:spcBef>
                <a:spcPts val="0"/>
              </a:spcBef>
              <a:spcAft>
                <a:spcPts val="0"/>
              </a:spcAft>
              <a:buSzPts val="1000"/>
              <a:buNone/>
              <a:defRPr b="1" sz="1000"/>
            </a:lvl2pPr>
            <a:lvl3pPr lvl="2" algn="l">
              <a:lnSpc>
                <a:spcPct val="100000"/>
              </a:lnSpc>
              <a:spcBef>
                <a:spcPts val="0"/>
              </a:spcBef>
              <a:spcAft>
                <a:spcPts val="0"/>
              </a:spcAft>
              <a:buSzPts val="1000"/>
              <a:buNone/>
              <a:defRPr b="1" sz="1000"/>
            </a:lvl3pPr>
            <a:lvl4pPr lvl="3" algn="l">
              <a:lnSpc>
                <a:spcPct val="100000"/>
              </a:lnSpc>
              <a:spcBef>
                <a:spcPts val="0"/>
              </a:spcBef>
              <a:spcAft>
                <a:spcPts val="0"/>
              </a:spcAft>
              <a:buSzPts val="1000"/>
              <a:buNone/>
              <a:defRPr b="1" sz="1000"/>
            </a:lvl4pPr>
            <a:lvl5pPr lvl="4" algn="l">
              <a:lnSpc>
                <a:spcPct val="100000"/>
              </a:lnSpc>
              <a:spcBef>
                <a:spcPts val="0"/>
              </a:spcBef>
              <a:spcAft>
                <a:spcPts val="0"/>
              </a:spcAft>
              <a:buSzPts val="1000"/>
              <a:buNone/>
              <a:defRPr b="1" sz="1000"/>
            </a:lvl5pPr>
            <a:lvl6pPr lvl="5" algn="l">
              <a:lnSpc>
                <a:spcPct val="100000"/>
              </a:lnSpc>
              <a:spcBef>
                <a:spcPts val="0"/>
              </a:spcBef>
              <a:spcAft>
                <a:spcPts val="0"/>
              </a:spcAft>
              <a:buSzPts val="1000"/>
              <a:buNone/>
              <a:defRPr b="1" sz="1000"/>
            </a:lvl6pPr>
            <a:lvl7pPr lvl="6" algn="l">
              <a:lnSpc>
                <a:spcPct val="100000"/>
              </a:lnSpc>
              <a:spcBef>
                <a:spcPts val="0"/>
              </a:spcBef>
              <a:spcAft>
                <a:spcPts val="0"/>
              </a:spcAft>
              <a:buSzPts val="1000"/>
              <a:buNone/>
              <a:defRPr b="1" sz="1000"/>
            </a:lvl7pPr>
            <a:lvl8pPr lvl="7" algn="l">
              <a:lnSpc>
                <a:spcPct val="100000"/>
              </a:lnSpc>
              <a:spcBef>
                <a:spcPts val="0"/>
              </a:spcBef>
              <a:spcAft>
                <a:spcPts val="0"/>
              </a:spcAft>
              <a:buSzPts val="1000"/>
              <a:buNone/>
              <a:defRPr b="1" sz="1000"/>
            </a:lvl8pPr>
            <a:lvl9pPr lvl="8" algn="l">
              <a:lnSpc>
                <a:spcPct val="100000"/>
              </a:lnSpc>
              <a:spcBef>
                <a:spcPts val="0"/>
              </a:spcBef>
              <a:spcAft>
                <a:spcPts val="0"/>
              </a:spcAft>
              <a:buSzPts val="1000"/>
              <a:buNone/>
              <a:defRPr b="1" sz="1000"/>
            </a:lvl9pPr>
          </a:lstStyle>
          <a:p/>
        </p:txBody>
      </p:sp>
      <p:sp>
        <p:nvSpPr>
          <p:cNvPr id="481" name="Google Shape;481;g2d3c537dc00_0_461"/>
          <p:cNvSpPr/>
          <p:nvPr>
            <p:ph idx="7" type="pic"/>
          </p:nvPr>
        </p:nvSpPr>
        <p:spPr>
          <a:xfrm>
            <a:off x="3174125" y="1188882"/>
            <a:ext cx="1315200" cy="1375200"/>
          </a:xfrm>
          <a:prstGeom prst="roundRect">
            <a:avLst>
              <a:gd fmla="val 2710" name="adj"/>
            </a:avLst>
          </a:prstGeom>
          <a:noFill/>
          <a:ln cap="flat" cmpd="sng" w="9525">
            <a:solidFill>
              <a:schemeClr val="dk1"/>
            </a:solidFill>
            <a:prstDash val="solid"/>
            <a:round/>
            <a:headEnd len="sm" w="sm" type="none"/>
            <a:tailEnd len="sm" w="sm" type="none"/>
          </a:ln>
        </p:spPr>
      </p:sp>
      <p:sp>
        <p:nvSpPr>
          <p:cNvPr id="482" name="Google Shape;482;g2d3c537dc00_0_461"/>
          <p:cNvSpPr txBox="1"/>
          <p:nvPr>
            <p:ph idx="8" type="ctrTitle"/>
          </p:nvPr>
        </p:nvSpPr>
        <p:spPr>
          <a:xfrm>
            <a:off x="7615775" y="1183663"/>
            <a:ext cx="1315200" cy="2964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100"/>
              <a:buNone/>
              <a:defRPr sz="1100">
                <a:solidFill>
                  <a:schemeClr val="accent2"/>
                </a:solidFill>
              </a:defRPr>
            </a:lvl1pPr>
            <a:lvl2pPr lvl="1" algn="l">
              <a:lnSpc>
                <a:spcPct val="100000"/>
              </a:lnSpc>
              <a:spcBef>
                <a:spcPts val="0"/>
              </a:spcBef>
              <a:spcAft>
                <a:spcPts val="0"/>
              </a:spcAft>
              <a:buSzPts val="1100"/>
              <a:buNone/>
              <a:defRPr b="1" sz="1100"/>
            </a:lvl2pPr>
            <a:lvl3pPr lvl="2" algn="l">
              <a:lnSpc>
                <a:spcPct val="100000"/>
              </a:lnSpc>
              <a:spcBef>
                <a:spcPts val="0"/>
              </a:spcBef>
              <a:spcAft>
                <a:spcPts val="0"/>
              </a:spcAft>
              <a:buSzPts val="1100"/>
              <a:buNone/>
              <a:defRPr b="1" sz="1100"/>
            </a:lvl3pPr>
            <a:lvl4pPr lvl="3" algn="l">
              <a:lnSpc>
                <a:spcPct val="100000"/>
              </a:lnSpc>
              <a:spcBef>
                <a:spcPts val="0"/>
              </a:spcBef>
              <a:spcAft>
                <a:spcPts val="0"/>
              </a:spcAft>
              <a:buSzPts val="1100"/>
              <a:buNone/>
              <a:defRPr b="1" sz="1100"/>
            </a:lvl4pPr>
            <a:lvl5pPr lvl="4" algn="l">
              <a:lnSpc>
                <a:spcPct val="100000"/>
              </a:lnSpc>
              <a:spcBef>
                <a:spcPts val="0"/>
              </a:spcBef>
              <a:spcAft>
                <a:spcPts val="0"/>
              </a:spcAft>
              <a:buSzPts val="1100"/>
              <a:buNone/>
              <a:defRPr b="1" sz="1100"/>
            </a:lvl5pPr>
            <a:lvl6pPr lvl="5" algn="l">
              <a:lnSpc>
                <a:spcPct val="100000"/>
              </a:lnSpc>
              <a:spcBef>
                <a:spcPts val="0"/>
              </a:spcBef>
              <a:spcAft>
                <a:spcPts val="0"/>
              </a:spcAft>
              <a:buSzPts val="1100"/>
              <a:buNone/>
              <a:defRPr b="1" sz="1100"/>
            </a:lvl6pPr>
            <a:lvl7pPr lvl="6" algn="l">
              <a:lnSpc>
                <a:spcPct val="100000"/>
              </a:lnSpc>
              <a:spcBef>
                <a:spcPts val="0"/>
              </a:spcBef>
              <a:spcAft>
                <a:spcPts val="0"/>
              </a:spcAft>
              <a:buSzPts val="1100"/>
              <a:buNone/>
              <a:defRPr b="1" sz="1100"/>
            </a:lvl7pPr>
            <a:lvl8pPr lvl="7" algn="l">
              <a:lnSpc>
                <a:spcPct val="100000"/>
              </a:lnSpc>
              <a:spcBef>
                <a:spcPts val="0"/>
              </a:spcBef>
              <a:spcAft>
                <a:spcPts val="0"/>
              </a:spcAft>
              <a:buSzPts val="1100"/>
              <a:buNone/>
              <a:defRPr b="1" sz="1100"/>
            </a:lvl8pPr>
            <a:lvl9pPr lvl="8" algn="l">
              <a:lnSpc>
                <a:spcPct val="100000"/>
              </a:lnSpc>
              <a:spcBef>
                <a:spcPts val="0"/>
              </a:spcBef>
              <a:spcAft>
                <a:spcPts val="0"/>
              </a:spcAft>
              <a:buSzPts val="1100"/>
              <a:buNone/>
              <a:defRPr b="1" sz="1100"/>
            </a:lvl9pPr>
          </a:lstStyle>
          <a:p/>
        </p:txBody>
      </p:sp>
      <p:sp>
        <p:nvSpPr>
          <p:cNvPr id="483" name="Google Shape;483;g2d3c537dc00_0_461"/>
          <p:cNvSpPr txBox="1"/>
          <p:nvPr>
            <p:ph idx="9" type="ctrTitle"/>
          </p:nvPr>
        </p:nvSpPr>
        <p:spPr>
          <a:xfrm>
            <a:off x="7615775" y="1400044"/>
            <a:ext cx="1315200" cy="1164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2"/>
              </a:buClr>
              <a:buSzPts val="900"/>
              <a:buFont typeface="Inter"/>
              <a:buNone/>
              <a:defRPr sz="900">
                <a:solidFill>
                  <a:schemeClr val="accent2"/>
                </a:solidFill>
                <a:latin typeface="Inter"/>
                <a:ea typeface="Inter"/>
                <a:cs typeface="Inter"/>
                <a:sym typeface="Inter"/>
              </a:defRPr>
            </a:lvl1pPr>
            <a:lvl2pPr lvl="1" algn="l">
              <a:lnSpc>
                <a:spcPct val="100000"/>
              </a:lnSpc>
              <a:spcBef>
                <a:spcPts val="0"/>
              </a:spcBef>
              <a:spcAft>
                <a:spcPts val="0"/>
              </a:spcAft>
              <a:buSzPts val="1000"/>
              <a:buNone/>
              <a:defRPr b="1" sz="1000"/>
            </a:lvl2pPr>
            <a:lvl3pPr lvl="2" algn="l">
              <a:lnSpc>
                <a:spcPct val="100000"/>
              </a:lnSpc>
              <a:spcBef>
                <a:spcPts val="0"/>
              </a:spcBef>
              <a:spcAft>
                <a:spcPts val="0"/>
              </a:spcAft>
              <a:buSzPts val="1000"/>
              <a:buNone/>
              <a:defRPr b="1" sz="1000"/>
            </a:lvl3pPr>
            <a:lvl4pPr lvl="3" algn="l">
              <a:lnSpc>
                <a:spcPct val="100000"/>
              </a:lnSpc>
              <a:spcBef>
                <a:spcPts val="0"/>
              </a:spcBef>
              <a:spcAft>
                <a:spcPts val="0"/>
              </a:spcAft>
              <a:buSzPts val="1000"/>
              <a:buNone/>
              <a:defRPr b="1" sz="1000"/>
            </a:lvl4pPr>
            <a:lvl5pPr lvl="4" algn="l">
              <a:lnSpc>
                <a:spcPct val="100000"/>
              </a:lnSpc>
              <a:spcBef>
                <a:spcPts val="0"/>
              </a:spcBef>
              <a:spcAft>
                <a:spcPts val="0"/>
              </a:spcAft>
              <a:buSzPts val="1000"/>
              <a:buNone/>
              <a:defRPr b="1" sz="1000"/>
            </a:lvl5pPr>
            <a:lvl6pPr lvl="5" algn="l">
              <a:lnSpc>
                <a:spcPct val="100000"/>
              </a:lnSpc>
              <a:spcBef>
                <a:spcPts val="0"/>
              </a:spcBef>
              <a:spcAft>
                <a:spcPts val="0"/>
              </a:spcAft>
              <a:buSzPts val="1000"/>
              <a:buNone/>
              <a:defRPr b="1" sz="1000"/>
            </a:lvl6pPr>
            <a:lvl7pPr lvl="6" algn="l">
              <a:lnSpc>
                <a:spcPct val="100000"/>
              </a:lnSpc>
              <a:spcBef>
                <a:spcPts val="0"/>
              </a:spcBef>
              <a:spcAft>
                <a:spcPts val="0"/>
              </a:spcAft>
              <a:buSzPts val="1000"/>
              <a:buNone/>
              <a:defRPr b="1" sz="1000"/>
            </a:lvl7pPr>
            <a:lvl8pPr lvl="7" algn="l">
              <a:lnSpc>
                <a:spcPct val="100000"/>
              </a:lnSpc>
              <a:spcBef>
                <a:spcPts val="0"/>
              </a:spcBef>
              <a:spcAft>
                <a:spcPts val="0"/>
              </a:spcAft>
              <a:buSzPts val="1000"/>
              <a:buNone/>
              <a:defRPr b="1" sz="1000"/>
            </a:lvl8pPr>
            <a:lvl9pPr lvl="8" algn="l">
              <a:lnSpc>
                <a:spcPct val="100000"/>
              </a:lnSpc>
              <a:spcBef>
                <a:spcPts val="0"/>
              </a:spcBef>
              <a:spcAft>
                <a:spcPts val="0"/>
              </a:spcAft>
              <a:buSzPts val="1000"/>
              <a:buNone/>
              <a:defRPr b="1" sz="1000"/>
            </a:lvl9pPr>
          </a:lstStyle>
          <a:p/>
        </p:txBody>
      </p:sp>
      <p:sp>
        <p:nvSpPr>
          <p:cNvPr id="484" name="Google Shape;484;g2d3c537dc00_0_461"/>
          <p:cNvSpPr/>
          <p:nvPr>
            <p:ph idx="13" type="pic"/>
          </p:nvPr>
        </p:nvSpPr>
        <p:spPr>
          <a:xfrm>
            <a:off x="6135225" y="1183663"/>
            <a:ext cx="1315200" cy="1375200"/>
          </a:xfrm>
          <a:prstGeom prst="roundRect">
            <a:avLst>
              <a:gd fmla="val 2710" name="adj"/>
            </a:avLst>
          </a:prstGeom>
          <a:noFill/>
          <a:ln cap="flat" cmpd="sng" w="9525">
            <a:solidFill>
              <a:schemeClr val="dk1"/>
            </a:solidFill>
            <a:prstDash val="solid"/>
            <a:round/>
            <a:headEnd len="sm" w="sm" type="none"/>
            <a:tailEnd len="sm" w="sm" type="none"/>
          </a:ln>
        </p:spPr>
      </p:sp>
      <p:sp>
        <p:nvSpPr>
          <p:cNvPr id="485" name="Google Shape;485;g2d3c537dc00_0_461"/>
          <p:cNvSpPr txBox="1"/>
          <p:nvPr>
            <p:ph idx="14" type="ctrTitle"/>
          </p:nvPr>
        </p:nvSpPr>
        <p:spPr>
          <a:xfrm>
            <a:off x="1709000" y="3274625"/>
            <a:ext cx="1315200" cy="2964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100"/>
              <a:buNone/>
              <a:defRPr sz="1100">
                <a:solidFill>
                  <a:schemeClr val="accent2"/>
                </a:solidFill>
              </a:defRPr>
            </a:lvl1pPr>
            <a:lvl2pPr lvl="1" algn="l">
              <a:lnSpc>
                <a:spcPct val="100000"/>
              </a:lnSpc>
              <a:spcBef>
                <a:spcPts val="0"/>
              </a:spcBef>
              <a:spcAft>
                <a:spcPts val="0"/>
              </a:spcAft>
              <a:buSzPts val="1100"/>
              <a:buNone/>
              <a:defRPr b="1" sz="1100"/>
            </a:lvl2pPr>
            <a:lvl3pPr lvl="2" algn="l">
              <a:lnSpc>
                <a:spcPct val="100000"/>
              </a:lnSpc>
              <a:spcBef>
                <a:spcPts val="0"/>
              </a:spcBef>
              <a:spcAft>
                <a:spcPts val="0"/>
              </a:spcAft>
              <a:buSzPts val="1100"/>
              <a:buNone/>
              <a:defRPr b="1" sz="1100"/>
            </a:lvl3pPr>
            <a:lvl4pPr lvl="3" algn="l">
              <a:lnSpc>
                <a:spcPct val="100000"/>
              </a:lnSpc>
              <a:spcBef>
                <a:spcPts val="0"/>
              </a:spcBef>
              <a:spcAft>
                <a:spcPts val="0"/>
              </a:spcAft>
              <a:buSzPts val="1100"/>
              <a:buNone/>
              <a:defRPr b="1" sz="1100"/>
            </a:lvl4pPr>
            <a:lvl5pPr lvl="4" algn="l">
              <a:lnSpc>
                <a:spcPct val="100000"/>
              </a:lnSpc>
              <a:spcBef>
                <a:spcPts val="0"/>
              </a:spcBef>
              <a:spcAft>
                <a:spcPts val="0"/>
              </a:spcAft>
              <a:buSzPts val="1100"/>
              <a:buNone/>
              <a:defRPr b="1" sz="1100"/>
            </a:lvl5pPr>
            <a:lvl6pPr lvl="5" algn="l">
              <a:lnSpc>
                <a:spcPct val="100000"/>
              </a:lnSpc>
              <a:spcBef>
                <a:spcPts val="0"/>
              </a:spcBef>
              <a:spcAft>
                <a:spcPts val="0"/>
              </a:spcAft>
              <a:buSzPts val="1100"/>
              <a:buNone/>
              <a:defRPr b="1" sz="1100"/>
            </a:lvl6pPr>
            <a:lvl7pPr lvl="6" algn="l">
              <a:lnSpc>
                <a:spcPct val="100000"/>
              </a:lnSpc>
              <a:spcBef>
                <a:spcPts val="0"/>
              </a:spcBef>
              <a:spcAft>
                <a:spcPts val="0"/>
              </a:spcAft>
              <a:buSzPts val="1100"/>
              <a:buNone/>
              <a:defRPr b="1" sz="1100"/>
            </a:lvl7pPr>
            <a:lvl8pPr lvl="7" algn="l">
              <a:lnSpc>
                <a:spcPct val="100000"/>
              </a:lnSpc>
              <a:spcBef>
                <a:spcPts val="0"/>
              </a:spcBef>
              <a:spcAft>
                <a:spcPts val="0"/>
              </a:spcAft>
              <a:buSzPts val="1100"/>
              <a:buNone/>
              <a:defRPr b="1" sz="1100"/>
            </a:lvl8pPr>
            <a:lvl9pPr lvl="8" algn="l">
              <a:lnSpc>
                <a:spcPct val="100000"/>
              </a:lnSpc>
              <a:spcBef>
                <a:spcPts val="0"/>
              </a:spcBef>
              <a:spcAft>
                <a:spcPts val="0"/>
              </a:spcAft>
              <a:buSzPts val="1100"/>
              <a:buNone/>
              <a:defRPr b="1" sz="1100"/>
            </a:lvl9pPr>
          </a:lstStyle>
          <a:p/>
        </p:txBody>
      </p:sp>
      <p:sp>
        <p:nvSpPr>
          <p:cNvPr id="486" name="Google Shape;486;g2d3c537dc00_0_461"/>
          <p:cNvSpPr txBox="1"/>
          <p:nvPr>
            <p:ph idx="15" type="ctrTitle"/>
          </p:nvPr>
        </p:nvSpPr>
        <p:spPr>
          <a:xfrm>
            <a:off x="1709000" y="3494550"/>
            <a:ext cx="1315200" cy="1164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2"/>
              </a:buClr>
              <a:buSzPts val="900"/>
              <a:buFont typeface="Inter"/>
              <a:buNone/>
              <a:defRPr sz="900">
                <a:solidFill>
                  <a:schemeClr val="accent2"/>
                </a:solidFill>
                <a:latin typeface="Inter"/>
                <a:ea typeface="Inter"/>
                <a:cs typeface="Inter"/>
                <a:sym typeface="Inter"/>
              </a:defRPr>
            </a:lvl1pPr>
            <a:lvl2pPr lvl="1" algn="l">
              <a:lnSpc>
                <a:spcPct val="100000"/>
              </a:lnSpc>
              <a:spcBef>
                <a:spcPts val="0"/>
              </a:spcBef>
              <a:spcAft>
                <a:spcPts val="0"/>
              </a:spcAft>
              <a:buSzPts val="1000"/>
              <a:buNone/>
              <a:defRPr b="1" sz="1000"/>
            </a:lvl2pPr>
            <a:lvl3pPr lvl="2" algn="l">
              <a:lnSpc>
                <a:spcPct val="100000"/>
              </a:lnSpc>
              <a:spcBef>
                <a:spcPts val="0"/>
              </a:spcBef>
              <a:spcAft>
                <a:spcPts val="0"/>
              </a:spcAft>
              <a:buSzPts val="1000"/>
              <a:buNone/>
              <a:defRPr b="1" sz="1000"/>
            </a:lvl3pPr>
            <a:lvl4pPr lvl="3" algn="l">
              <a:lnSpc>
                <a:spcPct val="100000"/>
              </a:lnSpc>
              <a:spcBef>
                <a:spcPts val="0"/>
              </a:spcBef>
              <a:spcAft>
                <a:spcPts val="0"/>
              </a:spcAft>
              <a:buSzPts val="1000"/>
              <a:buNone/>
              <a:defRPr b="1" sz="1000"/>
            </a:lvl4pPr>
            <a:lvl5pPr lvl="4" algn="l">
              <a:lnSpc>
                <a:spcPct val="100000"/>
              </a:lnSpc>
              <a:spcBef>
                <a:spcPts val="0"/>
              </a:spcBef>
              <a:spcAft>
                <a:spcPts val="0"/>
              </a:spcAft>
              <a:buSzPts val="1000"/>
              <a:buNone/>
              <a:defRPr b="1" sz="1000"/>
            </a:lvl5pPr>
            <a:lvl6pPr lvl="5" algn="l">
              <a:lnSpc>
                <a:spcPct val="100000"/>
              </a:lnSpc>
              <a:spcBef>
                <a:spcPts val="0"/>
              </a:spcBef>
              <a:spcAft>
                <a:spcPts val="0"/>
              </a:spcAft>
              <a:buSzPts val="1000"/>
              <a:buNone/>
              <a:defRPr b="1" sz="1000"/>
            </a:lvl6pPr>
            <a:lvl7pPr lvl="6" algn="l">
              <a:lnSpc>
                <a:spcPct val="100000"/>
              </a:lnSpc>
              <a:spcBef>
                <a:spcPts val="0"/>
              </a:spcBef>
              <a:spcAft>
                <a:spcPts val="0"/>
              </a:spcAft>
              <a:buSzPts val="1000"/>
              <a:buNone/>
              <a:defRPr b="1" sz="1000"/>
            </a:lvl7pPr>
            <a:lvl8pPr lvl="7" algn="l">
              <a:lnSpc>
                <a:spcPct val="100000"/>
              </a:lnSpc>
              <a:spcBef>
                <a:spcPts val="0"/>
              </a:spcBef>
              <a:spcAft>
                <a:spcPts val="0"/>
              </a:spcAft>
              <a:buSzPts val="1000"/>
              <a:buNone/>
              <a:defRPr b="1" sz="1000"/>
            </a:lvl8pPr>
            <a:lvl9pPr lvl="8" algn="l">
              <a:lnSpc>
                <a:spcPct val="100000"/>
              </a:lnSpc>
              <a:spcBef>
                <a:spcPts val="0"/>
              </a:spcBef>
              <a:spcAft>
                <a:spcPts val="0"/>
              </a:spcAft>
              <a:buSzPts val="1000"/>
              <a:buNone/>
              <a:defRPr b="1" sz="1000"/>
            </a:lvl9pPr>
          </a:lstStyle>
          <a:p/>
        </p:txBody>
      </p:sp>
      <p:sp>
        <p:nvSpPr>
          <p:cNvPr id="487" name="Google Shape;487;g2d3c537dc00_0_461"/>
          <p:cNvSpPr/>
          <p:nvPr>
            <p:ph idx="16" type="pic"/>
          </p:nvPr>
        </p:nvSpPr>
        <p:spPr>
          <a:xfrm>
            <a:off x="228450" y="3289207"/>
            <a:ext cx="1315200" cy="1375200"/>
          </a:xfrm>
          <a:prstGeom prst="roundRect">
            <a:avLst>
              <a:gd fmla="val 2710" name="adj"/>
            </a:avLst>
          </a:prstGeom>
          <a:noFill/>
          <a:ln cap="flat" cmpd="sng" w="9525">
            <a:solidFill>
              <a:schemeClr val="dk1"/>
            </a:solidFill>
            <a:prstDash val="solid"/>
            <a:round/>
            <a:headEnd len="sm" w="sm" type="none"/>
            <a:tailEnd len="sm" w="sm" type="none"/>
          </a:ln>
        </p:spPr>
      </p:sp>
      <p:sp>
        <p:nvSpPr>
          <p:cNvPr id="488" name="Google Shape;488;g2d3c537dc00_0_461"/>
          <p:cNvSpPr txBox="1"/>
          <p:nvPr>
            <p:ph idx="17" type="ctrTitle"/>
          </p:nvPr>
        </p:nvSpPr>
        <p:spPr>
          <a:xfrm>
            <a:off x="4654675" y="3274625"/>
            <a:ext cx="1315200" cy="2964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100"/>
              <a:buNone/>
              <a:defRPr sz="1100">
                <a:solidFill>
                  <a:schemeClr val="accent2"/>
                </a:solidFill>
              </a:defRPr>
            </a:lvl1pPr>
            <a:lvl2pPr lvl="1" algn="l">
              <a:lnSpc>
                <a:spcPct val="100000"/>
              </a:lnSpc>
              <a:spcBef>
                <a:spcPts val="0"/>
              </a:spcBef>
              <a:spcAft>
                <a:spcPts val="0"/>
              </a:spcAft>
              <a:buSzPts val="1100"/>
              <a:buNone/>
              <a:defRPr b="1" sz="1100"/>
            </a:lvl2pPr>
            <a:lvl3pPr lvl="2" algn="l">
              <a:lnSpc>
                <a:spcPct val="100000"/>
              </a:lnSpc>
              <a:spcBef>
                <a:spcPts val="0"/>
              </a:spcBef>
              <a:spcAft>
                <a:spcPts val="0"/>
              </a:spcAft>
              <a:buSzPts val="1100"/>
              <a:buNone/>
              <a:defRPr b="1" sz="1100"/>
            </a:lvl3pPr>
            <a:lvl4pPr lvl="3" algn="l">
              <a:lnSpc>
                <a:spcPct val="100000"/>
              </a:lnSpc>
              <a:spcBef>
                <a:spcPts val="0"/>
              </a:spcBef>
              <a:spcAft>
                <a:spcPts val="0"/>
              </a:spcAft>
              <a:buSzPts val="1100"/>
              <a:buNone/>
              <a:defRPr b="1" sz="1100"/>
            </a:lvl4pPr>
            <a:lvl5pPr lvl="4" algn="l">
              <a:lnSpc>
                <a:spcPct val="100000"/>
              </a:lnSpc>
              <a:spcBef>
                <a:spcPts val="0"/>
              </a:spcBef>
              <a:spcAft>
                <a:spcPts val="0"/>
              </a:spcAft>
              <a:buSzPts val="1100"/>
              <a:buNone/>
              <a:defRPr b="1" sz="1100"/>
            </a:lvl5pPr>
            <a:lvl6pPr lvl="5" algn="l">
              <a:lnSpc>
                <a:spcPct val="100000"/>
              </a:lnSpc>
              <a:spcBef>
                <a:spcPts val="0"/>
              </a:spcBef>
              <a:spcAft>
                <a:spcPts val="0"/>
              </a:spcAft>
              <a:buSzPts val="1100"/>
              <a:buNone/>
              <a:defRPr b="1" sz="1100"/>
            </a:lvl6pPr>
            <a:lvl7pPr lvl="6" algn="l">
              <a:lnSpc>
                <a:spcPct val="100000"/>
              </a:lnSpc>
              <a:spcBef>
                <a:spcPts val="0"/>
              </a:spcBef>
              <a:spcAft>
                <a:spcPts val="0"/>
              </a:spcAft>
              <a:buSzPts val="1100"/>
              <a:buNone/>
              <a:defRPr b="1" sz="1100"/>
            </a:lvl7pPr>
            <a:lvl8pPr lvl="7" algn="l">
              <a:lnSpc>
                <a:spcPct val="100000"/>
              </a:lnSpc>
              <a:spcBef>
                <a:spcPts val="0"/>
              </a:spcBef>
              <a:spcAft>
                <a:spcPts val="0"/>
              </a:spcAft>
              <a:buSzPts val="1100"/>
              <a:buNone/>
              <a:defRPr b="1" sz="1100"/>
            </a:lvl8pPr>
            <a:lvl9pPr lvl="8" algn="l">
              <a:lnSpc>
                <a:spcPct val="100000"/>
              </a:lnSpc>
              <a:spcBef>
                <a:spcPts val="0"/>
              </a:spcBef>
              <a:spcAft>
                <a:spcPts val="0"/>
              </a:spcAft>
              <a:buSzPts val="1100"/>
              <a:buNone/>
              <a:defRPr b="1" sz="1100"/>
            </a:lvl9pPr>
          </a:lstStyle>
          <a:p/>
        </p:txBody>
      </p:sp>
      <p:sp>
        <p:nvSpPr>
          <p:cNvPr id="489" name="Google Shape;489;g2d3c537dc00_0_461"/>
          <p:cNvSpPr txBox="1"/>
          <p:nvPr>
            <p:ph idx="18" type="ctrTitle"/>
          </p:nvPr>
        </p:nvSpPr>
        <p:spPr>
          <a:xfrm>
            <a:off x="4654675" y="3494550"/>
            <a:ext cx="1315200" cy="1164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2"/>
              </a:buClr>
              <a:buSzPts val="900"/>
              <a:buFont typeface="Inter"/>
              <a:buNone/>
              <a:defRPr sz="900">
                <a:solidFill>
                  <a:schemeClr val="accent2"/>
                </a:solidFill>
                <a:latin typeface="Inter"/>
                <a:ea typeface="Inter"/>
                <a:cs typeface="Inter"/>
                <a:sym typeface="Inter"/>
              </a:defRPr>
            </a:lvl1pPr>
            <a:lvl2pPr lvl="1" algn="l">
              <a:lnSpc>
                <a:spcPct val="100000"/>
              </a:lnSpc>
              <a:spcBef>
                <a:spcPts val="0"/>
              </a:spcBef>
              <a:spcAft>
                <a:spcPts val="0"/>
              </a:spcAft>
              <a:buSzPts val="1000"/>
              <a:buNone/>
              <a:defRPr b="1" sz="1000"/>
            </a:lvl2pPr>
            <a:lvl3pPr lvl="2" algn="l">
              <a:lnSpc>
                <a:spcPct val="100000"/>
              </a:lnSpc>
              <a:spcBef>
                <a:spcPts val="0"/>
              </a:spcBef>
              <a:spcAft>
                <a:spcPts val="0"/>
              </a:spcAft>
              <a:buSzPts val="1000"/>
              <a:buNone/>
              <a:defRPr b="1" sz="1000"/>
            </a:lvl3pPr>
            <a:lvl4pPr lvl="3" algn="l">
              <a:lnSpc>
                <a:spcPct val="100000"/>
              </a:lnSpc>
              <a:spcBef>
                <a:spcPts val="0"/>
              </a:spcBef>
              <a:spcAft>
                <a:spcPts val="0"/>
              </a:spcAft>
              <a:buSzPts val="1000"/>
              <a:buNone/>
              <a:defRPr b="1" sz="1000"/>
            </a:lvl4pPr>
            <a:lvl5pPr lvl="4" algn="l">
              <a:lnSpc>
                <a:spcPct val="100000"/>
              </a:lnSpc>
              <a:spcBef>
                <a:spcPts val="0"/>
              </a:spcBef>
              <a:spcAft>
                <a:spcPts val="0"/>
              </a:spcAft>
              <a:buSzPts val="1000"/>
              <a:buNone/>
              <a:defRPr b="1" sz="1000"/>
            </a:lvl5pPr>
            <a:lvl6pPr lvl="5" algn="l">
              <a:lnSpc>
                <a:spcPct val="100000"/>
              </a:lnSpc>
              <a:spcBef>
                <a:spcPts val="0"/>
              </a:spcBef>
              <a:spcAft>
                <a:spcPts val="0"/>
              </a:spcAft>
              <a:buSzPts val="1000"/>
              <a:buNone/>
              <a:defRPr b="1" sz="1000"/>
            </a:lvl6pPr>
            <a:lvl7pPr lvl="6" algn="l">
              <a:lnSpc>
                <a:spcPct val="100000"/>
              </a:lnSpc>
              <a:spcBef>
                <a:spcPts val="0"/>
              </a:spcBef>
              <a:spcAft>
                <a:spcPts val="0"/>
              </a:spcAft>
              <a:buSzPts val="1000"/>
              <a:buNone/>
              <a:defRPr b="1" sz="1000"/>
            </a:lvl7pPr>
            <a:lvl8pPr lvl="7" algn="l">
              <a:lnSpc>
                <a:spcPct val="100000"/>
              </a:lnSpc>
              <a:spcBef>
                <a:spcPts val="0"/>
              </a:spcBef>
              <a:spcAft>
                <a:spcPts val="0"/>
              </a:spcAft>
              <a:buSzPts val="1000"/>
              <a:buNone/>
              <a:defRPr b="1" sz="1000"/>
            </a:lvl8pPr>
            <a:lvl9pPr lvl="8" algn="l">
              <a:lnSpc>
                <a:spcPct val="100000"/>
              </a:lnSpc>
              <a:spcBef>
                <a:spcPts val="0"/>
              </a:spcBef>
              <a:spcAft>
                <a:spcPts val="0"/>
              </a:spcAft>
              <a:buSzPts val="1000"/>
              <a:buNone/>
              <a:defRPr b="1" sz="1000"/>
            </a:lvl9pPr>
          </a:lstStyle>
          <a:p/>
        </p:txBody>
      </p:sp>
      <p:sp>
        <p:nvSpPr>
          <p:cNvPr id="490" name="Google Shape;490;g2d3c537dc00_0_461"/>
          <p:cNvSpPr/>
          <p:nvPr>
            <p:ph idx="19" type="pic"/>
          </p:nvPr>
        </p:nvSpPr>
        <p:spPr>
          <a:xfrm>
            <a:off x="3174125" y="3289207"/>
            <a:ext cx="1315200" cy="1375200"/>
          </a:xfrm>
          <a:prstGeom prst="roundRect">
            <a:avLst>
              <a:gd fmla="val 2710" name="adj"/>
            </a:avLst>
          </a:prstGeom>
          <a:noFill/>
          <a:ln cap="flat" cmpd="sng" w="9525">
            <a:solidFill>
              <a:schemeClr val="dk1"/>
            </a:solidFill>
            <a:prstDash val="solid"/>
            <a:round/>
            <a:headEnd len="sm" w="sm" type="none"/>
            <a:tailEnd len="sm" w="sm" type="none"/>
          </a:ln>
        </p:spPr>
      </p:sp>
      <p:sp>
        <p:nvSpPr>
          <p:cNvPr id="491" name="Google Shape;491;g2d3c537dc00_0_461"/>
          <p:cNvSpPr txBox="1"/>
          <p:nvPr>
            <p:ph idx="20" type="ctrTitle"/>
          </p:nvPr>
        </p:nvSpPr>
        <p:spPr>
          <a:xfrm>
            <a:off x="7615775" y="3283988"/>
            <a:ext cx="1315200" cy="2964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100"/>
              <a:buNone/>
              <a:defRPr sz="1100">
                <a:solidFill>
                  <a:schemeClr val="accent2"/>
                </a:solidFill>
              </a:defRPr>
            </a:lvl1pPr>
            <a:lvl2pPr lvl="1" algn="l">
              <a:lnSpc>
                <a:spcPct val="100000"/>
              </a:lnSpc>
              <a:spcBef>
                <a:spcPts val="0"/>
              </a:spcBef>
              <a:spcAft>
                <a:spcPts val="0"/>
              </a:spcAft>
              <a:buSzPts val="1100"/>
              <a:buNone/>
              <a:defRPr b="1" sz="1100"/>
            </a:lvl2pPr>
            <a:lvl3pPr lvl="2" algn="l">
              <a:lnSpc>
                <a:spcPct val="100000"/>
              </a:lnSpc>
              <a:spcBef>
                <a:spcPts val="0"/>
              </a:spcBef>
              <a:spcAft>
                <a:spcPts val="0"/>
              </a:spcAft>
              <a:buSzPts val="1100"/>
              <a:buNone/>
              <a:defRPr b="1" sz="1100"/>
            </a:lvl3pPr>
            <a:lvl4pPr lvl="3" algn="l">
              <a:lnSpc>
                <a:spcPct val="100000"/>
              </a:lnSpc>
              <a:spcBef>
                <a:spcPts val="0"/>
              </a:spcBef>
              <a:spcAft>
                <a:spcPts val="0"/>
              </a:spcAft>
              <a:buSzPts val="1100"/>
              <a:buNone/>
              <a:defRPr b="1" sz="1100"/>
            </a:lvl4pPr>
            <a:lvl5pPr lvl="4" algn="l">
              <a:lnSpc>
                <a:spcPct val="100000"/>
              </a:lnSpc>
              <a:spcBef>
                <a:spcPts val="0"/>
              </a:spcBef>
              <a:spcAft>
                <a:spcPts val="0"/>
              </a:spcAft>
              <a:buSzPts val="1100"/>
              <a:buNone/>
              <a:defRPr b="1" sz="1100"/>
            </a:lvl5pPr>
            <a:lvl6pPr lvl="5" algn="l">
              <a:lnSpc>
                <a:spcPct val="100000"/>
              </a:lnSpc>
              <a:spcBef>
                <a:spcPts val="0"/>
              </a:spcBef>
              <a:spcAft>
                <a:spcPts val="0"/>
              </a:spcAft>
              <a:buSzPts val="1100"/>
              <a:buNone/>
              <a:defRPr b="1" sz="1100"/>
            </a:lvl6pPr>
            <a:lvl7pPr lvl="6" algn="l">
              <a:lnSpc>
                <a:spcPct val="100000"/>
              </a:lnSpc>
              <a:spcBef>
                <a:spcPts val="0"/>
              </a:spcBef>
              <a:spcAft>
                <a:spcPts val="0"/>
              </a:spcAft>
              <a:buSzPts val="1100"/>
              <a:buNone/>
              <a:defRPr b="1" sz="1100"/>
            </a:lvl7pPr>
            <a:lvl8pPr lvl="7" algn="l">
              <a:lnSpc>
                <a:spcPct val="100000"/>
              </a:lnSpc>
              <a:spcBef>
                <a:spcPts val="0"/>
              </a:spcBef>
              <a:spcAft>
                <a:spcPts val="0"/>
              </a:spcAft>
              <a:buSzPts val="1100"/>
              <a:buNone/>
              <a:defRPr b="1" sz="1100"/>
            </a:lvl8pPr>
            <a:lvl9pPr lvl="8" algn="l">
              <a:lnSpc>
                <a:spcPct val="100000"/>
              </a:lnSpc>
              <a:spcBef>
                <a:spcPts val="0"/>
              </a:spcBef>
              <a:spcAft>
                <a:spcPts val="0"/>
              </a:spcAft>
              <a:buSzPts val="1100"/>
              <a:buNone/>
              <a:defRPr b="1" sz="1100"/>
            </a:lvl9pPr>
          </a:lstStyle>
          <a:p/>
        </p:txBody>
      </p:sp>
      <p:sp>
        <p:nvSpPr>
          <p:cNvPr id="492" name="Google Shape;492;g2d3c537dc00_0_461"/>
          <p:cNvSpPr txBox="1"/>
          <p:nvPr>
            <p:ph idx="21" type="ctrTitle"/>
          </p:nvPr>
        </p:nvSpPr>
        <p:spPr>
          <a:xfrm>
            <a:off x="7615775" y="3500369"/>
            <a:ext cx="1315200" cy="1164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2"/>
              </a:buClr>
              <a:buSzPts val="900"/>
              <a:buFont typeface="Inter"/>
              <a:buNone/>
              <a:defRPr sz="900">
                <a:solidFill>
                  <a:schemeClr val="accent2"/>
                </a:solidFill>
                <a:latin typeface="Inter"/>
                <a:ea typeface="Inter"/>
                <a:cs typeface="Inter"/>
                <a:sym typeface="Inter"/>
              </a:defRPr>
            </a:lvl1pPr>
            <a:lvl2pPr lvl="1" algn="l">
              <a:lnSpc>
                <a:spcPct val="100000"/>
              </a:lnSpc>
              <a:spcBef>
                <a:spcPts val="0"/>
              </a:spcBef>
              <a:spcAft>
                <a:spcPts val="0"/>
              </a:spcAft>
              <a:buSzPts val="1000"/>
              <a:buNone/>
              <a:defRPr b="1" sz="1000"/>
            </a:lvl2pPr>
            <a:lvl3pPr lvl="2" algn="l">
              <a:lnSpc>
                <a:spcPct val="100000"/>
              </a:lnSpc>
              <a:spcBef>
                <a:spcPts val="0"/>
              </a:spcBef>
              <a:spcAft>
                <a:spcPts val="0"/>
              </a:spcAft>
              <a:buSzPts val="1000"/>
              <a:buNone/>
              <a:defRPr b="1" sz="1000"/>
            </a:lvl3pPr>
            <a:lvl4pPr lvl="3" algn="l">
              <a:lnSpc>
                <a:spcPct val="100000"/>
              </a:lnSpc>
              <a:spcBef>
                <a:spcPts val="0"/>
              </a:spcBef>
              <a:spcAft>
                <a:spcPts val="0"/>
              </a:spcAft>
              <a:buSzPts val="1000"/>
              <a:buNone/>
              <a:defRPr b="1" sz="1000"/>
            </a:lvl4pPr>
            <a:lvl5pPr lvl="4" algn="l">
              <a:lnSpc>
                <a:spcPct val="100000"/>
              </a:lnSpc>
              <a:spcBef>
                <a:spcPts val="0"/>
              </a:spcBef>
              <a:spcAft>
                <a:spcPts val="0"/>
              </a:spcAft>
              <a:buSzPts val="1000"/>
              <a:buNone/>
              <a:defRPr b="1" sz="1000"/>
            </a:lvl5pPr>
            <a:lvl6pPr lvl="5" algn="l">
              <a:lnSpc>
                <a:spcPct val="100000"/>
              </a:lnSpc>
              <a:spcBef>
                <a:spcPts val="0"/>
              </a:spcBef>
              <a:spcAft>
                <a:spcPts val="0"/>
              </a:spcAft>
              <a:buSzPts val="1000"/>
              <a:buNone/>
              <a:defRPr b="1" sz="1000"/>
            </a:lvl6pPr>
            <a:lvl7pPr lvl="6" algn="l">
              <a:lnSpc>
                <a:spcPct val="100000"/>
              </a:lnSpc>
              <a:spcBef>
                <a:spcPts val="0"/>
              </a:spcBef>
              <a:spcAft>
                <a:spcPts val="0"/>
              </a:spcAft>
              <a:buSzPts val="1000"/>
              <a:buNone/>
              <a:defRPr b="1" sz="1000"/>
            </a:lvl7pPr>
            <a:lvl8pPr lvl="7" algn="l">
              <a:lnSpc>
                <a:spcPct val="100000"/>
              </a:lnSpc>
              <a:spcBef>
                <a:spcPts val="0"/>
              </a:spcBef>
              <a:spcAft>
                <a:spcPts val="0"/>
              </a:spcAft>
              <a:buSzPts val="1000"/>
              <a:buNone/>
              <a:defRPr b="1" sz="1000"/>
            </a:lvl8pPr>
            <a:lvl9pPr lvl="8" algn="l">
              <a:lnSpc>
                <a:spcPct val="100000"/>
              </a:lnSpc>
              <a:spcBef>
                <a:spcPts val="0"/>
              </a:spcBef>
              <a:spcAft>
                <a:spcPts val="0"/>
              </a:spcAft>
              <a:buSzPts val="1000"/>
              <a:buNone/>
              <a:defRPr b="1" sz="1000"/>
            </a:lvl9pPr>
          </a:lstStyle>
          <a:p/>
        </p:txBody>
      </p:sp>
      <p:sp>
        <p:nvSpPr>
          <p:cNvPr id="493" name="Google Shape;493;g2d3c537dc00_0_461"/>
          <p:cNvSpPr/>
          <p:nvPr>
            <p:ph idx="22" type="pic"/>
          </p:nvPr>
        </p:nvSpPr>
        <p:spPr>
          <a:xfrm>
            <a:off x="6135225" y="3283988"/>
            <a:ext cx="1315200" cy="1375200"/>
          </a:xfrm>
          <a:prstGeom prst="roundRect">
            <a:avLst>
              <a:gd fmla="val 2710" name="adj"/>
            </a:avLst>
          </a:prstGeom>
          <a:noFill/>
          <a:ln cap="flat" cmpd="sng" w="9525">
            <a:solidFill>
              <a:schemeClr val="dk1"/>
            </a:solidFill>
            <a:prstDash val="solid"/>
            <a:round/>
            <a:headEnd len="sm" w="sm" type="none"/>
            <a:tailEnd len="sm" w="sm" type="none"/>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ats New Vertical - Sales">
  <p:cSld name="CUSTOM_7_1_1">
    <p:bg>
      <p:bgPr>
        <a:solidFill>
          <a:schemeClr val="accent6"/>
        </a:solidFill>
      </p:bgPr>
    </p:bg>
    <p:spTree>
      <p:nvGrpSpPr>
        <p:cNvPr id="494" name="Shape 494"/>
        <p:cNvGrpSpPr/>
        <p:nvPr/>
      </p:nvGrpSpPr>
      <p:grpSpPr>
        <a:xfrm>
          <a:off x="0" y="0"/>
          <a:ext cx="0" cy="0"/>
          <a:chOff x="0" y="0"/>
          <a:chExt cx="0" cy="0"/>
        </a:xfrm>
      </p:grpSpPr>
      <p:sp>
        <p:nvSpPr>
          <p:cNvPr id="495" name="Google Shape;495;g2d3c537dc00_0_481"/>
          <p:cNvSpPr txBox="1"/>
          <p:nvPr>
            <p:ph type="ctrTitle"/>
          </p:nvPr>
        </p:nvSpPr>
        <p:spPr>
          <a:xfrm>
            <a:off x="228450" y="2763275"/>
            <a:ext cx="1583100" cy="2739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100"/>
              <a:buNone/>
              <a:defRPr sz="1100">
                <a:solidFill>
                  <a:schemeClr val="accent2"/>
                </a:solidFill>
              </a:defRPr>
            </a:lvl1pPr>
            <a:lvl2pPr lvl="1" algn="l">
              <a:lnSpc>
                <a:spcPct val="100000"/>
              </a:lnSpc>
              <a:spcBef>
                <a:spcPts val="0"/>
              </a:spcBef>
              <a:spcAft>
                <a:spcPts val="0"/>
              </a:spcAft>
              <a:buSzPts val="1100"/>
              <a:buNone/>
              <a:defRPr b="1" sz="1100"/>
            </a:lvl2pPr>
            <a:lvl3pPr lvl="2" algn="l">
              <a:lnSpc>
                <a:spcPct val="100000"/>
              </a:lnSpc>
              <a:spcBef>
                <a:spcPts val="0"/>
              </a:spcBef>
              <a:spcAft>
                <a:spcPts val="0"/>
              </a:spcAft>
              <a:buSzPts val="1100"/>
              <a:buNone/>
              <a:defRPr b="1" sz="1100"/>
            </a:lvl3pPr>
            <a:lvl4pPr lvl="3" algn="l">
              <a:lnSpc>
                <a:spcPct val="100000"/>
              </a:lnSpc>
              <a:spcBef>
                <a:spcPts val="0"/>
              </a:spcBef>
              <a:spcAft>
                <a:spcPts val="0"/>
              </a:spcAft>
              <a:buSzPts val="1100"/>
              <a:buNone/>
              <a:defRPr b="1" sz="1100"/>
            </a:lvl4pPr>
            <a:lvl5pPr lvl="4" algn="l">
              <a:lnSpc>
                <a:spcPct val="100000"/>
              </a:lnSpc>
              <a:spcBef>
                <a:spcPts val="0"/>
              </a:spcBef>
              <a:spcAft>
                <a:spcPts val="0"/>
              </a:spcAft>
              <a:buSzPts val="1100"/>
              <a:buNone/>
              <a:defRPr b="1" sz="1100"/>
            </a:lvl5pPr>
            <a:lvl6pPr lvl="5" algn="l">
              <a:lnSpc>
                <a:spcPct val="100000"/>
              </a:lnSpc>
              <a:spcBef>
                <a:spcPts val="0"/>
              </a:spcBef>
              <a:spcAft>
                <a:spcPts val="0"/>
              </a:spcAft>
              <a:buSzPts val="1100"/>
              <a:buNone/>
              <a:defRPr b="1" sz="1100"/>
            </a:lvl6pPr>
            <a:lvl7pPr lvl="6" algn="l">
              <a:lnSpc>
                <a:spcPct val="100000"/>
              </a:lnSpc>
              <a:spcBef>
                <a:spcPts val="0"/>
              </a:spcBef>
              <a:spcAft>
                <a:spcPts val="0"/>
              </a:spcAft>
              <a:buSzPts val="1100"/>
              <a:buNone/>
              <a:defRPr b="1" sz="1100"/>
            </a:lvl7pPr>
            <a:lvl8pPr lvl="7" algn="l">
              <a:lnSpc>
                <a:spcPct val="100000"/>
              </a:lnSpc>
              <a:spcBef>
                <a:spcPts val="0"/>
              </a:spcBef>
              <a:spcAft>
                <a:spcPts val="0"/>
              </a:spcAft>
              <a:buSzPts val="1100"/>
              <a:buNone/>
              <a:defRPr b="1" sz="1100"/>
            </a:lvl8pPr>
            <a:lvl9pPr lvl="8" algn="l">
              <a:lnSpc>
                <a:spcPct val="100000"/>
              </a:lnSpc>
              <a:spcBef>
                <a:spcPts val="0"/>
              </a:spcBef>
              <a:spcAft>
                <a:spcPts val="0"/>
              </a:spcAft>
              <a:buSzPts val="1100"/>
              <a:buNone/>
              <a:defRPr b="1" sz="1100"/>
            </a:lvl9pPr>
          </a:lstStyle>
          <a:p/>
        </p:txBody>
      </p:sp>
      <p:sp>
        <p:nvSpPr>
          <p:cNvPr id="496" name="Google Shape;496;g2d3c537dc00_0_481"/>
          <p:cNvSpPr txBox="1"/>
          <p:nvPr>
            <p:ph idx="2" type="ctrTitle"/>
          </p:nvPr>
        </p:nvSpPr>
        <p:spPr>
          <a:xfrm>
            <a:off x="228450" y="3037175"/>
            <a:ext cx="1583100" cy="1652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2"/>
              </a:buClr>
              <a:buSzPts val="900"/>
              <a:buFont typeface="Inter"/>
              <a:buNone/>
              <a:defRPr sz="900">
                <a:solidFill>
                  <a:schemeClr val="accent2"/>
                </a:solidFill>
                <a:latin typeface="Inter"/>
                <a:ea typeface="Inter"/>
                <a:cs typeface="Inter"/>
                <a:sym typeface="Inter"/>
              </a:defRPr>
            </a:lvl1pPr>
            <a:lvl2pPr lvl="1" algn="l">
              <a:lnSpc>
                <a:spcPct val="100000"/>
              </a:lnSpc>
              <a:spcBef>
                <a:spcPts val="0"/>
              </a:spcBef>
              <a:spcAft>
                <a:spcPts val="0"/>
              </a:spcAft>
              <a:buSzPts val="900"/>
              <a:buNone/>
              <a:defRPr b="1" sz="900"/>
            </a:lvl2pPr>
            <a:lvl3pPr lvl="2" algn="l">
              <a:lnSpc>
                <a:spcPct val="100000"/>
              </a:lnSpc>
              <a:spcBef>
                <a:spcPts val="0"/>
              </a:spcBef>
              <a:spcAft>
                <a:spcPts val="0"/>
              </a:spcAft>
              <a:buSzPts val="900"/>
              <a:buNone/>
              <a:defRPr b="1" sz="900"/>
            </a:lvl3pPr>
            <a:lvl4pPr lvl="3" algn="l">
              <a:lnSpc>
                <a:spcPct val="100000"/>
              </a:lnSpc>
              <a:spcBef>
                <a:spcPts val="0"/>
              </a:spcBef>
              <a:spcAft>
                <a:spcPts val="0"/>
              </a:spcAft>
              <a:buSzPts val="900"/>
              <a:buNone/>
              <a:defRPr b="1" sz="900"/>
            </a:lvl4pPr>
            <a:lvl5pPr lvl="4" algn="l">
              <a:lnSpc>
                <a:spcPct val="100000"/>
              </a:lnSpc>
              <a:spcBef>
                <a:spcPts val="0"/>
              </a:spcBef>
              <a:spcAft>
                <a:spcPts val="0"/>
              </a:spcAft>
              <a:buSzPts val="900"/>
              <a:buNone/>
              <a:defRPr b="1" sz="900"/>
            </a:lvl5pPr>
            <a:lvl6pPr lvl="5" algn="l">
              <a:lnSpc>
                <a:spcPct val="100000"/>
              </a:lnSpc>
              <a:spcBef>
                <a:spcPts val="0"/>
              </a:spcBef>
              <a:spcAft>
                <a:spcPts val="0"/>
              </a:spcAft>
              <a:buSzPts val="900"/>
              <a:buNone/>
              <a:defRPr b="1" sz="900"/>
            </a:lvl6pPr>
            <a:lvl7pPr lvl="6" algn="l">
              <a:lnSpc>
                <a:spcPct val="100000"/>
              </a:lnSpc>
              <a:spcBef>
                <a:spcPts val="0"/>
              </a:spcBef>
              <a:spcAft>
                <a:spcPts val="0"/>
              </a:spcAft>
              <a:buSzPts val="900"/>
              <a:buNone/>
              <a:defRPr b="1" sz="900"/>
            </a:lvl7pPr>
            <a:lvl8pPr lvl="7" algn="l">
              <a:lnSpc>
                <a:spcPct val="100000"/>
              </a:lnSpc>
              <a:spcBef>
                <a:spcPts val="0"/>
              </a:spcBef>
              <a:spcAft>
                <a:spcPts val="0"/>
              </a:spcAft>
              <a:buSzPts val="900"/>
              <a:buNone/>
              <a:defRPr b="1" sz="900"/>
            </a:lvl8pPr>
            <a:lvl9pPr lvl="8" algn="l">
              <a:lnSpc>
                <a:spcPct val="100000"/>
              </a:lnSpc>
              <a:spcBef>
                <a:spcPts val="0"/>
              </a:spcBef>
              <a:spcAft>
                <a:spcPts val="0"/>
              </a:spcAft>
              <a:buSzPts val="900"/>
              <a:buNone/>
              <a:defRPr b="1" sz="900"/>
            </a:lvl9pPr>
          </a:lstStyle>
          <a:p/>
        </p:txBody>
      </p:sp>
      <p:sp>
        <p:nvSpPr>
          <p:cNvPr id="497" name="Google Shape;497;g2d3c537dc00_0_481"/>
          <p:cNvSpPr/>
          <p:nvPr>
            <p:ph idx="3" type="pic"/>
          </p:nvPr>
        </p:nvSpPr>
        <p:spPr>
          <a:xfrm>
            <a:off x="228450" y="1493675"/>
            <a:ext cx="1583100" cy="1146000"/>
          </a:xfrm>
          <a:prstGeom prst="roundRect">
            <a:avLst>
              <a:gd fmla="val 2710" name="adj"/>
            </a:avLst>
          </a:prstGeom>
          <a:noFill/>
          <a:ln cap="flat" cmpd="sng" w="9525">
            <a:solidFill>
              <a:schemeClr val="dk1"/>
            </a:solidFill>
            <a:prstDash val="solid"/>
            <a:round/>
            <a:headEnd len="sm" w="sm" type="none"/>
            <a:tailEnd len="sm" w="sm" type="none"/>
          </a:ln>
        </p:spPr>
      </p:sp>
      <p:sp>
        <p:nvSpPr>
          <p:cNvPr id="498" name="Google Shape;498;g2d3c537dc00_0_481"/>
          <p:cNvSpPr/>
          <p:nvPr>
            <p:ph idx="4" type="pic"/>
          </p:nvPr>
        </p:nvSpPr>
        <p:spPr>
          <a:xfrm>
            <a:off x="2004421" y="1493675"/>
            <a:ext cx="1583100" cy="1146000"/>
          </a:xfrm>
          <a:prstGeom prst="roundRect">
            <a:avLst>
              <a:gd fmla="val 2710" name="adj"/>
            </a:avLst>
          </a:prstGeom>
          <a:noFill/>
          <a:ln cap="flat" cmpd="sng" w="9525">
            <a:solidFill>
              <a:schemeClr val="dk1"/>
            </a:solidFill>
            <a:prstDash val="solid"/>
            <a:round/>
            <a:headEnd len="sm" w="sm" type="none"/>
            <a:tailEnd len="sm" w="sm" type="none"/>
          </a:ln>
        </p:spPr>
      </p:sp>
      <p:sp>
        <p:nvSpPr>
          <p:cNvPr id="499" name="Google Shape;499;g2d3c537dc00_0_481"/>
          <p:cNvSpPr/>
          <p:nvPr>
            <p:ph idx="5" type="pic"/>
          </p:nvPr>
        </p:nvSpPr>
        <p:spPr>
          <a:xfrm>
            <a:off x="3780392" y="1493675"/>
            <a:ext cx="1583100" cy="1146000"/>
          </a:xfrm>
          <a:prstGeom prst="roundRect">
            <a:avLst>
              <a:gd fmla="val 2710" name="adj"/>
            </a:avLst>
          </a:prstGeom>
          <a:noFill/>
          <a:ln cap="flat" cmpd="sng" w="9525">
            <a:solidFill>
              <a:schemeClr val="dk1"/>
            </a:solidFill>
            <a:prstDash val="solid"/>
            <a:round/>
            <a:headEnd len="sm" w="sm" type="none"/>
            <a:tailEnd len="sm" w="sm" type="none"/>
          </a:ln>
        </p:spPr>
      </p:sp>
      <p:sp>
        <p:nvSpPr>
          <p:cNvPr id="500" name="Google Shape;500;g2d3c537dc00_0_481"/>
          <p:cNvSpPr/>
          <p:nvPr>
            <p:ph idx="6" type="pic"/>
          </p:nvPr>
        </p:nvSpPr>
        <p:spPr>
          <a:xfrm>
            <a:off x="5556363" y="1493675"/>
            <a:ext cx="1583100" cy="1146000"/>
          </a:xfrm>
          <a:prstGeom prst="roundRect">
            <a:avLst>
              <a:gd fmla="val 2710" name="adj"/>
            </a:avLst>
          </a:prstGeom>
          <a:noFill/>
          <a:ln cap="flat" cmpd="sng" w="9525">
            <a:solidFill>
              <a:schemeClr val="dk1"/>
            </a:solidFill>
            <a:prstDash val="solid"/>
            <a:round/>
            <a:headEnd len="sm" w="sm" type="none"/>
            <a:tailEnd len="sm" w="sm" type="none"/>
          </a:ln>
        </p:spPr>
      </p:sp>
      <p:sp>
        <p:nvSpPr>
          <p:cNvPr id="501" name="Google Shape;501;g2d3c537dc00_0_481"/>
          <p:cNvSpPr/>
          <p:nvPr>
            <p:ph idx="7" type="pic"/>
          </p:nvPr>
        </p:nvSpPr>
        <p:spPr>
          <a:xfrm>
            <a:off x="7332335" y="1493675"/>
            <a:ext cx="1583100" cy="1146000"/>
          </a:xfrm>
          <a:prstGeom prst="roundRect">
            <a:avLst>
              <a:gd fmla="val 2710" name="adj"/>
            </a:avLst>
          </a:prstGeom>
          <a:noFill/>
          <a:ln cap="flat" cmpd="sng" w="9525">
            <a:solidFill>
              <a:schemeClr val="dk1"/>
            </a:solidFill>
            <a:prstDash val="solid"/>
            <a:round/>
            <a:headEnd len="sm" w="sm" type="none"/>
            <a:tailEnd len="sm" w="sm" type="none"/>
          </a:ln>
        </p:spPr>
      </p:sp>
      <p:sp>
        <p:nvSpPr>
          <p:cNvPr id="502" name="Google Shape;502;g2d3c537dc00_0_481"/>
          <p:cNvSpPr txBox="1"/>
          <p:nvPr>
            <p:ph idx="8" type="ctrTitle"/>
          </p:nvPr>
        </p:nvSpPr>
        <p:spPr>
          <a:xfrm>
            <a:off x="2004425" y="2763275"/>
            <a:ext cx="1583100" cy="2739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100"/>
              <a:buNone/>
              <a:defRPr sz="1100">
                <a:solidFill>
                  <a:schemeClr val="accent2"/>
                </a:solidFill>
              </a:defRPr>
            </a:lvl1pPr>
            <a:lvl2pPr lvl="1" algn="l">
              <a:lnSpc>
                <a:spcPct val="100000"/>
              </a:lnSpc>
              <a:spcBef>
                <a:spcPts val="0"/>
              </a:spcBef>
              <a:spcAft>
                <a:spcPts val="0"/>
              </a:spcAft>
              <a:buSzPts val="1100"/>
              <a:buNone/>
              <a:defRPr b="1" sz="1100"/>
            </a:lvl2pPr>
            <a:lvl3pPr lvl="2" algn="l">
              <a:lnSpc>
                <a:spcPct val="100000"/>
              </a:lnSpc>
              <a:spcBef>
                <a:spcPts val="0"/>
              </a:spcBef>
              <a:spcAft>
                <a:spcPts val="0"/>
              </a:spcAft>
              <a:buSzPts val="1100"/>
              <a:buNone/>
              <a:defRPr b="1" sz="1100"/>
            </a:lvl3pPr>
            <a:lvl4pPr lvl="3" algn="l">
              <a:lnSpc>
                <a:spcPct val="100000"/>
              </a:lnSpc>
              <a:spcBef>
                <a:spcPts val="0"/>
              </a:spcBef>
              <a:spcAft>
                <a:spcPts val="0"/>
              </a:spcAft>
              <a:buSzPts val="1100"/>
              <a:buNone/>
              <a:defRPr b="1" sz="1100"/>
            </a:lvl4pPr>
            <a:lvl5pPr lvl="4" algn="l">
              <a:lnSpc>
                <a:spcPct val="100000"/>
              </a:lnSpc>
              <a:spcBef>
                <a:spcPts val="0"/>
              </a:spcBef>
              <a:spcAft>
                <a:spcPts val="0"/>
              </a:spcAft>
              <a:buSzPts val="1100"/>
              <a:buNone/>
              <a:defRPr b="1" sz="1100"/>
            </a:lvl5pPr>
            <a:lvl6pPr lvl="5" algn="l">
              <a:lnSpc>
                <a:spcPct val="100000"/>
              </a:lnSpc>
              <a:spcBef>
                <a:spcPts val="0"/>
              </a:spcBef>
              <a:spcAft>
                <a:spcPts val="0"/>
              </a:spcAft>
              <a:buSzPts val="1100"/>
              <a:buNone/>
              <a:defRPr b="1" sz="1100"/>
            </a:lvl6pPr>
            <a:lvl7pPr lvl="6" algn="l">
              <a:lnSpc>
                <a:spcPct val="100000"/>
              </a:lnSpc>
              <a:spcBef>
                <a:spcPts val="0"/>
              </a:spcBef>
              <a:spcAft>
                <a:spcPts val="0"/>
              </a:spcAft>
              <a:buSzPts val="1100"/>
              <a:buNone/>
              <a:defRPr b="1" sz="1100"/>
            </a:lvl7pPr>
            <a:lvl8pPr lvl="7" algn="l">
              <a:lnSpc>
                <a:spcPct val="100000"/>
              </a:lnSpc>
              <a:spcBef>
                <a:spcPts val="0"/>
              </a:spcBef>
              <a:spcAft>
                <a:spcPts val="0"/>
              </a:spcAft>
              <a:buSzPts val="1100"/>
              <a:buNone/>
              <a:defRPr b="1" sz="1100"/>
            </a:lvl8pPr>
            <a:lvl9pPr lvl="8" algn="l">
              <a:lnSpc>
                <a:spcPct val="100000"/>
              </a:lnSpc>
              <a:spcBef>
                <a:spcPts val="0"/>
              </a:spcBef>
              <a:spcAft>
                <a:spcPts val="0"/>
              </a:spcAft>
              <a:buSzPts val="1100"/>
              <a:buNone/>
              <a:defRPr b="1" sz="1100"/>
            </a:lvl9pPr>
          </a:lstStyle>
          <a:p/>
        </p:txBody>
      </p:sp>
      <p:sp>
        <p:nvSpPr>
          <p:cNvPr id="503" name="Google Shape;503;g2d3c537dc00_0_481"/>
          <p:cNvSpPr txBox="1"/>
          <p:nvPr>
            <p:ph idx="9" type="ctrTitle"/>
          </p:nvPr>
        </p:nvSpPr>
        <p:spPr>
          <a:xfrm>
            <a:off x="2004425" y="3037175"/>
            <a:ext cx="1583100" cy="1652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2"/>
              </a:buClr>
              <a:buSzPts val="900"/>
              <a:buFont typeface="Inter"/>
              <a:buNone/>
              <a:defRPr sz="900">
                <a:solidFill>
                  <a:schemeClr val="accent2"/>
                </a:solidFill>
                <a:latin typeface="Inter"/>
                <a:ea typeface="Inter"/>
                <a:cs typeface="Inter"/>
                <a:sym typeface="Inter"/>
              </a:defRPr>
            </a:lvl1pPr>
            <a:lvl2pPr lvl="1" algn="l">
              <a:lnSpc>
                <a:spcPct val="100000"/>
              </a:lnSpc>
              <a:spcBef>
                <a:spcPts val="0"/>
              </a:spcBef>
              <a:spcAft>
                <a:spcPts val="0"/>
              </a:spcAft>
              <a:buSzPts val="900"/>
              <a:buNone/>
              <a:defRPr b="1" sz="900"/>
            </a:lvl2pPr>
            <a:lvl3pPr lvl="2" algn="l">
              <a:lnSpc>
                <a:spcPct val="100000"/>
              </a:lnSpc>
              <a:spcBef>
                <a:spcPts val="0"/>
              </a:spcBef>
              <a:spcAft>
                <a:spcPts val="0"/>
              </a:spcAft>
              <a:buSzPts val="900"/>
              <a:buNone/>
              <a:defRPr b="1" sz="900"/>
            </a:lvl3pPr>
            <a:lvl4pPr lvl="3" algn="l">
              <a:lnSpc>
                <a:spcPct val="100000"/>
              </a:lnSpc>
              <a:spcBef>
                <a:spcPts val="0"/>
              </a:spcBef>
              <a:spcAft>
                <a:spcPts val="0"/>
              </a:spcAft>
              <a:buSzPts val="900"/>
              <a:buNone/>
              <a:defRPr b="1" sz="900"/>
            </a:lvl4pPr>
            <a:lvl5pPr lvl="4" algn="l">
              <a:lnSpc>
                <a:spcPct val="100000"/>
              </a:lnSpc>
              <a:spcBef>
                <a:spcPts val="0"/>
              </a:spcBef>
              <a:spcAft>
                <a:spcPts val="0"/>
              </a:spcAft>
              <a:buSzPts val="900"/>
              <a:buNone/>
              <a:defRPr b="1" sz="900"/>
            </a:lvl5pPr>
            <a:lvl6pPr lvl="5" algn="l">
              <a:lnSpc>
                <a:spcPct val="100000"/>
              </a:lnSpc>
              <a:spcBef>
                <a:spcPts val="0"/>
              </a:spcBef>
              <a:spcAft>
                <a:spcPts val="0"/>
              </a:spcAft>
              <a:buSzPts val="900"/>
              <a:buNone/>
              <a:defRPr b="1" sz="900"/>
            </a:lvl6pPr>
            <a:lvl7pPr lvl="6" algn="l">
              <a:lnSpc>
                <a:spcPct val="100000"/>
              </a:lnSpc>
              <a:spcBef>
                <a:spcPts val="0"/>
              </a:spcBef>
              <a:spcAft>
                <a:spcPts val="0"/>
              </a:spcAft>
              <a:buSzPts val="900"/>
              <a:buNone/>
              <a:defRPr b="1" sz="900"/>
            </a:lvl7pPr>
            <a:lvl8pPr lvl="7" algn="l">
              <a:lnSpc>
                <a:spcPct val="100000"/>
              </a:lnSpc>
              <a:spcBef>
                <a:spcPts val="0"/>
              </a:spcBef>
              <a:spcAft>
                <a:spcPts val="0"/>
              </a:spcAft>
              <a:buSzPts val="900"/>
              <a:buNone/>
              <a:defRPr b="1" sz="900"/>
            </a:lvl8pPr>
            <a:lvl9pPr lvl="8" algn="l">
              <a:lnSpc>
                <a:spcPct val="100000"/>
              </a:lnSpc>
              <a:spcBef>
                <a:spcPts val="0"/>
              </a:spcBef>
              <a:spcAft>
                <a:spcPts val="0"/>
              </a:spcAft>
              <a:buSzPts val="900"/>
              <a:buNone/>
              <a:defRPr b="1" sz="900"/>
            </a:lvl9pPr>
          </a:lstStyle>
          <a:p/>
        </p:txBody>
      </p:sp>
      <p:sp>
        <p:nvSpPr>
          <p:cNvPr id="504" name="Google Shape;504;g2d3c537dc00_0_481"/>
          <p:cNvSpPr txBox="1"/>
          <p:nvPr>
            <p:ph idx="13" type="ctrTitle"/>
          </p:nvPr>
        </p:nvSpPr>
        <p:spPr>
          <a:xfrm>
            <a:off x="3780400" y="2763275"/>
            <a:ext cx="1583100" cy="2739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100"/>
              <a:buNone/>
              <a:defRPr sz="1100">
                <a:solidFill>
                  <a:schemeClr val="accent2"/>
                </a:solidFill>
              </a:defRPr>
            </a:lvl1pPr>
            <a:lvl2pPr lvl="1" algn="l">
              <a:lnSpc>
                <a:spcPct val="100000"/>
              </a:lnSpc>
              <a:spcBef>
                <a:spcPts val="0"/>
              </a:spcBef>
              <a:spcAft>
                <a:spcPts val="0"/>
              </a:spcAft>
              <a:buSzPts val="1100"/>
              <a:buNone/>
              <a:defRPr b="1" sz="1100"/>
            </a:lvl2pPr>
            <a:lvl3pPr lvl="2" algn="l">
              <a:lnSpc>
                <a:spcPct val="100000"/>
              </a:lnSpc>
              <a:spcBef>
                <a:spcPts val="0"/>
              </a:spcBef>
              <a:spcAft>
                <a:spcPts val="0"/>
              </a:spcAft>
              <a:buSzPts val="1100"/>
              <a:buNone/>
              <a:defRPr b="1" sz="1100"/>
            </a:lvl3pPr>
            <a:lvl4pPr lvl="3" algn="l">
              <a:lnSpc>
                <a:spcPct val="100000"/>
              </a:lnSpc>
              <a:spcBef>
                <a:spcPts val="0"/>
              </a:spcBef>
              <a:spcAft>
                <a:spcPts val="0"/>
              </a:spcAft>
              <a:buSzPts val="1100"/>
              <a:buNone/>
              <a:defRPr b="1" sz="1100"/>
            </a:lvl4pPr>
            <a:lvl5pPr lvl="4" algn="l">
              <a:lnSpc>
                <a:spcPct val="100000"/>
              </a:lnSpc>
              <a:spcBef>
                <a:spcPts val="0"/>
              </a:spcBef>
              <a:spcAft>
                <a:spcPts val="0"/>
              </a:spcAft>
              <a:buSzPts val="1100"/>
              <a:buNone/>
              <a:defRPr b="1" sz="1100"/>
            </a:lvl5pPr>
            <a:lvl6pPr lvl="5" algn="l">
              <a:lnSpc>
                <a:spcPct val="100000"/>
              </a:lnSpc>
              <a:spcBef>
                <a:spcPts val="0"/>
              </a:spcBef>
              <a:spcAft>
                <a:spcPts val="0"/>
              </a:spcAft>
              <a:buSzPts val="1100"/>
              <a:buNone/>
              <a:defRPr b="1" sz="1100"/>
            </a:lvl6pPr>
            <a:lvl7pPr lvl="6" algn="l">
              <a:lnSpc>
                <a:spcPct val="100000"/>
              </a:lnSpc>
              <a:spcBef>
                <a:spcPts val="0"/>
              </a:spcBef>
              <a:spcAft>
                <a:spcPts val="0"/>
              </a:spcAft>
              <a:buSzPts val="1100"/>
              <a:buNone/>
              <a:defRPr b="1" sz="1100"/>
            </a:lvl7pPr>
            <a:lvl8pPr lvl="7" algn="l">
              <a:lnSpc>
                <a:spcPct val="100000"/>
              </a:lnSpc>
              <a:spcBef>
                <a:spcPts val="0"/>
              </a:spcBef>
              <a:spcAft>
                <a:spcPts val="0"/>
              </a:spcAft>
              <a:buSzPts val="1100"/>
              <a:buNone/>
              <a:defRPr b="1" sz="1100"/>
            </a:lvl8pPr>
            <a:lvl9pPr lvl="8" algn="l">
              <a:lnSpc>
                <a:spcPct val="100000"/>
              </a:lnSpc>
              <a:spcBef>
                <a:spcPts val="0"/>
              </a:spcBef>
              <a:spcAft>
                <a:spcPts val="0"/>
              </a:spcAft>
              <a:buSzPts val="1100"/>
              <a:buNone/>
              <a:defRPr b="1" sz="1100"/>
            </a:lvl9pPr>
          </a:lstStyle>
          <a:p/>
        </p:txBody>
      </p:sp>
      <p:sp>
        <p:nvSpPr>
          <p:cNvPr id="505" name="Google Shape;505;g2d3c537dc00_0_481"/>
          <p:cNvSpPr txBox="1"/>
          <p:nvPr>
            <p:ph idx="14" type="ctrTitle"/>
          </p:nvPr>
        </p:nvSpPr>
        <p:spPr>
          <a:xfrm>
            <a:off x="3780400" y="3037175"/>
            <a:ext cx="1583100" cy="1652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2"/>
              </a:buClr>
              <a:buSzPts val="900"/>
              <a:buFont typeface="Inter"/>
              <a:buNone/>
              <a:defRPr sz="900">
                <a:solidFill>
                  <a:schemeClr val="accent2"/>
                </a:solidFill>
                <a:latin typeface="Inter"/>
                <a:ea typeface="Inter"/>
                <a:cs typeface="Inter"/>
                <a:sym typeface="Inter"/>
              </a:defRPr>
            </a:lvl1pPr>
            <a:lvl2pPr lvl="1" algn="l">
              <a:lnSpc>
                <a:spcPct val="100000"/>
              </a:lnSpc>
              <a:spcBef>
                <a:spcPts val="0"/>
              </a:spcBef>
              <a:spcAft>
                <a:spcPts val="0"/>
              </a:spcAft>
              <a:buSzPts val="900"/>
              <a:buNone/>
              <a:defRPr b="1" sz="900"/>
            </a:lvl2pPr>
            <a:lvl3pPr lvl="2" algn="l">
              <a:lnSpc>
                <a:spcPct val="100000"/>
              </a:lnSpc>
              <a:spcBef>
                <a:spcPts val="0"/>
              </a:spcBef>
              <a:spcAft>
                <a:spcPts val="0"/>
              </a:spcAft>
              <a:buSzPts val="900"/>
              <a:buNone/>
              <a:defRPr b="1" sz="900"/>
            </a:lvl3pPr>
            <a:lvl4pPr lvl="3" algn="l">
              <a:lnSpc>
                <a:spcPct val="100000"/>
              </a:lnSpc>
              <a:spcBef>
                <a:spcPts val="0"/>
              </a:spcBef>
              <a:spcAft>
                <a:spcPts val="0"/>
              </a:spcAft>
              <a:buSzPts val="900"/>
              <a:buNone/>
              <a:defRPr b="1" sz="900"/>
            </a:lvl4pPr>
            <a:lvl5pPr lvl="4" algn="l">
              <a:lnSpc>
                <a:spcPct val="100000"/>
              </a:lnSpc>
              <a:spcBef>
                <a:spcPts val="0"/>
              </a:spcBef>
              <a:spcAft>
                <a:spcPts val="0"/>
              </a:spcAft>
              <a:buSzPts val="900"/>
              <a:buNone/>
              <a:defRPr b="1" sz="900"/>
            </a:lvl5pPr>
            <a:lvl6pPr lvl="5" algn="l">
              <a:lnSpc>
                <a:spcPct val="100000"/>
              </a:lnSpc>
              <a:spcBef>
                <a:spcPts val="0"/>
              </a:spcBef>
              <a:spcAft>
                <a:spcPts val="0"/>
              </a:spcAft>
              <a:buSzPts val="900"/>
              <a:buNone/>
              <a:defRPr b="1" sz="900"/>
            </a:lvl6pPr>
            <a:lvl7pPr lvl="6" algn="l">
              <a:lnSpc>
                <a:spcPct val="100000"/>
              </a:lnSpc>
              <a:spcBef>
                <a:spcPts val="0"/>
              </a:spcBef>
              <a:spcAft>
                <a:spcPts val="0"/>
              </a:spcAft>
              <a:buSzPts val="900"/>
              <a:buNone/>
              <a:defRPr b="1" sz="900"/>
            </a:lvl7pPr>
            <a:lvl8pPr lvl="7" algn="l">
              <a:lnSpc>
                <a:spcPct val="100000"/>
              </a:lnSpc>
              <a:spcBef>
                <a:spcPts val="0"/>
              </a:spcBef>
              <a:spcAft>
                <a:spcPts val="0"/>
              </a:spcAft>
              <a:buSzPts val="900"/>
              <a:buNone/>
              <a:defRPr b="1" sz="900"/>
            </a:lvl8pPr>
            <a:lvl9pPr lvl="8" algn="l">
              <a:lnSpc>
                <a:spcPct val="100000"/>
              </a:lnSpc>
              <a:spcBef>
                <a:spcPts val="0"/>
              </a:spcBef>
              <a:spcAft>
                <a:spcPts val="0"/>
              </a:spcAft>
              <a:buSzPts val="900"/>
              <a:buNone/>
              <a:defRPr b="1" sz="900"/>
            </a:lvl9pPr>
          </a:lstStyle>
          <a:p/>
        </p:txBody>
      </p:sp>
      <p:sp>
        <p:nvSpPr>
          <p:cNvPr id="506" name="Google Shape;506;g2d3c537dc00_0_481"/>
          <p:cNvSpPr txBox="1"/>
          <p:nvPr>
            <p:ph idx="15" type="ctrTitle"/>
          </p:nvPr>
        </p:nvSpPr>
        <p:spPr>
          <a:xfrm>
            <a:off x="5556375" y="2763275"/>
            <a:ext cx="1583100" cy="2739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100"/>
              <a:buNone/>
              <a:defRPr sz="1100">
                <a:solidFill>
                  <a:schemeClr val="accent2"/>
                </a:solidFill>
              </a:defRPr>
            </a:lvl1pPr>
            <a:lvl2pPr lvl="1" algn="l">
              <a:lnSpc>
                <a:spcPct val="100000"/>
              </a:lnSpc>
              <a:spcBef>
                <a:spcPts val="0"/>
              </a:spcBef>
              <a:spcAft>
                <a:spcPts val="0"/>
              </a:spcAft>
              <a:buSzPts val="1100"/>
              <a:buNone/>
              <a:defRPr b="1" sz="1100"/>
            </a:lvl2pPr>
            <a:lvl3pPr lvl="2" algn="l">
              <a:lnSpc>
                <a:spcPct val="100000"/>
              </a:lnSpc>
              <a:spcBef>
                <a:spcPts val="0"/>
              </a:spcBef>
              <a:spcAft>
                <a:spcPts val="0"/>
              </a:spcAft>
              <a:buSzPts val="1100"/>
              <a:buNone/>
              <a:defRPr b="1" sz="1100"/>
            </a:lvl3pPr>
            <a:lvl4pPr lvl="3" algn="l">
              <a:lnSpc>
                <a:spcPct val="100000"/>
              </a:lnSpc>
              <a:spcBef>
                <a:spcPts val="0"/>
              </a:spcBef>
              <a:spcAft>
                <a:spcPts val="0"/>
              </a:spcAft>
              <a:buSzPts val="1100"/>
              <a:buNone/>
              <a:defRPr b="1" sz="1100"/>
            </a:lvl4pPr>
            <a:lvl5pPr lvl="4" algn="l">
              <a:lnSpc>
                <a:spcPct val="100000"/>
              </a:lnSpc>
              <a:spcBef>
                <a:spcPts val="0"/>
              </a:spcBef>
              <a:spcAft>
                <a:spcPts val="0"/>
              </a:spcAft>
              <a:buSzPts val="1100"/>
              <a:buNone/>
              <a:defRPr b="1" sz="1100"/>
            </a:lvl5pPr>
            <a:lvl6pPr lvl="5" algn="l">
              <a:lnSpc>
                <a:spcPct val="100000"/>
              </a:lnSpc>
              <a:spcBef>
                <a:spcPts val="0"/>
              </a:spcBef>
              <a:spcAft>
                <a:spcPts val="0"/>
              </a:spcAft>
              <a:buSzPts val="1100"/>
              <a:buNone/>
              <a:defRPr b="1" sz="1100"/>
            </a:lvl6pPr>
            <a:lvl7pPr lvl="6" algn="l">
              <a:lnSpc>
                <a:spcPct val="100000"/>
              </a:lnSpc>
              <a:spcBef>
                <a:spcPts val="0"/>
              </a:spcBef>
              <a:spcAft>
                <a:spcPts val="0"/>
              </a:spcAft>
              <a:buSzPts val="1100"/>
              <a:buNone/>
              <a:defRPr b="1" sz="1100"/>
            </a:lvl7pPr>
            <a:lvl8pPr lvl="7" algn="l">
              <a:lnSpc>
                <a:spcPct val="100000"/>
              </a:lnSpc>
              <a:spcBef>
                <a:spcPts val="0"/>
              </a:spcBef>
              <a:spcAft>
                <a:spcPts val="0"/>
              </a:spcAft>
              <a:buSzPts val="1100"/>
              <a:buNone/>
              <a:defRPr b="1" sz="1100"/>
            </a:lvl8pPr>
            <a:lvl9pPr lvl="8" algn="l">
              <a:lnSpc>
                <a:spcPct val="100000"/>
              </a:lnSpc>
              <a:spcBef>
                <a:spcPts val="0"/>
              </a:spcBef>
              <a:spcAft>
                <a:spcPts val="0"/>
              </a:spcAft>
              <a:buSzPts val="1100"/>
              <a:buNone/>
              <a:defRPr b="1" sz="1100"/>
            </a:lvl9pPr>
          </a:lstStyle>
          <a:p/>
        </p:txBody>
      </p:sp>
      <p:sp>
        <p:nvSpPr>
          <p:cNvPr id="507" name="Google Shape;507;g2d3c537dc00_0_481"/>
          <p:cNvSpPr txBox="1"/>
          <p:nvPr>
            <p:ph idx="16" type="ctrTitle"/>
          </p:nvPr>
        </p:nvSpPr>
        <p:spPr>
          <a:xfrm>
            <a:off x="5556375" y="3037175"/>
            <a:ext cx="1583100" cy="1652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2"/>
              </a:buClr>
              <a:buSzPts val="900"/>
              <a:buFont typeface="Inter"/>
              <a:buNone/>
              <a:defRPr sz="900">
                <a:solidFill>
                  <a:schemeClr val="accent2"/>
                </a:solidFill>
                <a:latin typeface="Inter"/>
                <a:ea typeface="Inter"/>
                <a:cs typeface="Inter"/>
                <a:sym typeface="Inter"/>
              </a:defRPr>
            </a:lvl1pPr>
            <a:lvl2pPr lvl="1" algn="l">
              <a:lnSpc>
                <a:spcPct val="100000"/>
              </a:lnSpc>
              <a:spcBef>
                <a:spcPts val="0"/>
              </a:spcBef>
              <a:spcAft>
                <a:spcPts val="0"/>
              </a:spcAft>
              <a:buSzPts val="900"/>
              <a:buNone/>
              <a:defRPr b="1" sz="900"/>
            </a:lvl2pPr>
            <a:lvl3pPr lvl="2" algn="l">
              <a:lnSpc>
                <a:spcPct val="100000"/>
              </a:lnSpc>
              <a:spcBef>
                <a:spcPts val="0"/>
              </a:spcBef>
              <a:spcAft>
                <a:spcPts val="0"/>
              </a:spcAft>
              <a:buSzPts val="900"/>
              <a:buNone/>
              <a:defRPr b="1" sz="900"/>
            </a:lvl3pPr>
            <a:lvl4pPr lvl="3" algn="l">
              <a:lnSpc>
                <a:spcPct val="100000"/>
              </a:lnSpc>
              <a:spcBef>
                <a:spcPts val="0"/>
              </a:spcBef>
              <a:spcAft>
                <a:spcPts val="0"/>
              </a:spcAft>
              <a:buSzPts val="900"/>
              <a:buNone/>
              <a:defRPr b="1" sz="900"/>
            </a:lvl4pPr>
            <a:lvl5pPr lvl="4" algn="l">
              <a:lnSpc>
                <a:spcPct val="100000"/>
              </a:lnSpc>
              <a:spcBef>
                <a:spcPts val="0"/>
              </a:spcBef>
              <a:spcAft>
                <a:spcPts val="0"/>
              </a:spcAft>
              <a:buSzPts val="900"/>
              <a:buNone/>
              <a:defRPr b="1" sz="900"/>
            </a:lvl5pPr>
            <a:lvl6pPr lvl="5" algn="l">
              <a:lnSpc>
                <a:spcPct val="100000"/>
              </a:lnSpc>
              <a:spcBef>
                <a:spcPts val="0"/>
              </a:spcBef>
              <a:spcAft>
                <a:spcPts val="0"/>
              </a:spcAft>
              <a:buSzPts val="900"/>
              <a:buNone/>
              <a:defRPr b="1" sz="900"/>
            </a:lvl6pPr>
            <a:lvl7pPr lvl="6" algn="l">
              <a:lnSpc>
                <a:spcPct val="100000"/>
              </a:lnSpc>
              <a:spcBef>
                <a:spcPts val="0"/>
              </a:spcBef>
              <a:spcAft>
                <a:spcPts val="0"/>
              </a:spcAft>
              <a:buSzPts val="900"/>
              <a:buNone/>
              <a:defRPr b="1" sz="900"/>
            </a:lvl7pPr>
            <a:lvl8pPr lvl="7" algn="l">
              <a:lnSpc>
                <a:spcPct val="100000"/>
              </a:lnSpc>
              <a:spcBef>
                <a:spcPts val="0"/>
              </a:spcBef>
              <a:spcAft>
                <a:spcPts val="0"/>
              </a:spcAft>
              <a:buSzPts val="900"/>
              <a:buNone/>
              <a:defRPr b="1" sz="900"/>
            </a:lvl8pPr>
            <a:lvl9pPr lvl="8" algn="l">
              <a:lnSpc>
                <a:spcPct val="100000"/>
              </a:lnSpc>
              <a:spcBef>
                <a:spcPts val="0"/>
              </a:spcBef>
              <a:spcAft>
                <a:spcPts val="0"/>
              </a:spcAft>
              <a:buSzPts val="900"/>
              <a:buNone/>
              <a:defRPr b="1" sz="900"/>
            </a:lvl9pPr>
          </a:lstStyle>
          <a:p/>
        </p:txBody>
      </p:sp>
      <p:sp>
        <p:nvSpPr>
          <p:cNvPr id="508" name="Google Shape;508;g2d3c537dc00_0_481"/>
          <p:cNvSpPr txBox="1"/>
          <p:nvPr>
            <p:ph idx="17" type="ctrTitle"/>
          </p:nvPr>
        </p:nvSpPr>
        <p:spPr>
          <a:xfrm>
            <a:off x="7332350" y="2763275"/>
            <a:ext cx="1583100" cy="2739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100"/>
              <a:buNone/>
              <a:defRPr sz="1100">
                <a:solidFill>
                  <a:schemeClr val="accent2"/>
                </a:solidFill>
              </a:defRPr>
            </a:lvl1pPr>
            <a:lvl2pPr lvl="1" algn="l">
              <a:lnSpc>
                <a:spcPct val="100000"/>
              </a:lnSpc>
              <a:spcBef>
                <a:spcPts val="0"/>
              </a:spcBef>
              <a:spcAft>
                <a:spcPts val="0"/>
              </a:spcAft>
              <a:buSzPts val="1100"/>
              <a:buNone/>
              <a:defRPr b="1" sz="1100"/>
            </a:lvl2pPr>
            <a:lvl3pPr lvl="2" algn="l">
              <a:lnSpc>
                <a:spcPct val="100000"/>
              </a:lnSpc>
              <a:spcBef>
                <a:spcPts val="0"/>
              </a:spcBef>
              <a:spcAft>
                <a:spcPts val="0"/>
              </a:spcAft>
              <a:buSzPts val="1100"/>
              <a:buNone/>
              <a:defRPr b="1" sz="1100"/>
            </a:lvl3pPr>
            <a:lvl4pPr lvl="3" algn="l">
              <a:lnSpc>
                <a:spcPct val="100000"/>
              </a:lnSpc>
              <a:spcBef>
                <a:spcPts val="0"/>
              </a:spcBef>
              <a:spcAft>
                <a:spcPts val="0"/>
              </a:spcAft>
              <a:buSzPts val="1100"/>
              <a:buNone/>
              <a:defRPr b="1" sz="1100"/>
            </a:lvl4pPr>
            <a:lvl5pPr lvl="4" algn="l">
              <a:lnSpc>
                <a:spcPct val="100000"/>
              </a:lnSpc>
              <a:spcBef>
                <a:spcPts val="0"/>
              </a:spcBef>
              <a:spcAft>
                <a:spcPts val="0"/>
              </a:spcAft>
              <a:buSzPts val="1100"/>
              <a:buNone/>
              <a:defRPr b="1" sz="1100"/>
            </a:lvl5pPr>
            <a:lvl6pPr lvl="5" algn="l">
              <a:lnSpc>
                <a:spcPct val="100000"/>
              </a:lnSpc>
              <a:spcBef>
                <a:spcPts val="0"/>
              </a:spcBef>
              <a:spcAft>
                <a:spcPts val="0"/>
              </a:spcAft>
              <a:buSzPts val="1100"/>
              <a:buNone/>
              <a:defRPr b="1" sz="1100"/>
            </a:lvl6pPr>
            <a:lvl7pPr lvl="6" algn="l">
              <a:lnSpc>
                <a:spcPct val="100000"/>
              </a:lnSpc>
              <a:spcBef>
                <a:spcPts val="0"/>
              </a:spcBef>
              <a:spcAft>
                <a:spcPts val="0"/>
              </a:spcAft>
              <a:buSzPts val="1100"/>
              <a:buNone/>
              <a:defRPr b="1" sz="1100"/>
            </a:lvl7pPr>
            <a:lvl8pPr lvl="7" algn="l">
              <a:lnSpc>
                <a:spcPct val="100000"/>
              </a:lnSpc>
              <a:spcBef>
                <a:spcPts val="0"/>
              </a:spcBef>
              <a:spcAft>
                <a:spcPts val="0"/>
              </a:spcAft>
              <a:buSzPts val="1100"/>
              <a:buNone/>
              <a:defRPr b="1" sz="1100"/>
            </a:lvl8pPr>
            <a:lvl9pPr lvl="8" algn="l">
              <a:lnSpc>
                <a:spcPct val="100000"/>
              </a:lnSpc>
              <a:spcBef>
                <a:spcPts val="0"/>
              </a:spcBef>
              <a:spcAft>
                <a:spcPts val="0"/>
              </a:spcAft>
              <a:buSzPts val="1100"/>
              <a:buNone/>
              <a:defRPr b="1" sz="1100"/>
            </a:lvl9pPr>
          </a:lstStyle>
          <a:p/>
        </p:txBody>
      </p:sp>
      <p:sp>
        <p:nvSpPr>
          <p:cNvPr id="509" name="Google Shape;509;g2d3c537dc00_0_481"/>
          <p:cNvSpPr txBox="1"/>
          <p:nvPr>
            <p:ph idx="18" type="ctrTitle"/>
          </p:nvPr>
        </p:nvSpPr>
        <p:spPr>
          <a:xfrm>
            <a:off x="7332350" y="3037175"/>
            <a:ext cx="1583100" cy="1652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2"/>
              </a:buClr>
              <a:buSzPts val="900"/>
              <a:buFont typeface="Inter"/>
              <a:buNone/>
              <a:defRPr sz="900">
                <a:solidFill>
                  <a:schemeClr val="accent2"/>
                </a:solidFill>
                <a:latin typeface="Inter"/>
                <a:ea typeface="Inter"/>
                <a:cs typeface="Inter"/>
                <a:sym typeface="Inter"/>
              </a:defRPr>
            </a:lvl1pPr>
            <a:lvl2pPr lvl="1" algn="l">
              <a:lnSpc>
                <a:spcPct val="100000"/>
              </a:lnSpc>
              <a:spcBef>
                <a:spcPts val="0"/>
              </a:spcBef>
              <a:spcAft>
                <a:spcPts val="0"/>
              </a:spcAft>
              <a:buSzPts val="900"/>
              <a:buNone/>
              <a:defRPr b="1" sz="900"/>
            </a:lvl2pPr>
            <a:lvl3pPr lvl="2" algn="l">
              <a:lnSpc>
                <a:spcPct val="100000"/>
              </a:lnSpc>
              <a:spcBef>
                <a:spcPts val="0"/>
              </a:spcBef>
              <a:spcAft>
                <a:spcPts val="0"/>
              </a:spcAft>
              <a:buSzPts val="900"/>
              <a:buNone/>
              <a:defRPr b="1" sz="900"/>
            </a:lvl3pPr>
            <a:lvl4pPr lvl="3" algn="l">
              <a:lnSpc>
                <a:spcPct val="100000"/>
              </a:lnSpc>
              <a:spcBef>
                <a:spcPts val="0"/>
              </a:spcBef>
              <a:spcAft>
                <a:spcPts val="0"/>
              </a:spcAft>
              <a:buSzPts val="900"/>
              <a:buNone/>
              <a:defRPr b="1" sz="900"/>
            </a:lvl4pPr>
            <a:lvl5pPr lvl="4" algn="l">
              <a:lnSpc>
                <a:spcPct val="100000"/>
              </a:lnSpc>
              <a:spcBef>
                <a:spcPts val="0"/>
              </a:spcBef>
              <a:spcAft>
                <a:spcPts val="0"/>
              </a:spcAft>
              <a:buSzPts val="900"/>
              <a:buNone/>
              <a:defRPr b="1" sz="900"/>
            </a:lvl5pPr>
            <a:lvl6pPr lvl="5" algn="l">
              <a:lnSpc>
                <a:spcPct val="100000"/>
              </a:lnSpc>
              <a:spcBef>
                <a:spcPts val="0"/>
              </a:spcBef>
              <a:spcAft>
                <a:spcPts val="0"/>
              </a:spcAft>
              <a:buSzPts val="900"/>
              <a:buNone/>
              <a:defRPr b="1" sz="900"/>
            </a:lvl6pPr>
            <a:lvl7pPr lvl="6" algn="l">
              <a:lnSpc>
                <a:spcPct val="100000"/>
              </a:lnSpc>
              <a:spcBef>
                <a:spcPts val="0"/>
              </a:spcBef>
              <a:spcAft>
                <a:spcPts val="0"/>
              </a:spcAft>
              <a:buSzPts val="900"/>
              <a:buNone/>
              <a:defRPr b="1" sz="900"/>
            </a:lvl7pPr>
            <a:lvl8pPr lvl="7" algn="l">
              <a:lnSpc>
                <a:spcPct val="100000"/>
              </a:lnSpc>
              <a:spcBef>
                <a:spcPts val="0"/>
              </a:spcBef>
              <a:spcAft>
                <a:spcPts val="0"/>
              </a:spcAft>
              <a:buSzPts val="900"/>
              <a:buNone/>
              <a:defRPr b="1" sz="900"/>
            </a:lvl8pPr>
            <a:lvl9pPr lvl="8" algn="l">
              <a:lnSpc>
                <a:spcPct val="100000"/>
              </a:lnSpc>
              <a:spcBef>
                <a:spcPts val="0"/>
              </a:spcBef>
              <a:spcAft>
                <a:spcPts val="0"/>
              </a:spcAft>
              <a:buSzPts val="900"/>
              <a:buNone/>
              <a:defRPr b="1" sz="900"/>
            </a:lvl9pPr>
          </a:lstStyle>
          <a:p/>
        </p:txBody>
      </p:sp>
      <p:sp>
        <p:nvSpPr>
          <p:cNvPr id="510" name="Google Shape;510;g2d3c537dc00_0_481"/>
          <p:cNvSpPr txBox="1"/>
          <p:nvPr>
            <p:ph idx="19" type="ctrTitle"/>
          </p:nvPr>
        </p:nvSpPr>
        <p:spPr>
          <a:xfrm>
            <a:off x="228450" y="250450"/>
            <a:ext cx="8687100" cy="703800"/>
          </a:xfrm>
          <a:prstGeom prst="rect">
            <a:avLst/>
          </a:prstGeom>
          <a:noFill/>
          <a:ln>
            <a:noFill/>
          </a:ln>
        </p:spPr>
        <p:txBody>
          <a:bodyPr anchorCtr="0" anchor="ctr" bIns="0" lIns="0" spcFirstLastPara="1" rIns="0" wrap="square" tIns="0">
            <a:noAutofit/>
          </a:bodyPr>
          <a:lstStyle>
            <a:lvl1pPr lvl="0" algn="ctr">
              <a:lnSpc>
                <a:spcPct val="85000"/>
              </a:lnSpc>
              <a:spcBef>
                <a:spcPts val="0"/>
              </a:spcBef>
              <a:spcAft>
                <a:spcPts val="0"/>
              </a:spcAft>
              <a:buClr>
                <a:schemeClr val="accent2"/>
              </a:buClr>
              <a:buSzPts val="2500"/>
              <a:buFont typeface="Inter"/>
              <a:buNone/>
              <a:defRPr b="1" sz="2500">
                <a:solidFill>
                  <a:schemeClr val="accent2"/>
                </a:solidFill>
                <a:latin typeface="Inter"/>
                <a:ea typeface="Inter"/>
                <a:cs typeface="Inter"/>
                <a:sym typeface="Inter"/>
              </a:defRPr>
            </a:lvl1pPr>
            <a:lvl2pPr lvl="1" algn="ctr">
              <a:lnSpc>
                <a:spcPct val="100000"/>
              </a:lnSpc>
              <a:spcBef>
                <a:spcPts val="0"/>
              </a:spcBef>
              <a:spcAft>
                <a:spcPts val="0"/>
              </a:spcAft>
              <a:buSzPts val="3000"/>
              <a:buNone/>
              <a:defRPr b="1" sz="3000"/>
            </a:lvl2pPr>
            <a:lvl3pPr lvl="2" algn="ctr">
              <a:lnSpc>
                <a:spcPct val="100000"/>
              </a:lnSpc>
              <a:spcBef>
                <a:spcPts val="0"/>
              </a:spcBef>
              <a:spcAft>
                <a:spcPts val="0"/>
              </a:spcAft>
              <a:buSzPts val="3000"/>
              <a:buNone/>
              <a:defRPr b="1" sz="3000"/>
            </a:lvl3pPr>
            <a:lvl4pPr lvl="3" algn="ctr">
              <a:lnSpc>
                <a:spcPct val="100000"/>
              </a:lnSpc>
              <a:spcBef>
                <a:spcPts val="0"/>
              </a:spcBef>
              <a:spcAft>
                <a:spcPts val="0"/>
              </a:spcAft>
              <a:buSzPts val="3000"/>
              <a:buNone/>
              <a:defRPr b="1" sz="3000"/>
            </a:lvl4pPr>
            <a:lvl5pPr lvl="4" algn="ctr">
              <a:lnSpc>
                <a:spcPct val="100000"/>
              </a:lnSpc>
              <a:spcBef>
                <a:spcPts val="0"/>
              </a:spcBef>
              <a:spcAft>
                <a:spcPts val="0"/>
              </a:spcAft>
              <a:buSzPts val="3000"/>
              <a:buNone/>
              <a:defRPr b="1" sz="3000"/>
            </a:lvl5pPr>
            <a:lvl6pPr lvl="5" algn="ctr">
              <a:lnSpc>
                <a:spcPct val="100000"/>
              </a:lnSpc>
              <a:spcBef>
                <a:spcPts val="0"/>
              </a:spcBef>
              <a:spcAft>
                <a:spcPts val="0"/>
              </a:spcAft>
              <a:buSzPts val="3000"/>
              <a:buNone/>
              <a:defRPr b="1" sz="3000"/>
            </a:lvl6pPr>
            <a:lvl7pPr lvl="6" algn="ctr">
              <a:lnSpc>
                <a:spcPct val="100000"/>
              </a:lnSpc>
              <a:spcBef>
                <a:spcPts val="0"/>
              </a:spcBef>
              <a:spcAft>
                <a:spcPts val="0"/>
              </a:spcAft>
              <a:buSzPts val="3000"/>
              <a:buNone/>
              <a:defRPr b="1" sz="3000"/>
            </a:lvl7pPr>
            <a:lvl8pPr lvl="7" algn="ctr">
              <a:lnSpc>
                <a:spcPct val="100000"/>
              </a:lnSpc>
              <a:spcBef>
                <a:spcPts val="0"/>
              </a:spcBef>
              <a:spcAft>
                <a:spcPts val="0"/>
              </a:spcAft>
              <a:buSzPts val="3000"/>
              <a:buNone/>
              <a:defRPr b="1" sz="3000"/>
            </a:lvl8pPr>
            <a:lvl9pPr lvl="8" algn="ctr">
              <a:lnSpc>
                <a:spcPct val="100000"/>
              </a:lnSpc>
              <a:spcBef>
                <a:spcPts val="0"/>
              </a:spcBef>
              <a:spcAft>
                <a:spcPts val="0"/>
              </a:spcAft>
              <a:buSzPts val="3000"/>
              <a:buNone/>
              <a:defRPr b="1" sz="30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se Cases - Sales">
  <p:cSld name="CUSTOM_4_1_1_3_1_3">
    <p:bg>
      <p:bgPr>
        <a:solidFill>
          <a:schemeClr val="accent4"/>
        </a:solidFill>
      </p:bgPr>
    </p:bg>
    <p:spTree>
      <p:nvGrpSpPr>
        <p:cNvPr id="511" name="Shape 511"/>
        <p:cNvGrpSpPr/>
        <p:nvPr/>
      </p:nvGrpSpPr>
      <p:grpSpPr>
        <a:xfrm>
          <a:off x="0" y="0"/>
          <a:ext cx="0" cy="0"/>
          <a:chOff x="0" y="0"/>
          <a:chExt cx="0" cy="0"/>
        </a:xfrm>
      </p:grpSpPr>
      <p:sp>
        <p:nvSpPr>
          <p:cNvPr id="512" name="Google Shape;512;g2d3c537dc00_0_498"/>
          <p:cNvSpPr txBox="1"/>
          <p:nvPr>
            <p:ph type="ctrTitle"/>
          </p:nvPr>
        </p:nvSpPr>
        <p:spPr>
          <a:xfrm>
            <a:off x="228600" y="228600"/>
            <a:ext cx="8686800" cy="3084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3100"/>
              <a:buFont typeface="Inter"/>
              <a:buNone/>
              <a:defRPr b="1" sz="31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513" name="Google Shape;513;g2d3c537dc00_0_498"/>
          <p:cNvSpPr txBox="1"/>
          <p:nvPr>
            <p:ph idx="2" type="ctrTitle"/>
          </p:nvPr>
        </p:nvSpPr>
        <p:spPr>
          <a:xfrm>
            <a:off x="228600" y="700450"/>
            <a:ext cx="8686800" cy="3543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300"/>
              <a:buNone/>
              <a:defRPr sz="1300">
                <a:solidFill>
                  <a:schemeClr val="accent2"/>
                </a:solidFill>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514" name="Google Shape;514;g2d3c537dc00_0_498"/>
          <p:cNvSpPr/>
          <p:nvPr/>
        </p:nvSpPr>
        <p:spPr>
          <a:xfrm>
            <a:off x="228675" y="1648499"/>
            <a:ext cx="2047500" cy="28248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g2d3c537dc00_0_498"/>
          <p:cNvSpPr txBox="1"/>
          <p:nvPr>
            <p:ph idx="3" type="ctrTitle"/>
          </p:nvPr>
        </p:nvSpPr>
        <p:spPr>
          <a:xfrm>
            <a:off x="801000" y="1776250"/>
            <a:ext cx="1369800" cy="354300"/>
          </a:xfrm>
          <a:prstGeom prst="rect">
            <a:avLst/>
          </a:prstGeom>
          <a:noFill/>
          <a:ln>
            <a:noFill/>
          </a:ln>
        </p:spPr>
        <p:txBody>
          <a:bodyPr anchorCtr="0" anchor="ctr" bIns="0" lIns="0" spcFirstLastPara="1" rIns="0" wrap="square" tIns="0">
            <a:noAutofit/>
          </a:bodyPr>
          <a:lstStyle>
            <a:lvl1pPr lvl="0" algn="l">
              <a:lnSpc>
                <a:spcPct val="85000"/>
              </a:lnSpc>
              <a:spcBef>
                <a:spcPts val="0"/>
              </a:spcBef>
              <a:spcAft>
                <a:spcPts val="0"/>
              </a:spcAft>
              <a:buClr>
                <a:schemeClr val="accent2"/>
              </a:buClr>
              <a:buSzPts val="1300"/>
              <a:buFont typeface="Inter"/>
              <a:buNone/>
              <a:defRPr b="1" sz="1300">
                <a:solidFill>
                  <a:schemeClr val="accent2"/>
                </a:solidFill>
                <a:latin typeface="Inter"/>
                <a:ea typeface="Inter"/>
                <a:cs typeface="Inter"/>
                <a:sym typeface="Inter"/>
              </a:defRPr>
            </a:lvl1pPr>
            <a:lvl2pPr lvl="1" algn="l">
              <a:lnSpc>
                <a:spcPct val="100000"/>
              </a:lnSpc>
              <a:spcBef>
                <a:spcPts val="0"/>
              </a:spcBef>
              <a:spcAft>
                <a:spcPts val="0"/>
              </a:spcAft>
              <a:buSzPts val="1300"/>
              <a:buNone/>
              <a:defRPr b="1" sz="1300"/>
            </a:lvl2pPr>
            <a:lvl3pPr lvl="2" algn="l">
              <a:lnSpc>
                <a:spcPct val="100000"/>
              </a:lnSpc>
              <a:spcBef>
                <a:spcPts val="0"/>
              </a:spcBef>
              <a:spcAft>
                <a:spcPts val="0"/>
              </a:spcAft>
              <a:buSzPts val="1300"/>
              <a:buNone/>
              <a:defRPr b="1" sz="1300"/>
            </a:lvl3pPr>
            <a:lvl4pPr lvl="3" algn="l">
              <a:lnSpc>
                <a:spcPct val="100000"/>
              </a:lnSpc>
              <a:spcBef>
                <a:spcPts val="0"/>
              </a:spcBef>
              <a:spcAft>
                <a:spcPts val="0"/>
              </a:spcAft>
              <a:buSzPts val="1300"/>
              <a:buNone/>
              <a:defRPr b="1" sz="1300"/>
            </a:lvl4pPr>
            <a:lvl5pPr lvl="4" algn="l">
              <a:lnSpc>
                <a:spcPct val="100000"/>
              </a:lnSpc>
              <a:spcBef>
                <a:spcPts val="0"/>
              </a:spcBef>
              <a:spcAft>
                <a:spcPts val="0"/>
              </a:spcAft>
              <a:buSzPts val="1300"/>
              <a:buNone/>
              <a:defRPr b="1" sz="1300"/>
            </a:lvl5pPr>
            <a:lvl6pPr lvl="5" algn="l">
              <a:lnSpc>
                <a:spcPct val="100000"/>
              </a:lnSpc>
              <a:spcBef>
                <a:spcPts val="0"/>
              </a:spcBef>
              <a:spcAft>
                <a:spcPts val="0"/>
              </a:spcAft>
              <a:buSzPts val="1300"/>
              <a:buNone/>
              <a:defRPr b="1" sz="1300"/>
            </a:lvl6pPr>
            <a:lvl7pPr lvl="6" algn="l">
              <a:lnSpc>
                <a:spcPct val="100000"/>
              </a:lnSpc>
              <a:spcBef>
                <a:spcPts val="0"/>
              </a:spcBef>
              <a:spcAft>
                <a:spcPts val="0"/>
              </a:spcAft>
              <a:buSzPts val="1300"/>
              <a:buNone/>
              <a:defRPr b="1" sz="1300"/>
            </a:lvl7pPr>
            <a:lvl8pPr lvl="7" algn="l">
              <a:lnSpc>
                <a:spcPct val="100000"/>
              </a:lnSpc>
              <a:spcBef>
                <a:spcPts val="0"/>
              </a:spcBef>
              <a:spcAft>
                <a:spcPts val="0"/>
              </a:spcAft>
              <a:buSzPts val="1300"/>
              <a:buNone/>
              <a:defRPr b="1" sz="1300"/>
            </a:lvl8pPr>
            <a:lvl9pPr lvl="8" algn="l">
              <a:lnSpc>
                <a:spcPct val="100000"/>
              </a:lnSpc>
              <a:spcBef>
                <a:spcPts val="0"/>
              </a:spcBef>
              <a:spcAft>
                <a:spcPts val="0"/>
              </a:spcAft>
              <a:buSzPts val="1300"/>
              <a:buNone/>
              <a:defRPr b="1" sz="1300"/>
            </a:lvl9pPr>
          </a:lstStyle>
          <a:p/>
        </p:txBody>
      </p:sp>
      <p:sp>
        <p:nvSpPr>
          <p:cNvPr id="516" name="Google Shape;516;g2d3c537dc00_0_498"/>
          <p:cNvSpPr txBox="1"/>
          <p:nvPr>
            <p:ph idx="4" type="ctrTitle"/>
          </p:nvPr>
        </p:nvSpPr>
        <p:spPr>
          <a:xfrm>
            <a:off x="390625" y="2852050"/>
            <a:ext cx="1780200" cy="15021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1300"/>
              <a:buFont typeface="Inter"/>
              <a:buNone/>
              <a:defRPr sz="1300">
                <a:latin typeface="Inter"/>
                <a:ea typeface="Inter"/>
                <a:cs typeface="Inter"/>
                <a:sym typeface="Inter"/>
              </a:defRPr>
            </a:lvl2pPr>
            <a:lvl3pPr lvl="2" algn="l">
              <a:lnSpc>
                <a:spcPct val="100000"/>
              </a:lnSpc>
              <a:spcBef>
                <a:spcPts val="0"/>
              </a:spcBef>
              <a:spcAft>
                <a:spcPts val="0"/>
              </a:spcAft>
              <a:buSzPts val="1300"/>
              <a:buFont typeface="Inter"/>
              <a:buNone/>
              <a:defRPr sz="1300">
                <a:latin typeface="Inter"/>
                <a:ea typeface="Inter"/>
                <a:cs typeface="Inter"/>
                <a:sym typeface="Inter"/>
              </a:defRPr>
            </a:lvl3pPr>
            <a:lvl4pPr lvl="3" algn="l">
              <a:lnSpc>
                <a:spcPct val="100000"/>
              </a:lnSpc>
              <a:spcBef>
                <a:spcPts val="0"/>
              </a:spcBef>
              <a:spcAft>
                <a:spcPts val="0"/>
              </a:spcAft>
              <a:buSzPts val="1300"/>
              <a:buFont typeface="Inter"/>
              <a:buNone/>
              <a:defRPr sz="1300">
                <a:latin typeface="Inter"/>
                <a:ea typeface="Inter"/>
                <a:cs typeface="Inter"/>
                <a:sym typeface="Inter"/>
              </a:defRPr>
            </a:lvl4pPr>
            <a:lvl5pPr lvl="4" algn="l">
              <a:lnSpc>
                <a:spcPct val="100000"/>
              </a:lnSpc>
              <a:spcBef>
                <a:spcPts val="0"/>
              </a:spcBef>
              <a:spcAft>
                <a:spcPts val="0"/>
              </a:spcAft>
              <a:buSzPts val="1300"/>
              <a:buFont typeface="Inter"/>
              <a:buNone/>
              <a:defRPr sz="1300">
                <a:latin typeface="Inter"/>
                <a:ea typeface="Inter"/>
                <a:cs typeface="Inter"/>
                <a:sym typeface="Inter"/>
              </a:defRPr>
            </a:lvl5pPr>
            <a:lvl6pPr lvl="5" algn="l">
              <a:lnSpc>
                <a:spcPct val="100000"/>
              </a:lnSpc>
              <a:spcBef>
                <a:spcPts val="0"/>
              </a:spcBef>
              <a:spcAft>
                <a:spcPts val="0"/>
              </a:spcAft>
              <a:buSzPts val="1300"/>
              <a:buFont typeface="Inter"/>
              <a:buNone/>
              <a:defRPr sz="1300">
                <a:latin typeface="Inter"/>
                <a:ea typeface="Inter"/>
                <a:cs typeface="Inter"/>
                <a:sym typeface="Inter"/>
              </a:defRPr>
            </a:lvl6pPr>
            <a:lvl7pPr lvl="6" algn="l">
              <a:lnSpc>
                <a:spcPct val="100000"/>
              </a:lnSpc>
              <a:spcBef>
                <a:spcPts val="0"/>
              </a:spcBef>
              <a:spcAft>
                <a:spcPts val="0"/>
              </a:spcAft>
              <a:buSzPts val="1300"/>
              <a:buFont typeface="Inter"/>
              <a:buNone/>
              <a:defRPr sz="1300">
                <a:latin typeface="Inter"/>
                <a:ea typeface="Inter"/>
                <a:cs typeface="Inter"/>
                <a:sym typeface="Inter"/>
              </a:defRPr>
            </a:lvl7pPr>
            <a:lvl8pPr lvl="7" algn="l">
              <a:lnSpc>
                <a:spcPct val="100000"/>
              </a:lnSpc>
              <a:spcBef>
                <a:spcPts val="0"/>
              </a:spcBef>
              <a:spcAft>
                <a:spcPts val="0"/>
              </a:spcAft>
              <a:buSzPts val="1300"/>
              <a:buFont typeface="Inter"/>
              <a:buNone/>
              <a:defRPr sz="1300">
                <a:latin typeface="Inter"/>
                <a:ea typeface="Inter"/>
                <a:cs typeface="Inter"/>
                <a:sym typeface="Inter"/>
              </a:defRPr>
            </a:lvl8pPr>
            <a:lvl9pPr lvl="8" algn="l">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517" name="Google Shape;517;g2d3c537dc00_0_498"/>
          <p:cNvSpPr/>
          <p:nvPr/>
        </p:nvSpPr>
        <p:spPr>
          <a:xfrm>
            <a:off x="2441650" y="1648499"/>
            <a:ext cx="2047500" cy="28248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g2d3c537dc00_0_498"/>
          <p:cNvSpPr txBox="1"/>
          <p:nvPr>
            <p:ph idx="5" type="ctrTitle"/>
          </p:nvPr>
        </p:nvSpPr>
        <p:spPr>
          <a:xfrm>
            <a:off x="3013975" y="1776250"/>
            <a:ext cx="1369800" cy="354300"/>
          </a:xfrm>
          <a:prstGeom prst="rect">
            <a:avLst/>
          </a:prstGeom>
          <a:noFill/>
          <a:ln>
            <a:noFill/>
          </a:ln>
        </p:spPr>
        <p:txBody>
          <a:bodyPr anchorCtr="0" anchor="ctr" bIns="0" lIns="0" spcFirstLastPara="1" rIns="0" wrap="square" tIns="0">
            <a:noAutofit/>
          </a:bodyPr>
          <a:lstStyle>
            <a:lvl1pPr lvl="0" algn="l">
              <a:lnSpc>
                <a:spcPct val="85000"/>
              </a:lnSpc>
              <a:spcBef>
                <a:spcPts val="0"/>
              </a:spcBef>
              <a:spcAft>
                <a:spcPts val="0"/>
              </a:spcAft>
              <a:buClr>
                <a:schemeClr val="accent2"/>
              </a:buClr>
              <a:buSzPts val="1300"/>
              <a:buFont typeface="Inter"/>
              <a:buNone/>
              <a:defRPr b="1" sz="1300">
                <a:solidFill>
                  <a:schemeClr val="accent2"/>
                </a:solidFill>
                <a:latin typeface="Inter"/>
                <a:ea typeface="Inter"/>
                <a:cs typeface="Inter"/>
                <a:sym typeface="Inter"/>
              </a:defRPr>
            </a:lvl1pPr>
            <a:lvl2pPr lvl="1" algn="l">
              <a:lnSpc>
                <a:spcPct val="100000"/>
              </a:lnSpc>
              <a:spcBef>
                <a:spcPts val="0"/>
              </a:spcBef>
              <a:spcAft>
                <a:spcPts val="0"/>
              </a:spcAft>
              <a:buSzPts val="1300"/>
              <a:buNone/>
              <a:defRPr b="1" sz="1300"/>
            </a:lvl2pPr>
            <a:lvl3pPr lvl="2" algn="l">
              <a:lnSpc>
                <a:spcPct val="100000"/>
              </a:lnSpc>
              <a:spcBef>
                <a:spcPts val="0"/>
              </a:spcBef>
              <a:spcAft>
                <a:spcPts val="0"/>
              </a:spcAft>
              <a:buSzPts val="1300"/>
              <a:buNone/>
              <a:defRPr b="1" sz="1300"/>
            </a:lvl3pPr>
            <a:lvl4pPr lvl="3" algn="l">
              <a:lnSpc>
                <a:spcPct val="100000"/>
              </a:lnSpc>
              <a:spcBef>
                <a:spcPts val="0"/>
              </a:spcBef>
              <a:spcAft>
                <a:spcPts val="0"/>
              </a:spcAft>
              <a:buSzPts val="1300"/>
              <a:buNone/>
              <a:defRPr b="1" sz="1300"/>
            </a:lvl4pPr>
            <a:lvl5pPr lvl="4" algn="l">
              <a:lnSpc>
                <a:spcPct val="100000"/>
              </a:lnSpc>
              <a:spcBef>
                <a:spcPts val="0"/>
              </a:spcBef>
              <a:spcAft>
                <a:spcPts val="0"/>
              </a:spcAft>
              <a:buSzPts val="1300"/>
              <a:buNone/>
              <a:defRPr b="1" sz="1300"/>
            </a:lvl5pPr>
            <a:lvl6pPr lvl="5" algn="l">
              <a:lnSpc>
                <a:spcPct val="100000"/>
              </a:lnSpc>
              <a:spcBef>
                <a:spcPts val="0"/>
              </a:spcBef>
              <a:spcAft>
                <a:spcPts val="0"/>
              </a:spcAft>
              <a:buSzPts val="1300"/>
              <a:buNone/>
              <a:defRPr b="1" sz="1300"/>
            </a:lvl6pPr>
            <a:lvl7pPr lvl="6" algn="l">
              <a:lnSpc>
                <a:spcPct val="100000"/>
              </a:lnSpc>
              <a:spcBef>
                <a:spcPts val="0"/>
              </a:spcBef>
              <a:spcAft>
                <a:spcPts val="0"/>
              </a:spcAft>
              <a:buSzPts val="1300"/>
              <a:buNone/>
              <a:defRPr b="1" sz="1300"/>
            </a:lvl7pPr>
            <a:lvl8pPr lvl="7" algn="l">
              <a:lnSpc>
                <a:spcPct val="100000"/>
              </a:lnSpc>
              <a:spcBef>
                <a:spcPts val="0"/>
              </a:spcBef>
              <a:spcAft>
                <a:spcPts val="0"/>
              </a:spcAft>
              <a:buSzPts val="1300"/>
              <a:buNone/>
              <a:defRPr b="1" sz="1300"/>
            </a:lvl8pPr>
            <a:lvl9pPr lvl="8" algn="l">
              <a:lnSpc>
                <a:spcPct val="100000"/>
              </a:lnSpc>
              <a:spcBef>
                <a:spcPts val="0"/>
              </a:spcBef>
              <a:spcAft>
                <a:spcPts val="0"/>
              </a:spcAft>
              <a:buSzPts val="1300"/>
              <a:buNone/>
              <a:defRPr b="1" sz="1300"/>
            </a:lvl9pPr>
          </a:lstStyle>
          <a:p/>
        </p:txBody>
      </p:sp>
      <p:sp>
        <p:nvSpPr>
          <p:cNvPr id="519" name="Google Shape;519;g2d3c537dc00_0_498"/>
          <p:cNvSpPr txBox="1"/>
          <p:nvPr>
            <p:ph idx="6" type="ctrTitle"/>
          </p:nvPr>
        </p:nvSpPr>
        <p:spPr>
          <a:xfrm>
            <a:off x="2603600" y="2852050"/>
            <a:ext cx="1780200" cy="15021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1300"/>
              <a:buFont typeface="Inter"/>
              <a:buNone/>
              <a:defRPr sz="1300">
                <a:latin typeface="Inter"/>
                <a:ea typeface="Inter"/>
                <a:cs typeface="Inter"/>
                <a:sym typeface="Inter"/>
              </a:defRPr>
            </a:lvl2pPr>
            <a:lvl3pPr lvl="2" algn="l">
              <a:lnSpc>
                <a:spcPct val="100000"/>
              </a:lnSpc>
              <a:spcBef>
                <a:spcPts val="0"/>
              </a:spcBef>
              <a:spcAft>
                <a:spcPts val="0"/>
              </a:spcAft>
              <a:buSzPts val="1300"/>
              <a:buFont typeface="Inter"/>
              <a:buNone/>
              <a:defRPr sz="1300">
                <a:latin typeface="Inter"/>
                <a:ea typeface="Inter"/>
                <a:cs typeface="Inter"/>
                <a:sym typeface="Inter"/>
              </a:defRPr>
            </a:lvl3pPr>
            <a:lvl4pPr lvl="3" algn="l">
              <a:lnSpc>
                <a:spcPct val="100000"/>
              </a:lnSpc>
              <a:spcBef>
                <a:spcPts val="0"/>
              </a:spcBef>
              <a:spcAft>
                <a:spcPts val="0"/>
              </a:spcAft>
              <a:buSzPts val="1300"/>
              <a:buFont typeface="Inter"/>
              <a:buNone/>
              <a:defRPr sz="1300">
                <a:latin typeface="Inter"/>
                <a:ea typeface="Inter"/>
                <a:cs typeface="Inter"/>
                <a:sym typeface="Inter"/>
              </a:defRPr>
            </a:lvl4pPr>
            <a:lvl5pPr lvl="4" algn="l">
              <a:lnSpc>
                <a:spcPct val="100000"/>
              </a:lnSpc>
              <a:spcBef>
                <a:spcPts val="0"/>
              </a:spcBef>
              <a:spcAft>
                <a:spcPts val="0"/>
              </a:spcAft>
              <a:buSzPts val="1300"/>
              <a:buFont typeface="Inter"/>
              <a:buNone/>
              <a:defRPr sz="1300">
                <a:latin typeface="Inter"/>
                <a:ea typeface="Inter"/>
                <a:cs typeface="Inter"/>
                <a:sym typeface="Inter"/>
              </a:defRPr>
            </a:lvl5pPr>
            <a:lvl6pPr lvl="5" algn="l">
              <a:lnSpc>
                <a:spcPct val="100000"/>
              </a:lnSpc>
              <a:spcBef>
                <a:spcPts val="0"/>
              </a:spcBef>
              <a:spcAft>
                <a:spcPts val="0"/>
              </a:spcAft>
              <a:buSzPts val="1300"/>
              <a:buFont typeface="Inter"/>
              <a:buNone/>
              <a:defRPr sz="1300">
                <a:latin typeface="Inter"/>
                <a:ea typeface="Inter"/>
                <a:cs typeface="Inter"/>
                <a:sym typeface="Inter"/>
              </a:defRPr>
            </a:lvl6pPr>
            <a:lvl7pPr lvl="6" algn="l">
              <a:lnSpc>
                <a:spcPct val="100000"/>
              </a:lnSpc>
              <a:spcBef>
                <a:spcPts val="0"/>
              </a:spcBef>
              <a:spcAft>
                <a:spcPts val="0"/>
              </a:spcAft>
              <a:buSzPts val="1300"/>
              <a:buFont typeface="Inter"/>
              <a:buNone/>
              <a:defRPr sz="1300">
                <a:latin typeface="Inter"/>
                <a:ea typeface="Inter"/>
                <a:cs typeface="Inter"/>
                <a:sym typeface="Inter"/>
              </a:defRPr>
            </a:lvl7pPr>
            <a:lvl8pPr lvl="7" algn="l">
              <a:lnSpc>
                <a:spcPct val="100000"/>
              </a:lnSpc>
              <a:spcBef>
                <a:spcPts val="0"/>
              </a:spcBef>
              <a:spcAft>
                <a:spcPts val="0"/>
              </a:spcAft>
              <a:buSzPts val="1300"/>
              <a:buFont typeface="Inter"/>
              <a:buNone/>
              <a:defRPr sz="1300">
                <a:latin typeface="Inter"/>
                <a:ea typeface="Inter"/>
                <a:cs typeface="Inter"/>
                <a:sym typeface="Inter"/>
              </a:defRPr>
            </a:lvl8pPr>
            <a:lvl9pPr lvl="8" algn="l">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520" name="Google Shape;520;g2d3c537dc00_0_498"/>
          <p:cNvSpPr/>
          <p:nvPr/>
        </p:nvSpPr>
        <p:spPr>
          <a:xfrm>
            <a:off x="4654625" y="1648499"/>
            <a:ext cx="2047500" cy="28248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g2d3c537dc00_0_498"/>
          <p:cNvSpPr txBox="1"/>
          <p:nvPr>
            <p:ph idx="7" type="ctrTitle"/>
          </p:nvPr>
        </p:nvSpPr>
        <p:spPr>
          <a:xfrm>
            <a:off x="5226950" y="1776250"/>
            <a:ext cx="1369800" cy="354300"/>
          </a:xfrm>
          <a:prstGeom prst="rect">
            <a:avLst/>
          </a:prstGeom>
          <a:noFill/>
          <a:ln>
            <a:noFill/>
          </a:ln>
        </p:spPr>
        <p:txBody>
          <a:bodyPr anchorCtr="0" anchor="ctr" bIns="0" lIns="0" spcFirstLastPara="1" rIns="0" wrap="square" tIns="0">
            <a:noAutofit/>
          </a:bodyPr>
          <a:lstStyle>
            <a:lvl1pPr lvl="0" algn="l">
              <a:lnSpc>
                <a:spcPct val="85000"/>
              </a:lnSpc>
              <a:spcBef>
                <a:spcPts val="0"/>
              </a:spcBef>
              <a:spcAft>
                <a:spcPts val="0"/>
              </a:spcAft>
              <a:buClr>
                <a:schemeClr val="accent2"/>
              </a:buClr>
              <a:buSzPts val="1300"/>
              <a:buFont typeface="Inter"/>
              <a:buNone/>
              <a:defRPr b="1" sz="1300">
                <a:solidFill>
                  <a:schemeClr val="accent2"/>
                </a:solidFill>
                <a:latin typeface="Inter"/>
                <a:ea typeface="Inter"/>
                <a:cs typeface="Inter"/>
                <a:sym typeface="Inter"/>
              </a:defRPr>
            </a:lvl1pPr>
            <a:lvl2pPr lvl="1" algn="l">
              <a:lnSpc>
                <a:spcPct val="100000"/>
              </a:lnSpc>
              <a:spcBef>
                <a:spcPts val="0"/>
              </a:spcBef>
              <a:spcAft>
                <a:spcPts val="0"/>
              </a:spcAft>
              <a:buSzPts val="1300"/>
              <a:buNone/>
              <a:defRPr b="1" sz="1300"/>
            </a:lvl2pPr>
            <a:lvl3pPr lvl="2" algn="l">
              <a:lnSpc>
                <a:spcPct val="100000"/>
              </a:lnSpc>
              <a:spcBef>
                <a:spcPts val="0"/>
              </a:spcBef>
              <a:spcAft>
                <a:spcPts val="0"/>
              </a:spcAft>
              <a:buSzPts val="1300"/>
              <a:buNone/>
              <a:defRPr b="1" sz="1300"/>
            </a:lvl3pPr>
            <a:lvl4pPr lvl="3" algn="l">
              <a:lnSpc>
                <a:spcPct val="100000"/>
              </a:lnSpc>
              <a:spcBef>
                <a:spcPts val="0"/>
              </a:spcBef>
              <a:spcAft>
                <a:spcPts val="0"/>
              </a:spcAft>
              <a:buSzPts val="1300"/>
              <a:buNone/>
              <a:defRPr b="1" sz="1300"/>
            </a:lvl4pPr>
            <a:lvl5pPr lvl="4" algn="l">
              <a:lnSpc>
                <a:spcPct val="100000"/>
              </a:lnSpc>
              <a:spcBef>
                <a:spcPts val="0"/>
              </a:spcBef>
              <a:spcAft>
                <a:spcPts val="0"/>
              </a:spcAft>
              <a:buSzPts val="1300"/>
              <a:buNone/>
              <a:defRPr b="1" sz="1300"/>
            </a:lvl5pPr>
            <a:lvl6pPr lvl="5" algn="l">
              <a:lnSpc>
                <a:spcPct val="100000"/>
              </a:lnSpc>
              <a:spcBef>
                <a:spcPts val="0"/>
              </a:spcBef>
              <a:spcAft>
                <a:spcPts val="0"/>
              </a:spcAft>
              <a:buSzPts val="1300"/>
              <a:buNone/>
              <a:defRPr b="1" sz="1300"/>
            </a:lvl6pPr>
            <a:lvl7pPr lvl="6" algn="l">
              <a:lnSpc>
                <a:spcPct val="100000"/>
              </a:lnSpc>
              <a:spcBef>
                <a:spcPts val="0"/>
              </a:spcBef>
              <a:spcAft>
                <a:spcPts val="0"/>
              </a:spcAft>
              <a:buSzPts val="1300"/>
              <a:buNone/>
              <a:defRPr b="1" sz="1300"/>
            </a:lvl7pPr>
            <a:lvl8pPr lvl="7" algn="l">
              <a:lnSpc>
                <a:spcPct val="100000"/>
              </a:lnSpc>
              <a:spcBef>
                <a:spcPts val="0"/>
              </a:spcBef>
              <a:spcAft>
                <a:spcPts val="0"/>
              </a:spcAft>
              <a:buSzPts val="1300"/>
              <a:buNone/>
              <a:defRPr b="1" sz="1300"/>
            </a:lvl8pPr>
            <a:lvl9pPr lvl="8" algn="l">
              <a:lnSpc>
                <a:spcPct val="100000"/>
              </a:lnSpc>
              <a:spcBef>
                <a:spcPts val="0"/>
              </a:spcBef>
              <a:spcAft>
                <a:spcPts val="0"/>
              </a:spcAft>
              <a:buSzPts val="1300"/>
              <a:buNone/>
              <a:defRPr b="1" sz="1300"/>
            </a:lvl9pPr>
          </a:lstStyle>
          <a:p/>
        </p:txBody>
      </p:sp>
      <p:sp>
        <p:nvSpPr>
          <p:cNvPr id="522" name="Google Shape;522;g2d3c537dc00_0_498"/>
          <p:cNvSpPr txBox="1"/>
          <p:nvPr>
            <p:ph idx="8" type="ctrTitle"/>
          </p:nvPr>
        </p:nvSpPr>
        <p:spPr>
          <a:xfrm>
            <a:off x="4816575" y="2852050"/>
            <a:ext cx="1780200" cy="15021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1300"/>
              <a:buFont typeface="Inter"/>
              <a:buNone/>
              <a:defRPr sz="1300">
                <a:latin typeface="Inter"/>
                <a:ea typeface="Inter"/>
                <a:cs typeface="Inter"/>
                <a:sym typeface="Inter"/>
              </a:defRPr>
            </a:lvl2pPr>
            <a:lvl3pPr lvl="2" algn="l">
              <a:lnSpc>
                <a:spcPct val="100000"/>
              </a:lnSpc>
              <a:spcBef>
                <a:spcPts val="0"/>
              </a:spcBef>
              <a:spcAft>
                <a:spcPts val="0"/>
              </a:spcAft>
              <a:buSzPts val="1300"/>
              <a:buFont typeface="Inter"/>
              <a:buNone/>
              <a:defRPr sz="1300">
                <a:latin typeface="Inter"/>
                <a:ea typeface="Inter"/>
                <a:cs typeface="Inter"/>
                <a:sym typeface="Inter"/>
              </a:defRPr>
            </a:lvl3pPr>
            <a:lvl4pPr lvl="3" algn="l">
              <a:lnSpc>
                <a:spcPct val="100000"/>
              </a:lnSpc>
              <a:spcBef>
                <a:spcPts val="0"/>
              </a:spcBef>
              <a:spcAft>
                <a:spcPts val="0"/>
              </a:spcAft>
              <a:buSzPts val="1300"/>
              <a:buFont typeface="Inter"/>
              <a:buNone/>
              <a:defRPr sz="1300">
                <a:latin typeface="Inter"/>
                <a:ea typeface="Inter"/>
                <a:cs typeface="Inter"/>
                <a:sym typeface="Inter"/>
              </a:defRPr>
            </a:lvl4pPr>
            <a:lvl5pPr lvl="4" algn="l">
              <a:lnSpc>
                <a:spcPct val="100000"/>
              </a:lnSpc>
              <a:spcBef>
                <a:spcPts val="0"/>
              </a:spcBef>
              <a:spcAft>
                <a:spcPts val="0"/>
              </a:spcAft>
              <a:buSzPts val="1300"/>
              <a:buFont typeface="Inter"/>
              <a:buNone/>
              <a:defRPr sz="1300">
                <a:latin typeface="Inter"/>
                <a:ea typeface="Inter"/>
                <a:cs typeface="Inter"/>
                <a:sym typeface="Inter"/>
              </a:defRPr>
            </a:lvl5pPr>
            <a:lvl6pPr lvl="5" algn="l">
              <a:lnSpc>
                <a:spcPct val="100000"/>
              </a:lnSpc>
              <a:spcBef>
                <a:spcPts val="0"/>
              </a:spcBef>
              <a:spcAft>
                <a:spcPts val="0"/>
              </a:spcAft>
              <a:buSzPts val="1300"/>
              <a:buFont typeface="Inter"/>
              <a:buNone/>
              <a:defRPr sz="1300">
                <a:latin typeface="Inter"/>
                <a:ea typeface="Inter"/>
                <a:cs typeface="Inter"/>
                <a:sym typeface="Inter"/>
              </a:defRPr>
            </a:lvl6pPr>
            <a:lvl7pPr lvl="6" algn="l">
              <a:lnSpc>
                <a:spcPct val="100000"/>
              </a:lnSpc>
              <a:spcBef>
                <a:spcPts val="0"/>
              </a:spcBef>
              <a:spcAft>
                <a:spcPts val="0"/>
              </a:spcAft>
              <a:buSzPts val="1300"/>
              <a:buFont typeface="Inter"/>
              <a:buNone/>
              <a:defRPr sz="1300">
                <a:latin typeface="Inter"/>
                <a:ea typeface="Inter"/>
                <a:cs typeface="Inter"/>
                <a:sym typeface="Inter"/>
              </a:defRPr>
            </a:lvl7pPr>
            <a:lvl8pPr lvl="7" algn="l">
              <a:lnSpc>
                <a:spcPct val="100000"/>
              </a:lnSpc>
              <a:spcBef>
                <a:spcPts val="0"/>
              </a:spcBef>
              <a:spcAft>
                <a:spcPts val="0"/>
              </a:spcAft>
              <a:buSzPts val="1300"/>
              <a:buFont typeface="Inter"/>
              <a:buNone/>
              <a:defRPr sz="1300">
                <a:latin typeface="Inter"/>
                <a:ea typeface="Inter"/>
                <a:cs typeface="Inter"/>
                <a:sym typeface="Inter"/>
              </a:defRPr>
            </a:lvl8pPr>
            <a:lvl9pPr lvl="8" algn="l">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523" name="Google Shape;523;g2d3c537dc00_0_498"/>
          <p:cNvSpPr/>
          <p:nvPr/>
        </p:nvSpPr>
        <p:spPr>
          <a:xfrm>
            <a:off x="6867600" y="1648499"/>
            <a:ext cx="2047500" cy="28248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g2d3c537dc00_0_498"/>
          <p:cNvSpPr txBox="1"/>
          <p:nvPr>
            <p:ph idx="9" type="ctrTitle"/>
          </p:nvPr>
        </p:nvSpPr>
        <p:spPr>
          <a:xfrm>
            <a:off x="7439925" y="1776250"/>
            <a:ext cx="1369800" cy="354300"/>
          </a:xfrm>
          <a:prstGeom prst="rect">
            <a:avLst/>
          </a:prstGeom>
          <a:noFill/>
          <a:ln>
            <a:noFill/>
          </a:ln>
        </p:spPr>
        <p:txBody>
          <a:bodyPr anchorCtr="0" anchor="ctr" bIns="0" lIns="0" spcFirstLastPara="1" rIns="0" wrap="square" tIns="0">
            <a:noAutofit/>
          </a:bodyPr>
          <a:lstStyle>
            <a:lvl1pPr lvl="0" algn="l">
              <a:lnSpc>
                <a:spcPct val="85000"/>
              </a:lnSpc>
              <a:spcBef>
                <a:spcPts val="0"/>
              </a:spcBef>
              <a:spcAft>
                <a:spcPts val="0"/>
              </a:spcAft>
              <a:buClr>
                <a:schemeClr val="accent2"/>
              </a:buClr>
              <a:buSzPts val="1300"/>
              <a:buFont typeface="Inter"/>
              <a:buNone/>
              <a:defRPr b="1" sz="1300">
                <a:solidFill>
                  <a:schemeClr val="accent2"/>
                </a:solidFill>
                <a:latin typeface="Inter"/>
                <a:ea typeface="Inter"/>
                <a:cs typeface="Inter"/>
                <a:sym typeface="Inter"/>
              </a:defRPr>
            </a:lvl1pPr>
            <a:lvl2pPr lvl="1" algn="l">
              <a:lnSpc>
                <a:spcPct val="100000"/>
              </a:lnSpc>
              <a:spcBef>
                <a:spcPts val="0"/>
              </a:spcBef>
              <a:spcAft>
                <a:spcPts val="0"/>
              </a:spcAft>
              <a:buSzPts val="1300"/>
              <a:buNone/>
              <a:defRPr b="1" sz="1300"/>
            </a:lvl2pPr>
            <a:lvl3pPr lvl="2" algn="l">
              <a:lnSpc>
                <a:spcPct val="100000"/>
              </a:lnSpc>
              <a:spcBef>
                <a:spcPts val="0"/>
              </a:spcBef>
              <a:spcAft>
                <a:spcPts val="0"/>
              </a:spcAft>
              <a:buSzPts val="1300"/>
              <a:buNone/>
              <a:defRPr b="1" sz="1300"/>
            </a:lvl3pPr>
            <a:lvl4pPr lvl="3" algn="l">
              <a:lnSpc>
                <a:spcPct val="100000"/>
              </a:lnSpc>
              <a:spcBef>
                <a:spcPts val="0"/>
              </a:spcBef>
              <a:spcAft>
                <a:spcPts val="0"/>
              </a:spcAft>
              <a:buSzPts val="1300"/>
              <a:buNone/>
              <a:defRPr b="1" sz="1300"/>
            </a:lvl4pPr>
            <a:lvl5pPr lvl="4" algn="l">
              <a:lnSpc>
                <a:spcPct val="100000"/>
              </a:lnSpc>
              <a:spcBef>
                <a:spcPts val="0"/>
              </a:spcBef>
              <a:spcAft>
                <a:spcPts val="0"/>
              </a:spcAft>
              <a:buSzPts val="1300"/>
              <a:buNone/>
              <a:defRPr b="1" sz="1300"/>
            </a:lvl5pPr>
            <a:lvl6pPr lvl="5" algn="l">
              <a:lnSpc>
                <a:spcPct val="100000"/>
              </a:lnSpc>
              <a:spcBef>
                <a:spcPts val="0"/>
              </a:spcBef>
              <a:spcAft>
                <a:spcPts val="0"/>
              </a:spcAft>
              <a:buSzPts val="1300"/>
              <a:buNone/>
              <a:defRPr b="1" sz="1300"/>
            </a:lvl6pPr>
            <a:lvl7pPr lvl="6" algn="l">
              <a:lnSpc>
                <a:spcPct val="100000"/>
              </a:lnSpc>
              <a:spcBef>
                <a:spcPts val="0"/>
              </a:spcBef>
              <a:spcAft>
                <a:spcPts val="0"/>
              </a:spcAft>
              <a:buSzPts val="1300"/>
              <a:buNone/>
              <a:defRPr b="1" sz="1300"/>
            </a:lvl7pPr>
            <a:lvl8pPr lvl="7" algn="l">
              <a:lnSpc>
                <a:spcPct val="100000"/>
              </a:lnSpc>
              <a:spcBef>
                <a:spcPts val="0"/>
              </a:spcBef>
              <a:spcAft>
                <a:spcPts val="0"/>
              </a:spcAft>
              <a:buSzPts val="1300"/>
              <a:buNone/>
              <a:defRPr b="1" sz="1300"/>
            </a:lvl8pPr>
            <a:lvl9pPr lvl="8" algn="l">
              <a:lnSpc>
                <a:spcPct val="100000"/>
              </a:lnSpc>
              <a:spcBef>
                <a:spcPts val="0"/>
              </a:spcBef>
              <a:spcAft>
                <a:spcPts val="0"/>
              </a:spcAft>
              <a:buSzPts val="1300"/>
              <a:buNone/>
              <a:defRPr b="1" sz="1300"/>
            </a:lvl9pPr>
          </a:lstStyle>
          <a:p/>
        </p:txBody>
      </p:sp>
      <p:sp>
        <p:nvSpPr>
          <p:cNvPr id="525" name="Google Shape;525;g2d3c537dc00_0_498"/>
          <p:cNvSpPr txBox="1"/>
          <p:nvPr>
            <p:ph idx="13" type="ctrTitle"/>
          </p:nvPr>
        </p:nvSpPr>
        <p:spPr>
          <a:xfrm>
            <a:off x="7029550" y="2852050"/>
            <a:ext cx="1780200" cy="15021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l">
              <a:lnSpc>
                <a:spcPct val="100000"/>
              </a:lnSpc>
              <a:spcBef>
                <a:spcPts val="0"/>
              </a:spcBef>
              <a:spcAft>
                <a:spcPts val="0"/>
              </a:spcAft>
              <a:buSzPts val="1300"/>
              <a:buFont typeface="Inter"/>
              <a:buNone/>
              <a:defRPr sz="1300">
                <a:latin typeface="Inter"/>
                <a:ea typeface="Inter"/>
                <a:cs typeface="Inter"/>
                <a:sym typeface="Inter"/>
              </a:defRPr>
            </a:lvl2pPr>
            <a:lvl3pPr lvl="2" algn="l">
              <a:lnSpc>
                <a:spcPct val="100000"/>
              </a:lnSpc>
              <a:spcBef>
                <a:spcPts val="0"/>
              </a:spcBef>
              <a:spcAft>
                <a:spcPts val="0"/>
              </a:spcAft>
              <a:buSzPts val="1300"/>
              <a:buFont typeface="Inter"/>
              <a:buNone/>
              <a:defRPr sz="1300">
                <a:latin typeface="Inter"/>
                <a:ea typeface="Inter"/>
                <a:cs typeface="Inter"/>
                <a:sym typeface="Inter"/>
              </a:defRPr>
            </a:lvl3pPr>
            <a:lvl4pPr lvl="3" algn="l">
              <a:lnSpc>
                <a:spcPct val="100000"/>
              </a:lnSpc>
              <a:spcBef>
                <a:spcPts val="0"/>
              </a:spcBef>
              <a:spcAft>
                <a:spcPts val="0"/>
              </a:spcAft>
              <a:buSzPts val="1300"/>
              <a:buFont typeface="Inter"/>
              <a:buNone/>
              <a:defRPr sz="1300">
                <a:latin typeface="Inter"/>
                <a:ea typeface="Inter"/>
                <a:cs typeface="Inter"/>
                <a:sym typeface="Inter"/>
              </a:defRPr>
            </a:lvl4pPr>
            <a:lvl5pPr lvl="4" algn="l">
              <a:lnSpc>
                <a:spcPct val="100000"/>
              </a:lnSpc>
              <a:spcBef>
                <a:spcPts val="0"/>
              </a:spcBef>
              <a:spcAft>
                <a:spcPts val="0"/>
              </a:spcAft>
              <a:buSzPts val="1300"/>
              <a:buFont typeface="Inter"/>
              <a:buNone/>
              <a:defRPr sz="1300">
                <a:latin typeface="Inter"/>
                <a:ea typeface="Inter"/>
                <a:cs typeface="Inter"/>
                <a:sym typeface="Inter"/>
              </a:defRPr>
            </a:lvl5pPr>
            <a:lvl6pPr lvl="5" algn="l">
              <a:lnSpc>
                <a:spcPct val="100000"/>
              </a:lnSpc>
              <a:spcBef>
                <a:spcPts val="0"/>
              </a:spcBef>
              <a:spcAft>
                <a:spcPts val="0"/>
              </a:spcAft>
              <a:buSzPts val="1300"/>
              <a:buFont typeface="Inter"/>
              <a:buNone/>
              <a:defRPr sz="1300">
                <a:latin typeface="Inter"/>
                <a:ea typeface="Inter"/>
                <a:cs typeface="Inter"/>
                <a:sym typeface="Inter"/>
              </a:defRPr>
            </a:lvl6pPr>
            <a:lvl7pPr lvl="6" algn="l">
              <a:lnSpc>
                <a:spcPct val="100000"/>
              </a:lnSpc>
              <a:spcBef>
                <a:spcPts val="0"/>
              </a:spcBef>
              <a:spcAft>
                <a:spcPts val="0"/>
              </a:spcAft>
              <a:buSzPts val="1300"/>
              <a:buFont typeface="Inter"/>
              <a:buNone/>
              <a:defRPr sz="1300">
                <a:latin typeface="Inter"/>
                <a:ea typeface="Inter"/>
                <a:cs typeface="Inter"/>
                <a:sym typeface="Inter"/>
              </a:defRPr>
            </a:lvl7pPr>
            <a:lvl8pPr lvl="7" algn="l">
              <a:lnSpc>
                <a:spcPct val="100000"/>
              </a:lnSpc>
              <a:spcBef>
                <a:spcPts val="0"/>
              </a:spcBef>
              <a:spcAft>
                <a:spcPts val="0"/>
              </a:spcAft>
              <a:buSzPts val="1300"/>
              <a:buFont typeface="Inter"/>
              <a:buNone/>
              <a:defRPr sz="1300">
                <a:latin typeface="Inter"/>
                <a:ea typeface="Inter"/>
                <a:cs typeface="Inter"/>
                <a:sym typeface="Inter"/>
              </a:defRPr>
            </a:lvl8pPr>
            <a:lvl9pPr lvl="8" algn="l">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526" name="Google Shape;526;g2d3c537dc00_0_498"/>
          <p:cNvSpPr txBox="1"/>
          <p:nvPr>
            <p:ph idx="14" type="ctrTitle"/>
          </p:nvPr>
        </p:nvSpPr>
        <p:spPr>
          <a:xfrm>
            <a:off x="390625" y="1776250"/>
            <a:ext cx="352200" cy="354300"/>
          </a:xfrm>
          <a:prstGeom prst="rect">
            <a:avLst/>
          </a:prstGeom>
          <a:noFill/>
          <a:ln>
            <a:noFill/>
          </a:ln>
        </p:spPr>
        <p:txBody>
          <a:bodyPr anchorCtr="0" anchor="ctr" bIns="0" lIns="0" spcFirstLastPara="1" rIns="0" wrap="square" tIns="0">
            <a:noAutofit/>
          </a:bodyPr>
          <a:lstStyle>
            <a:lvl1pPr lvl="0" algn="l">
              <a:lnSpc>
                <a:spcPct val="85000"/>
              </a:lnSpc>
              <a:spcBef>
                <a:spcPts val="0"/>
              </a:spcBef>
              <a:spcAft>
                <a:spcPts val="0"/>
              </a:spcAft>
              <a:buClr>
                <a:schemeClr val="accent2"/>
              </a:buClr>
              <a:buSzPts val="1300"/>
              <a:buFont typeface="Inter"/>
              <a:buNone/>
              <a:defRPr b="1" sz="1300">
                <a:solidFill>
                  <a:schemeClr val="accent2"/>
                </a:solidFill>
                <a:latin typeface="Inter"/>
                <a:ea typeface="Inter"/>
                <a:cs typeface="Inter"/>
                <a:sym typeface="Inter"/>
              </a:defRPr>
            </a:lvl1pPr>
            <a:lvl2pPr lvl="1" algn="l">
              <a:lnSpc>
                <a:spcPct val="100000"/>
              </a:lnSpc>
              <a:spcBef>
                <a:spcPts val="0"/>
              </a:spcBef>
              <a:spcAft>
                <a:spcPts val="0"/>
              </a:spcAft>
              <a:buSzPts val="1300"/>
              <a:buNone/>
              <a:defRPr b="1" sz="1300"/>
            </a:lvl2pPr>
            <a:lvl3pPr lvl="2" algn="l">
              <a:lnSpc>
                <a:spcPct val="100000"/>
              </a:lnSpc>
              <a:spcBef>
                <a:spcPts val="0"/>
              </a:spcBef>
              <a:spcAft>
                <a:spcPts val="0"/>
              </a:spcAft>
              <a:buSzPts val="1300"/>
              <a:buNone/>
              <a:defRPr b="1" sz="1300"/>
            </a:lvl3pPr>
            <a:lvl4pPr lvl="3" algn="l">
              <a:lnSpc>
                <a:spcPct val="100000"/>
              </a:lnSpc>
              <a:spcBef>
                <a:spcPts val="0"/>
              </a:spcBef>
              <a:spcAft>
                <a:spcPts val="0"/>
              </a:spcAft>
              <a:buSzPts val="1300"/>
              <a:buNone/>
              <a:defRPr b="1" sz="1300"/>
            </a:lvl4pPr>
            <a:lvl5pPr lvl="4" algn="l">
              <a:lnSpc>
                <a:spcPct val="100000"/>
              </a:lnSpc>
              <a:spcBef>
                <a:spcPts val="0"/>
              </a:spcBef>
              <a:spcAft>
                <a:spcPts val="0"/>
              </a:spcAft>
              <a:buSzPts val="1300"/>
              <a:buNone/>
              <a:defRPr b="1" sz="1300"/>
            </a:lvl5pPr>
            <a:lvl6pPr lvl="5" algn="l">
              <a:lnSpc>
                <a:spcPct val="100000"/>
              </a:lnSpc>
              <a:spcBef>
                <a:spcPts val="0"/>
              </a:spcBef>
              <a:spcAft>
                <a:spcPts val="0"/>
              </a:spcAft>
              <a:buSzPts val="1300"/>
              <a:buNone/>
              <a:defRPr b="1" sz="1300"/>
            </a:lvl6pPr>
            <a:lvl7pPr lvl="6" algn="l">
              <a:lnSpc>
                <a:spcPct val="100000"/>
              </a:lnSpc>
              <a:spcBef>
                <a:spcPts val="0"/>
              </a:spcBef>
              <a:spcAft>
                <a:spcPts val="0"/>
              </a:spcAft>
              <a:buSzPts val="1300"/>
              <a:buNone/>
              <a:defRPr b="1" sz="1300"/>
            </a:lvl7pPr>
            <a:lvl8pPr lvl="7" algn="l">
              <a:lnSpc>
                <a:spcPct val="100000"/>
              </a:lnSpc>
              <a:spcBef>
                <a:spcPts val="0"/>
              </a:spcBef>
              <a:spcAft>
                <a:spcPts val="0"/>
              </a:spcAft>
              <a:buSzPts val="1300"/>
              <a:buNone/>
              <a:defRPr b="1" sz="1300"/>
            </a:lvl8pPr>
            <a:lvl9pPr lvl="8" algn="l">
              <a:lnSpc>
                <a:spcPct val="100000"/>
              </a:lnSpc>
              <a:spcBef>
                <a:spcPts val="0"/>
              </a:spcBef>
              <a:spcAft>
                <a:spcPts val="0"/>
              </a:spcAft>
              <a:buSzPts val="1300"/>
              <a:buNone/>
              <a:defRPr b="1" sz="1300"/>
            </a:lvl9pPr>
          </a:lstStyle>
          <a:p/>
        </p:txBody>
      </p:sp>
      <p:sp>
        <p:nvSpPr>
          <p:cNvPr id="527" name="Google Shape;527;g2d3c537dc00_0_498"/>
          <p:cNvSpPr txBox="1"/>
          <p:nvPr>
            <p:ph idx="15" type="ctrTitle"/>
          </p:nvPr>
        </p:nvSpPr>
        <p:spPr>
          <a:xfrm>
            <a:off x="2603600" y="1776250"/>
            <a:ext cx="352200" cy="354300"/>
          </a:xfrm>
          <a:prstGeom prst="rect">
            <a:avLst/>
          </a:prstGeom>
          <a:noFill/>
          <a:ln>
            <a:noFill/>
          </a:ln>
        </p:spPr>
        <p:txBody>
          <a:bodyPr anchorCtr="0" anchor="ctr" bIns="0" lIns="0" spcFirstLastPara="1" rIns="0" wrap="square" tIns="0">
            <a:noAutofit/>
          </a:bodyPr>
          <a:lstStyle>
            <a:lvl1pPr lvl="0" algn="l">
              <a:lnSpc>
                <a:spcPct val="85000"/>
              </a:lnSpc>
              <a:spcBef>
                <a:spcPts val="0"/>
              </a:spcBef>
              <a:spcAft>
                <a:spcPts val="0"/>
              </a:spcAft>
              <a:buClr>
                <a:schemeClr val="accent2"/>
              </a:buClr>
              <a:buSzPts val="1300"/>
              <a:buFont typeface="Inter"/>
              <a:buNone/>
              <a:defRPr b="1" sz="1300">
                <a:solidFill>
                  <a:schemeClr val="accent2"/>
                </a:solidFill>
                <a:latin typeface="Inter"/>
                <a:ea typeface="Inter"/>
                <a:cs typeface="Inter"/>
                <a:sym typeface="Inter"/>
              </a:defRPr>
            </a:lvl1pPr>
            <a:lvl2pPr lvl="1" algn="l">
              <a:lnSpc>
                <a:spcPct val="100000"/>
              </a:lnSpc>
              <a:spcBef>
                <a:spcPts val="0"/>
              </a:spcBef>
              <a:spcAft>
                <a:spcPts val="0"/>
              </a:spcAft>
              <a:buSzPts val="1300"/>
              <a:buNone/>
              <a:defRPr b="1" sz="1300"/>
            </a:lvl2pPr>
            <a:lvl3pPr lvl="2" algn="l">
              <a:lnSpc>
                <a:spcPct val="100000"/>
              </a:lnSpc>
              <a:spcBef>
                <a:spcPts val="0"/>
              </a:spcBef>
              <a:spcAft>
                <a:spcPts val="0"/>
              </a:spcAft>
              <a:buSzPts val="1300"/>
              <a:buNone/>
              <a:defRPr b="1" sz="1300"/>
            </a:lvl3pPr>
            <a:lvl4pPr lvl="3" algn="l">
              <a:lnSpc>
                <a:spcPct val="100000"/>
              </a:lnSpc>
              <a:spcBef>
                <a:spcPts val="0"/>
              </a:spcBef>
              <a:spcAft>
                <a:spcPts val="0"/>
              </a:spcAft>
              <a:buSzPts val="1300"/>
              <a:buNone/>
              <a:defRPr b="1" sz="1300"/>
            </a:lvl4pPr>
            <a:lvl5pPr lvl="4" algn="l">
              <a:lnSpc>
                <a:spcPct val="100000"/>
              </a:lnSpc>
              <a:spcBef>
                <a:spcPts val="0"/>
              </a:spcBef>
              <a:spcAft>
                <a:spcPts val="0"/>
              </a:spcAft>
              <a:buSzPts val="1300"/>
              <a:buNone/>
              <a:defRPr b="1" sz="1300"/>
            </a:lvl5pPr>
            <a:lvl6pPr lvl="5" algn="l">
              <a:lnSpc>
                <a:spcPct val="100000"/>
              </a:lnSpc>
              <a:spcBef>
                <a:spcPts val="0"/>
              </a:spcBef>
              <a:spcAft>
                <a:spcPts val="0"/>
              </a:spcAft>
              <a:buSzPts val="1300"/>
              <a:buNone/>
              <a:defRPr b="1" sz="1300"/>
            </a:lvl6pPr>
            <a:lvl7pPr lvl="6" algn="l">
              <a:lnSpc>
                <a:spcPct val="100000"/>
              </a:lnSpc>
              <a:spcBef>
                <a:spcPts val="0"/>
              </a:spcBef>
              <a:spcAft>
                <a:spcPts val="0"/>
              </a:spcAft>
              <a:buSzPts val="1300"/>
              <a:buNone/>
              <a:defRPr b="1" sz="1300"/>
            </a:lvl7pPr>
            <a:lvl8pPr lvl="7" algn="l">
              <a:lnSpc>
                <a:spcPct val="100000"/>
              </a:lnSpc>
              <a:spcBef>
                <a:spcPts val="0"/>
              </a:spcBef>
              <a:spcAft>
                <a:spcPts val="0"/>
              </a:spcAft>
              <a:buSzPts val="1300"/>
              <a:buNone/>
              <a:defRPr b="1" sz="1300"/>
            </a:lvl8pPr>
            <a:lvl9pPr lvl="8" algn="l">
              <a:lnSpc>
                <a:spcPct val="100000"/>
              </a:lnSpc>
              <a:spcBef>
                <a:spcPts val="0"/>
              </a:spcBef>
              <a:spcAft>
                <a:spcPts val="0"/>
              </a:spcAft>
              <a:buSzPts val="1300"/>
              <a:buNone/>
              <a:defRPr b="1" sz="1300"/>
            </a:lvl9pPr>
          </a:lstStyle>
          <a:p/>
        </p:txBody>
      </p:sp>
      <p:sp>
        <p:nvSpPr>
          <p:cNvPr id="528" name="Google Shape;528;g2d3c537dc00_0_498"/>
          <p:cNvSpPr txBox="1"/>
          <p:nvPr>
            <p:ph idx="16" type="ctrTitle"/>
          </p:nvPr>
        </p:nvSpPr>
        <p:spPr>
          <a:xfrm>
            <a:off x="4816575" y="1776250"/>
            <a:ext cx="352200" cy="354300"/>
          </a:xfrm>
          <a:prstGeom prst="rect">
            <a:avLst/>
          </a:prstGeom>
          <a:noFill/>
          <a:ln>
            <a:noFill/>
          </a:ln>
        </p:spPr>
        <p:txBody>
          <a:bodyPr anchorCtr="0" anchor="ctr" bIns="0" lIns="0" spcFirstLastPara="1" rIns="0" wrap="square" tIns="0">
            <a:noAutofit/>
          </a:bodyPr>
          <a:lstStyle>
            <a:lvl1pPr lvl="0" algn="l">
              <a:lnSpc>
                <a:spcPct val="85000"/>
              </a:lnSpc>
              <a:spcBef>
                <a:spcPts val="0"/>
              </a:spcBef>
              <a:spcAft>
                <a:spcPts val="0"/>
              </a:spcAft>
              <a:buClr>
                <a:schemeClr val="accent2"/>
              </a:buClr>
              <a:buSzPts val="1300"/>
              <a:buFont typeface="Inter"/>
              <a:buNone/>
              <a:defRPr b="1" sz="1300">
                <a:solidFill>
                  <a:schemeClr val="accent2"/>
                </a:solidFill>
                <a:latin typeface="Inter"/>
                <a:ea typeface="Inter"/>
                <a:cs typeface="Inter"/>
                <a:sym typeface="Inter"/>
              </a:defRPr>
            </a:lvl1pPr>
            <a:lvl2pPr lvl="1" algn="l">
              <a:lnSpc>
                <a:spcPct val="100000"/>
              </a:lnSpc>
              <a:spcBef>
                <a:spcPts val="0"/>
              </a:spcBef>
              <a:spcAft>
                <a:spcPts val="0"/>
              </a:spcAft>
              <a:buSzPts val="1300"/>
              <a:buNone/>
              <a:defRPr b="1" sz="1300"/>
            </a:lvl2pPr>
            <a:lvl3pPr lvl="2" algn="l">
              <a:lnSpc>
                <a:spcPct val="100000"/>
              </a:lnSpc>
              <a:spcBef>
                <a:spcPts val="0"/>
              </a:spcBef>
              <a:spcAft>
                <a:spcPts val="0"/>
              </a:spcAft>
              <a:buSzPts val="1300"/>
              <a:buNone/>
              <a:defRPr b="1" sz="1300"/>
            </a:lvl3pPr>
            <a:lvl4pPr lvl="3" algn="l">
              <a:lnSpc>
                <a:spcPct val="100000"/>
              </a:lnSpc>
              <a:spcBef>
                <a:spcPts val="0"/>
              </a:spcBef>
              <a:spcAft>
                <a:spcPts val="0"/>
              </a:spcAft>
              <a:buSzPts val="1300"/>
              <a:buNone/>
              <a:defRPr b="1" sz="1300"/>
            </a:lvl4pPr>
            <a:lvl5pPr lvl="4" algn="l">
              <a:lnSpc>
                <a:spcPct val="100000"/>
              </a:lnSpc>
              <a:spcBef>
                <a:spcPts val="0"/>
              </a:spcBef>
              <a:spcAft>
                <a:spcPts val="0"/>
              </a:spcAft>
              <a:buSzPts val="1300"/>
              <a:buNone/>
              <a:defRPr b="1" sz="1300"/>
            </a:lvl5pPr>
            <a:lvl6pPr lvl="5" algn="l">
              <a:lnSpc>
                <a:spcPct val="100000"/>
              </a:lnSpc>
              <a:spcBef>
                <a:spcPts val="0"/>
              </a:spcBef>
              <a:spcAft>
                <a:spcPts val="0"/>
              </a:spcAft>
              <a:buSzPts val="1300"/>
              <a:buNone/>
              <a:defRPr b="1" sz="1300"/>
            </a:lvl6pPr>
            <a:lvl7pPr lvl="6" algn="l">
              <a:lnSpc>
                <a:spcPct val="100000"/>
              </a:lnSpc>
              <a:spcBef>
                <a:spcPts val="0"/>
              </a:spcBef>
              <a:spcAft>
                <a:spcPts val="0"/>
              </a:spcAft>
              <a:buSzPts val="1300"/>
              <a:buNone/>
              <a:defRPr b="1" sz="1300"/>
            </a:lvl7pPr>
            <a:lvl8pPr lvl="7" algn="l">
              <a:lnSpc>
                <a:spcPct val="100000"/>
              </a:lnSpc>
              <a:spcBef>
                <a:spcPts val="0"/>
              </a:spcBef>
              <a:spcAft>
                <a:spcPts val="0"/>
              </a:spcAft>
              <a:buSzPts val="1300"/>
              <a:buNone/>
              <a:defRPr b="1" sz="1300"/>
            </a:lvl8pPr>
            <a:lvl9pPr lvl="8" algn="l">
              <a:lnSpc>
                <a:spcPct val="100000"/>
              </a:lnSpc>
              <a:spcBef>
                <a:spcPts val="0"/>
              </a:spcBef>
              <a:spcAft>
                <a:spcPts val="0"/>
              </a:spcAft>
              <a:buSzPts val="1300"/>
              <a:buNone/>
              <a:defRPr b="1" sz="1300"/>
            </a:lvl9pPr>
          </a:lstStyle>
          <a:p/>
        </p:txBody>
      </p:sp>
      <p:sp>
        <p:nvSpPr>
          <p:cNvPr id="529" name="Google Shape;529;g2d3c537dc00_0_498"/>
          <p:cNvSpPr txBox="1"/>
          <p:nvPr>
            <p:ph idx="17" type="ctrTitle"/>
          </p:nvPr>
        </p:nvSpPr>
        <p:spPr>
          <a:xfrm>
            <a:off x="7029550" y="1776250"/>
            <a:ext cx="352200" cy="354300"/>
          </a:xfrm>
          <a:prstGeom prst="rect">
            <a:avLst/>
          </a:prstGeom>
          <a:noFill/>
          <a:ln>
            <a:noFill/>
          </a:ln>
        </p:spPr>
        <p:txBody>
          <a:bodyPr anchorCtr="0" anchor="ctr" bIns="0" lIns="0" spcFirstLastPara="1" rIns="0" wrap="square" tIns="0">
            <a:noAutofit/>
          </a:bodyPr>
          <a:lstStyle>
            <a:lvl1pPr lvl="0" algn="l">
              <a:lnSpc>
                <a:spcPct val="85000"/>
              </a:lnSpc>
              <a:spcBef>
                <a:spcPts val="0"/>
              </a:spcBef>
              <a:spcAft>
                <a:spcPts val="0"/>
              </a:spcAft>
              <a:buClr>
                <a:schemeClr val="accent2"/>
              </a:buClr>
              <a:buSzPts val="1300"/>
              <a:buFont typeface="Inter"/>
              <a:buNone/>
              <a:defRPr b="1" sz="1300">
                <a:solidFill>
                  <a:schemeClr val="accent2"/>
                </a:solidFill>
                <a:latin typeface="Inter"/>
                <a:ea typeface="Inter"/>
                <a:cs typeface="Inter"/>
                <a:sym typeface="Inter"/>
              </a:defRPr>
            </a:lvl1pPr>
            <a:lvl2pPr lvl="1" algn="l">
              <a:lnSpc>
                <a:spcPct val="100000"/>
              </a:lnSpc>
              <a:spcBef>
                <a:spcPts val="0"/>
              </a:spcBef>
              <a:spcAft>
                <a:spcPts val="0"/>
              </a:spcAft>
              <a:buSzPts val="1300"/>
              <a:buNone/>
              <a:defRPr b="1" sz="1300"/>
            </a:lvl2pPr>
            <a:lvl3pPr lvl="2" algn="l">
              <a:lnSpc>
                <a:spcPct val="100000"/>
              </a:lnSpc>
              <a:spcBef>
                <a:spcPts val="0"/>
              </a:spcBef>
              <a:spcAft>
                <a:spcPts val="0"/>
              </a:spcAft>
              <a:buSzPts val="1300"/>
              <a:buNone/>
              <a:defRPr b="1" sz="1300"/>
            </a:lvl3pPr>
            <a:lvl4pPr lvl="3" algn="l">
              <a:lnSpc>
                <a:spcPct val="100000"/>
              </a:lnSpc>
              <a:spcBef>
                <a:spcPts val="0"/>
              </a:spcBef>
              <a:spcAft>
                <a:spcPts val="0"/>
              </a:spcAft>
              <a:buSzPts val="1300"/>
              <a:buNone/>
              <a:defRPr b="1" sz="1300"/>
            </a:lvl4pPr>
            <a:lvl5pPr lvl="4" algn="l">
              <a:lnSpc>
                <a:spcPct val="100000"/>
              </a:lnSpc>
              <a:spcBef>
                <a:spcPts val="0"/>
              </a:spcBef>
              <a:spcAft>
                <a:spcPts val="0"/>
              </a:spcAft>
              <a:buSzPts val="1300"/>
              <a:buNone/>
              <a:defRPr b="1" sz="1300"/>
            </a:lvl5pPr>
            <a:lvl6pPr lvl="5" algn="l">
              <a:lnSpc>
                <a:spcPct val="100000"/>
              </a:lnSpc>
              <a:spcBef>
                <a:spcPts val="0"/>
              </a:spcBef>
              <a:spcAft>
                <a:spcPts val="0"/>
              </a:spcAft>
              <a:buSzPts val="1300"/>
              <a:buNone/>
              <a:defRPr b="1" sz="1300"/>
            </a:lvl6pPr>
            <a:lvl7pPr lvl="6" algn="l">
              <a:lnSpc>
                <a:spcPct val="100000"/>
              </a:lnSpc>
              <a:spcBef>
                <a:spcPts val="0"/>
              </a:spcBef>
              <a:spcAft>
                <a:spcPts val="0"/>
              </a:spcAft>
              <a:buSzPts val="1300"/>
              <a:buNone/>
              <a:defRPr b="1" sz="1300"/>
            </a:lvl7pPr>
            <a:lvl8pPr lvl="7" algn="l">
              <a:lnSpc>
                <a:spcPct val="100000"/>
              </a:lnSpc>
              <a:spcBef>
                <a:spcPts val="0"/>
              </a:spcBef>
              <a:spcAft>
                <a:spcPts val="0"/>
              </a:spcAft>
              <a:buSzPts val="1300"/>
              <a:buNone/>
              <a:defRPr b="1" sz="1300"/>
            </a:lvl8pPr>
            <a:lvl9pPr lvl="8" algn="l">
              <a:lnSpc>
                <a:spcPct val="100000"/>
              </a:lnSpc>
              <a:spcBef>
                <a:spcPts val="0"/>
              </a:spcBef>
              <a:spcAft>
                <a:spcPts val="0"/>
              </a:spcAft>
              <a:buSzPts val="1300"/>
              <a:buNone/>
              <a:defRPr b="1" sz="1300"/>
            </a:lvl9pPr>
          </a:lstStyle>
          <a:p/>
        </p:txBody>
      </p:sp>
      <p:sp>
        <p:nvSpPr>
          <p:cNvPr id="530" name="Google Shape;530;g2d3c537dc00_0_498"/>
          <p:cNvSpPr txBox="1"/>
          <p:nvPr>
            <p:ph idx="18" type="ctrTitle"/>
          </p:nvPr>
        </p:nvSpPr>
        <p:spPr>
          <a:xfrm>
            <a:off x="390625" y="2182750"/>
            <a:ext cx="1780200" cy="6057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1pPr>
            <a:lvl2pPr lvl="1" algn="l">
              <a:lnSpc>
                <a:spcPct val="100000"/>
              </a:lnSpc>
              <a:spcBef>
                <a:spcPts val="0"/>
              </a:spcBef>
              <a:spcAft>
                <a:spcPts val="0"/>
              </a:spcAft>
              <a:buSzPts val="1300"/>
              <a:buFont typeface="Inter"/>
              <a:buNone/>
              <a:defRPr b="1" sz="1300">
                <a:latin typeface="Inter"/>
                <a:ea typeface="Inter"/>
                <a:cs typeface="Inter"/>
                <a:sym typeface="Inter"/>
              </a:defRPr>
            </a:lvl2pPr>
            <a:lvl3pPr lvl="2" algn="l">
              <a:lnSpc>
                <a:spcPct val="100000"/>
              </a:lnSpc>
              <a:spcBef>
                <a:spcPts val="0"/>
              </a:spcBef>
              <a:spcAft>
                <a:spcPts val="0"/>
              </a:spcAft>
              <a:buSzPts val="1300"/>
              <a:buFont typeface="Inter"/>
              <a:buNone/>
              <a:defRPr b="1" sz="1300">
                <a:latin typeface="Inter"/>
                <a:ea typeface="Inter"/>
                <a:cs typeface="Inter"/>
                <a:sym typeface="Inter"/>
              </a:defRPr>
            </a:lvl3pPr>
            <a:lvl4pPr lvl="3" algn="l">
              <a:lnSpc>
                <a:spcPct val="100000"/>
              </a:lnSpc>
              <a:spcBef>
                <a:spcPts val="0"/>
              </a:spcBef>
              <a:spcAft>
                <a:spcPts val="0"/>
              </a:spcAft>
              <a:buSzPts val="1300"/>
              <a:buFont typeface="Inter"/>
              <a:buNone/>
              <a:defRPr b="1" sz="1300">
                <a:latin typeface="Inter"/>
                <a:ea typeface="Inter"/>
                <a:cs typeface="Inter"/>
                <a:sym typeface="Inter"/>
              </a:defRPr>
            </a:lvl4pPr>
            <a:lvl5pPr lvl="4" algn="l">
              <a:lnSpc>
                <a:spcPct val="100000"/>
              </a:lnSpc>
              <a:spcBef>
                <a:spcPts val="0"/>
              </a:spcBef>
              <a:spcAft>
                <a:spcPts val="0"/>
              </a:spcAft>
              <a:buSzPts val="1300"/>
              <a:buFont typeface="Inter"/>
              <a:buNone/>
              <a:defRPr b="1" sz="1300">
                <a:latin typeface="Inter"/>
                <a:ea typeface="Inter"/>
                <a:cs typeface="Inter"/>
                <a:sym typeface="Inter"/>
              </a:defRPr>
            </a:lvl5pPr>
            <a:lvl6pPr lvl="5" algn="l">
              <a:lnSpc>
                <a:spcPct val="100000"/>
              </a:lnSpc>
              <a:spcBef>
                <a:spcPts val="0"/>
              </a:spcBef>
              <a:spcAft>
                <a:spcPts val="0"/>
              </a:spcAft>
              <a:buSzPts val="1300"/>
              <a:buFont typeface="Inter"/>
              <a:buNone/>
              <a:defRPr b="1" sz="1300">
                <a:latin typeface="Inter"/>
                <a:ea typeface="Inter"/>
                <a:cs typeface="Inter"/>
                <a:sym typeface="Inter"/>
              </a:defRPr>
            </a:lvl6pPr>
            <a:lvl7pPr lvl="6" algn="l">
              <a:lnSpc>
                <a:spcPct val="100000"/>
              </a:lnSpc>
              <a:spcBef>
                <a:spcPts val="0"/>
              </a:spcBef>
              <a:spcAft>
                <a:spcPts val="0"/>
              </a:spcAft>
              <a:buSzPts val="1300"/>
              <a:buFont typeface="Inter"/>
              <a:buNone/>
              <a:defRPr b="1" sz="1300">
                <a:latin typeface="Inter"/>
                <a:ea typeface="Inter"/>
                <a:cs typeface="Inter"/>
                <a:sym typeface="Inter"/>
              </a:defRPr>
            </a:lvl7pPr>
            <a:lvl8pPr lvl="7" algn="l">
              <a:lnSpc>
                <a:spcPct val="100000"/>
              </a:lnSpc>
              <a:spcBef>
                <a:spcPts val="0"/>
              </a:spcBef>
              <a:spcAft>
                <a:spcPts val="0"/>
              </a:spcAft>
              <a:buSzPts val="1300"/>
              <a:buFont typeface="Inter"/>
              <a:buNone/>
              <a:defRPr b="1" sz="1300">
                <a:latin typeface="Inter"/>
                <a:ea typeface="Inter"/>
                <a:cs typeface="Inter"/>
                <a:sym typeface="Inter"/>
              </a:defRPr>
            </a:lvl8pPr>
            <a:lvl9pPr lvl="8" algn="l">
              <a:lnSpc>
                <a:spcPct val="100000"/>
              </a:lnSpc>
              <a:spcBef>
                <a:spcPts val="0"/>
              </a:spcBef>
              <a:spcAft>
                <a:spcPts val="0"/>
              </a:spcAft>
              <a:buSzPts val="1300"/>
              <a:buFont typeface="Inter"/>
              <a:buNone/>
              <a:defRPr b="1" sz="1300">
                <a:latin typeface="Inter"/>
                <a:ea typeface="Inter"/>
                <a:cs typeface="Inter"/>
                <a:sym typeface="Inter"/>
              </a:defRPr>
            </a:lvl9pPr>
          </a:lstStyle>
          <a:p/>
        </p:txBody>
      </p:sp>
      <p:sp>
        <p:nvSpPr>
          <p:cNvPr id="531" name="Google Shape;531;g2d3c537dc00_0_498"/>
          <p:cNvSpPr txBox="1"/>
          <p:nvPr>
            <p:ph idx="19" type="ctrTitle"/>
          </p:nvPr>
        </p:nvSpPr>
        <p:spPr>
          <a:xfrm>
            <a:off x="2603600" y="2182750"/>
            <a:ext cx="1780200" cy="6057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1pPr>
            <a:lvl2pPr lvl="1" algn="l">
              <a:lnSpc>
                <a:spcPct val="100000"/>
              </a:lnSpc>
              <a:spcBef>
                <a:spcPts val="0"/>
              </a:spcBef>
              <a:spcAft>
                <a:spcPts val="0"/>
              </a:spcAft>
              <a:buSzPts val="1300"/>
              <a:buFont typeface="Inter"/>
              <a:buNone/>
              <a:defRPr b="1" sz="1300">
                <a:latin typeface="Inter"/>
                <a:ea typeface="Inter"/>
                <a:cs typeface="Inter"/>
                <a:sym typeface="Inter"/>
              </a:defRPr>
            </a:lvl2pPr>
            <a:lvl3pPr lvl="2" algn="l">
              <a:lnSpc>
                <a:spcPct val="100000"/>
              </a:lnSpc>
              <a:spcBef>
                <a:spcPts val="0"/>
              </a:spcBef>
              <a:spcAft>
                <a:spcPts val="0"/>
              </a:spcAft>
              <a:buSzPts val="1300"/>
              <a:buFont typeface="Inter"/>
              <a:buNone/>
              <a:defRPr b="1" sz="1300">
                <a:latin typeface="Inter"/>
                <a:ea typeface="Inter"/>
                <a:cs typeface="Inter"/>
                <a:sym typeface="Inter"/>
              </a:defRPr>
            </a:lvl3pPr>
            <a:lvl4pPr lvl="3" algn="l">
              <a:lnSpc>
                <a:spcPct val="100000"/>
              </a:lnSpc>
              <a:spcBef>
                <a:spcPts val="0"/>
              </a:spcBef>
              <a:spcAft>
                <a:spcPts val="0"/>
              </a:spcAft>
              <a:buSzPts val="1300"/>
              <a:buFont typeface="Inter"/>
              <a:buNone/>
              <a:defRPr b="1" sz="1300">
                <a:latin typeface="Inter"/>
                <a:ea typeface="Inter"/>
                <a:cs typeface="Inter"/>
                <a:sym typeface="Inter"/>
              </a:defRPr>
            </a:lvl4pPr>
            <a:lvl5pPr lvl="4" algn="l">
              <a:lnSpc>
                <a:spcPct val="100000"/>
              </a:lnSpc>
              <a:spcBef>
                <a:spcPts val="0"/>
              </a:spcBef>
              <a:spcAft>
                <a:spcPts val="0"/>
              </a:spcAft>
              <a:buSzPts val="1300"/>
              <a:buFont typeface="Inter"/>
              <a:buNone/>
              <a:defRPr b="1" sz="1300">
                <a:latin typeface="Inter"/>
                <a:ea typeface="Inter"/>
                <a:cs typeface="Inter"/>
                <a:sym typeface="Inter"/>
              </a:defRPr>
            </a:lvl5pPr>
            <a:lvl6pPr lvl="5" algn="l">
              <a:lnSpc>
                <a:spcPct val="100000"/>
              </a:lnSpc>
              <a:spcBef>
                <a:spcPts val="0"/>
              </a:spcBef>
              <a:spcAft>
                <a:spcPts val="0"/>
              </a:spcAft>
              <a:buSzPts val="1300"/>
              <a:buFont typeface="Inter"/>
              <a:buNone/>
              <a:defRPr b="1" sz="1300">
                <a:latin typeface="Inter"/>
                <a:ea typeface="Inter"/>
                <a:cs typeface="Inter"/>
                <a:sym typeface="Inter"/>
              </a:defRPr>
            </a:lvl6pPr>
            <a:lvl7pPr lvl="6" algn="l">
              <a:lnSpc>
                <a:spcPct val="100000"/>
              </a:lnSpc>
              <a:spcBef>
                <a:spcPts val="0"/>
              </a:spcBef>
              <a:spcAft>
                <a:spcPts val="0"/>
              </a:spcAft>
              <a:buSzPts val="1300"/>
              <a:buFont typeface="Inter"/>
              <a:buNone/>
              <a:defRPr b="1" sz="1300">
                <a:latin typeface="Inter"/>
                <a:ea typeface="Inter"/>
                <a:cs typeface="Inter"/>
                <a:sym typeface="Inter"/>
              </a:defRPr>
            </a:lvl7pPr>
            <a:lvl8pPr lvl="7" algn="l">
              <a:lnSpc>
                <a:spcPct val="100000"/>
              </a:lnSpc>
              <a:spcBef>
                <a:spcPts val="0"/>
              </a:spcBef>
              <a:spcAft>
                <a:spcPts val="0"/>
              </a:spcAft>
              <a:buSzPts val="1300"/>
              <a:buFont typeface="Inter"/>
              <a:buNone/>
              <a:defRPr b="1" sz="1300">
                <a:latin typeface="Inter"/>
                <a:ea typeface="Inter"/>
                <a:cs typeface="Inter"/>
                <a:sym typeface="Inter"/>
              </a:defRPr>
            </a:lvl8pPr>
            <a:lvl9pPr lvl="8" algn="l">
              <a:lnSpc>
                <a:spcPct val="100000"/>
              </a:lnSpc>
              <a:spcBef>
                <a:spcPts val="0"/>
              </a:spcBef>
              <a:spcAft>
                <a:spcPts val="0"/>
              </a:spcAft>
              <a:buSzPts val="1300"/>
              <a:buFont typeface="Inter"/>
              <a:buNone/>
              <a:defRPr b="1" sz="1300">
                <a:latin typeface="Inter"/>
                <a:ea typeface="Inter"/>
                <a:cs typeface="Inter"/>
                <a:sym typeface="Inter"/>
              </a:defRPr>
            </a:lvl9pPr>
          </a:lstStyle>
          <a:p/>
        </p:txBody>
      </p:sp>
      <p:sp>
        <p:nvSpPr>
          <p:cNvPr id="532" name="Google Shape;532;g2d3c537dc00_0_498"/>
          <p:cNvSpPr txBox="1"/>
          <p:nvPr>
            <p:ph idx="20" type="ctrTitle"/>
          </p:nvPr>
        </p:nvSpPr>
        <p:spPr>
          <a:xfrm>
            <a:off x="4816575" y="2182750"/>
            <a:ext cx="1780200" cy="6057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1pPr>
            <a:lvl2pPr lvl="1" algn="l">
              <a:lnSpc>
                <a:spcPct val="100000"/>
              </a:lnSpc>
              <a:spcBef>
                <a:spcPts val="0"/>
              </a:spcBef>
              <a:spcAft>
                <a:spcPts val="0"/>
              </a:spcAft>
              <a:buSzPts val="1300"/>
              <a:buFont typeface="Inter"/>
              <a:buNone/>
              <a:defRPr b="1" sz="1300">
                <a:latin typeface="Inter"/>
                <a:ea typeface="Inter"/>
                <a:cs typeface="Inter"/>
                <a:sym typeface="Inter"/>
              </a:defRPr>
            </a:lvl2pPr>
            <a:lvl3pPr lvl="2" algn="l">
              <a:lnSpc>
                <a:spcPct val="100000"/>
              </a:lnSpc>
              <a:spcBef>
                <a:spcPts val="0"/>
              </a:spcBef>
              <a:spcAft>
                <a:spcPts val="0"/>
              </a:spcAft>
              <a:buSzPts val="1300"/>
              <a:buFont typeface="Inter"/>
              <a:buNone/>
              <a:defRPr b="1" sz="1300">
                <a:latin typeface="Inter"/>
                <a:ea typeface="Inter"/>
                <a:cs typeface="Inter"/>
                <a:sym typeface="Inter"/>
              </a:defRPr>
            </a:lvl3pPr>
            <a:lvl4pPr lvl="3" algn="l">
              <a:lnSpc>
                <a:spcPct val="100000"/>
              </a:lnSpc>
              <a:spcBef>
                <a:spcPts val="0"/>
              </a:spcBef>
              <a:spcAft>
                <a:spcPts val="0"/>
              </a:spcAft>
              <a:buSzPts val="1300"/>
              <a:buFont typeface="Inter"/>
              <a:buNone/>
              <a:defRPr b="1" sz="1300">
                <a:latin typeface="Inter"/>
                <a:ea typeface="Inter"/>
                <a:cs typeface="Inter"/>
                <a:sym typeface="Inter"/>
              </a:defRPr>
            </a:lvl4pPr>
            <a:lvl5pPr lvl="4" algn="l">
              <a:lnSpc>
                <a:spcPct val="100000"/>
              </a:lnSpc>
              <a:spcBef>
                <a:spcPts val="0"/>
              </a:spcBef>
              <a:spcAft>
                <a:spcPts val="0"/>
              </a:spcAft>
              <a:buSzPts val="1300"/>
              <a:buFont typeface="Inter"/>
              <a:buNone/>
              <a:defRPr b="1" sz="1300">
                <a:latin typeface="Inter"/>
                <a:ea typeface="Inter"/>
                <a:cs typeface="Inter"/>
                <a:sym typeface="Inter"/>
              </a:defRPr>
            </a:lvl5pPr>
            <a:lvl6pPr lvl="5" algn="l">
              <a:lnSpc>
                <a:spcPct val="100000"/>
              </a:lnSpc>
              <a:spcBef>
                <a:spcPts val="0"/>
              </a:spcBef>
              <a:spcAft>
                <a:spcPts val="0"/>
              </a:spcAft>
              <a:buSzPts val="1300"/>
              <a:buFont typeface="Inter"/>
              <a:buNone/>
              <a:defRPr b="1" sz="1300">
                <a:latin typeface="Inter"/>
                <a:ea typeface="Inter"/>
                <a:cs typeface="Inter"/>
                <a:sym typeface="Inter"/>
              </a:defRPr>
            </a:lvl6pPr>
            <a:lvl7pPr lvl="6" algn="l">
              <a:lnSpc>
                <a:spcPct val="100000"/>
              </a:lnSpc>
              <a:spcBef>
                <a:spcPts val="0"/>
              </a:spcBef>
              <a:spcAft>
                <a:spcPts val="0"/>
              </a:spcAft>
              <a:buSzPts val="1300"/>
              <a:buFont typeface="Inter"/>
              <a:buNone/>
              <a:defRPr b="1" sz="1300">
                <a:latin typeface="Inter"/>
                <a:ea typeface="Inter"/>
                <a:cs typeface="Inter"/>
                <a:sym typeface="Inter"/>
              </a:defRPr>
            </a:lvl7pPr>
            <a:lvl8pPr lvl="7" algn="l">
              <a:lnSpc>
                <a:spcPct val="100000"/>
              </a:lnSpc>
              <a:spcBef>
                <a:spcPts val="0"/>
              </a:spcBef>
              <a:spcAft>
                <a:spcPts val="0"/>
              </a:spcAft>
              <a:buSzPts val="1300"/>
              <a:buFont typeface="Inter"/>
              <a:buNone/>
              <a:defRPr b="1" sz="1300">
                <a:latin typeface="Inter"/>
                <a:ea typeface="Inter"/>
                <a:cs typeface="Inter"/>
                <a:sym typeface="Inter"/>
              </a:defRPr>
            </a:lvl8pPr>
            <a:lvl9pPr lvl="8" algn="l">
              <a:lnSpc>
                <a:spcPct val="100000"/>
              </a:lnSpc>
              <a:spcBef>
                <a:spcPts val="0"/>
              </a:spcBef>
              <a:spcAft>
                <a:spcPts val="0"/>
              </a:spcAft>
              <a:buSzPts val="1300"/>
              <a:buFont typeface="Inter"/>
              <a:buNone/>
              <a:defRPr b="1" sz="1300">
                <a:latin typeface="Inter"/>
                <a:ea typeface="Inter"/>
                <a:cs typeface="Inter"/>
                <a:sym typeface="Inter"/>
              </a:defRPr>
            </a:lvl9pPr>
          </a:lstStyle>
          <a:p/>
        </p:txBody>
      </p:sp>
      <p:sp>
        <p:nvSpPr>
          <p:cNvPr id="533" name="Google Shape;533;g2d3c537dc00_0_498"/>
          <p:cNvSpPr txBox="1"/>
          <p:nvPr>
            <p:ph idx="21" type="ctrTitle"/>
          </p:nvPr>
        </p:nvSpPr>
        <p:spPr>
          <a:xfrm>
            <a:off x="7029550" y="2182750"/>
            <a:ext cx="1780200" cy="6057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1pPr>
            <a:lvl2pPr lvl="1" algn="l">
              <a:lnSpc>
                <a:spcPct val="100000"/>
              </a:lnSpc>
              <a:spcBef>
                <a:spcPts val="0"/>
              </a:spcBef>
              <a:spcAft>
                <a:spcPts val="0"/>
              </a:spcAft>
              <a:buSzPts val="1300"/>
              <a:buFont typeface="Inter"/>
              <a:buNone/>
              <a:defRPr b="1" sz="1300">
                <a:latin typeface="Inter"/>
                <a:ea typeface="Inter"/>
                <a:cs typeface="Inter"/>
                <a:sym typeface="Inter"/>
              </a:defRPr>
            </a:lvl2pPr>
            <a:lvl3pPr lvl="2" algn="l">
              <a:lnSpc>
                <a:spcPct val="100000"/>
              </a:lnSpc>
              <a:spcBef>
                <a:spcPts val="0"/>
              </a:spcBef>
              <a:spcAft>
                <a:spcPts val="0"/>
              </a:spcAft>
              <a:buSzPts val="1300"/>
              <a:buFont typeface="Inter"/>
              <a:buNone/>
              <a:defRPr b="1" sz="1300">
                <a:latin typeface="Inter"/>
                <a:ea typeface="Inter"/>
                <a:cs typeface="Inter"/>
                <a:sym typeface="Inter"/>
              </a:defRPr>
            </a:lvl3pPr>
            <a:lvl4pPr lvl="3" algn="l">
              <a:lnSpc>
                <a:spcPct val="100000"/>
              </a:lnSpc>
              <a:spcBef>
                <a:spcPts val="0"/>
              </a:spcBef>
              <a:spcAft>
                <a:spcPts val="0"/>
              </a:spcAft>
              <a:buSzPts val="1300"/>
              <a:buFont typeface="Inter"/>
              <a:buNone/>
              <a:defRPr b="1" sz="1300">
                <a:latin typeface="Inter"/>
                <a:ea typeface="Inter"/>
                <a:cs typeface="Inter"/>
                <a:sym typeface="Inter"/>
              </a:defRPr>
            </a:lvl4pPr>
            <a:lvl5pPr lvl="4" algn="l">
              <a:lnSpc>
                <a:spcPct val="100000"/>
              </a:lnSpc>
              <a:spcBef>
                <a:spcPts val="0"/>
              </a:spcBef>
              <a:spcAft>
                <a:spcPts val="0"/>
              </a:spcAft>
              <a:buSzPts val="1300"/>
              <a:buFont typeface="Inter"/>
              <a:buNone/>
              <a:defRPr b="1" sz="1300">
                <a:latin typeface="Inter"/>
                <a:ea typeface="Inter"/>
                <a:cs typeface="Inter"/>
                <a:sym typeface="Inter"/>
              </a:defRPr>
            </a:lvl5pPr>
            <a:lvl6pPr lvl="5" algn="l">
              <a:lnSpc>
                <a:spcPct val="100000"/>
              </a:lnSpc>
              <a:spcBef>
                <a:spcPts val="0"/>
              </a:spcBef>
              <a:spcAft>
                <a:spcPts val="0"/>
              </a:spcAft>
              <a:buSzPts val="1300"/>
              <a:buFont typeface="Inter"/>
              <a:buNone/>
              <a:defRPr b="1" sz="1300">
                <a:latin typeface="Inter"/>
                <a:ea typeface="Inter"/>
                <a:cs typeface="Inter"/>
                <a:sym typeface="Inter"/>
              </a:defRPr>
            </a:lvl6pPr>
            <a:lvl7pPr lvl="6" algn="l">
              <a:lnSpc>
                <a:spcPct val="100000"/>
              </a:lnSpc>
              <a:spcBef>
                <a:spcPts val="0"/>
              </a:spcBef>
              <a:spcAft>
                <a:spcPts val="0"/>
              </a:spcAft>
              <a:buSzPts val="1300"/>
              <a:buFont typeface="Inter"/>
              <a:buNone/>
              <a:defRPr b="1" sz="1300">
                <a:latin typeface="Inter"/>
                <a:ea typeface="Inter"/>
                <a:cs typeface="Inter"/>
                <a:sym typeface="Inter"/>
              </a:defRPr>
            </a:lvl7pPr>
            <a:lvl8pPr lvl="7" algn="l">
              <a:lnSpc>
                <a:spcPct val="100000"/>
              </a:lnSpc>
              <a:spcBef>
                <a:spcPts val="0"/>
              </a:spcBef>
              <a:spcAft>
                <a:spcPts val="0"/>
              </a:spcAft>
              <a:buSzPts val="1300"/>
              <a:buFont typeface="Inter"/>
              <a:buNone/>
              <a:defRPr b="1" sz="1300">
                <a:latin typeface="Inter"/>
                <a:ea typeface="Inter"/>
                <a:cs typeface="Inter"/>
                <a:sym typeface="Inter"/>
              </a:defRPr>
            </a:lvl8pPr>
            <a:lvl9pPr lvl="8" algn="l">
              <a:lnSpc>
                <a:spcPct val="100000"/>
              </a:lnSpc>
              <a:spcBef>
                <a:spcPts val="0"/>
              </a:spcBef>
              <a:spcAft>
                <a:spcPts val="0"/>
              </a:spcAft>
              <a:buSzPts val="1300"/>
              <a:buFont typeface="Inter"/>
              <a:buNone/>
              <a:defRPr b="1" sz="1300">
                <a:latin typeface="Inter"/>
                <a:ea typeface="Inter"/>
                <a:cs typeface="Inter"/>
                <a:sym typeface="Inter"/>
              </a:defRPr>
            </a:lvl9pPr>
          </a:lstStyle>
          <a:p/>
        </p:txBody>
      </p:sp>
    </p:spTree>
  </p:cSld>
  <p:clrMapOvr>
    <a:masterClrMapping/>
  </p:clrMapOvr>
  <p:extLst>
    <p:ext uri="{DCECCB84-F9BA-43D5-87BE-67443E8EF086}">
      <p15:sldGuideLst>
        <p15:guide id="1" orient="horz" pos="732">
          <p15:clr>
            <a:srgbClr val="E46962"/>
          </p15:clr>
        </p15:guide>
      </p15:sldGuideLst>
    </p:ext>
  </p:extLs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se Cases 2 - Sales">
  <p:cSld name="CUSTOM_4_1_1_3_2">
    <p:bg>
      <p:bgPr>
        <a:solidFill>
          <a:schemeClr val="accent3"/>
        </a:solidFill>
      </p:bgPr>
    </p:bg>
    <p:spTree>
      <p:nvGrpSpPr>
        <p:cNvPr id="534" name="Shape 534"/>
        <p:cNvGrpSpPr/>
        <p:nvPr/>
      </p:nvGrpSpPr>
      <p:grpSpPr>
        <a:xfrm>
          <a:off x="0" y="0"/>
          <a:ext cx="0" cy="0"/>
          <a:chOff x="0" y="0"/>
          <a:chExt cx="0" cy="0"/>
        </a:xfrm>
      </p:grpSpPr>
      <p:sp>
        <p:nvSpPr>
          <p:cNvPr id="535" name="Google Shape;535;g2d3c537dc00_0_521"/>
          <p:cNvSpPr txBox="1"/>
          <p:nvPr>
            <p:ph type="ctrTitle"/>
          </p:nvPr>
        </p:nvSpPr>
        <p:spPr>
          <a:xfrm>
            <a:off x="228600" y="228600"/>
            <a:ext cx="8686800" cy="7353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accent2"/>
              </a:buClr>
              <a:buSzPts val="3100"/>
              <a:buFont typeface="Inter"/>
              <a:buNone/>
              <a:defRPr b="1" sz="3100">
                <a:solidFill>
                  <a:schemeClr val="accent2"/>
                </a:solidFill>
                <a:latin typeface="Inter"/>
                <a:ea typeface="Inter"/>
                <a:cs typeface="Inter"/>
                <a:sym typeface="Inter"/>
              </a:defRPr>
            </a:lvl1pPr>
            <a:lvl2pPr lvl="1" algn="l">
              <a:lnSpc>
                <a:spcPct val="100000"/>
              </a:lnSpc>
              <a:spcBef>
                <a:spcPts val="0"/>
              </a:spcBef>
              <a:spcAft>
                <a:spcPts val="0"/>
              </a:spcAft>
              <a:buSzPts val="7000"/>
              <a:buNone/>
              <a:defRPr b="1" sz="7000"/>
            </a:lvl2pPr>
            <a:lvl3pPr lvl="2" algn="l">
              <a:lnSpc>
                <a:spcPct val="100000"/>
              </a:lnSpc>
              <a:spcBef>
                <a:spcPts val="0"/>
              </a:spcBef>
              <a:spcAft>
                <a:spcPts val="0"/>
              </a:spcAft>
              <a:buSzPts val="7000"/>
              <a:buNone/>
              <a:defRPr b="1" sz="7000"/>
            </a:lvl3pPr>
            <a:lvl4pPr lvl="3" algn="l">
              <a:lnSpc>
                <a:spcPct val="100000"/>
              </a:lnSpc>
              <a:spcBef>
                <a:spcPts val="0"/>
              </a:spcBef>
              <a:spcAft>
                <a:spcPts val="0"/>
              </a:spcAft>
              <a:buSzPts val="7000"/>
              <a:buNone/>
              <a:defRPr b="1" sz="7000"/>
            </a:lvl4pPr>
            <a:lvl5pPr lvl="4" algn="l">
              <a:lnSpc>
                <a:spcPct val="100000"/>
              </a:lnSpc>
              <a:spcBef>
                <a:spcPts val="0"/>
              </a:spcBef>
              <a:spcAft>
                <a:spcPts val="0"/>
              </a:spcAft>
              <a:buSzPts val="7000"/>
              <a:buNone/>
              <a:defRPr b="1" sz="7000"/>
            </a:lvl5pPr>
            <a:lvl6pPr lvl="5" algn="l">
              <a:lnSpc>
                <a:spcPct val="100000"/>
              </a:lnSpc>
              <a:spcBef>
                <a:spcPts val="0"/>
              </a:spcBef>
              <a:spcAft>
                <a:spcPts val="0"/>
              </a:spcAft>
              <a:buSzPts val="7000"/>
              <a:buNone/>
              <a:defRPr b="1" sz="7000"/>
            </a:lvl6pPr>
            <a:lvl7pPr lvl="6" algn="l">
              <a:lnSpc>
                <a:spcPct val="100000"/>
              </a:lnSpc>
              <a:spcBef>
                <a:spcPts val="0"/>
              </a:spcBef>
              <a:spcAft>
                <a:spcPts val="0"/>
              </a:spcAft>
              <a:buSzPts val="7000"/>
              <a:buNone/>
              <a:defRPr b="1" sz="7000"/>
            </a:lvl7pPr>
            <a:lvl8pPr lvl="7" algn="l">
              <a:lnSpc>
                <a:spcPct val="100000"/>
              </a:lnSpc>
              <a:spcBef>
                <a:spcPts val="0"/>
              </a:spcBef>
              <a:spcAft>
                <a:spcPts val="0"/>
              </a:spcAft>
              <a:buSzPts val="7000"/>
              <a:buNone/>
              <a:defRPr b="1" sz="7000"/>
            </a:lvl8pPr>
            <a:lvl9pPr lvl="8" algn="l">
              <a:lnSpc>
                <a:spcPct val="100000"/>
              </a:lnSpc>
              <a:spcBef>
                <a:spcPts val="0"/>
              </a:spcBef>
              <a:spcAft>
                <a:spcPts val="0"/>
              </a:spcAft>
              <a:buSzPts val="7000"/>
              <a:buNone/>
              <a:defRPr b="1" sz="7000"/>
            </a:lvl9pPr>
          </a:lstStyle>
          <a:p/>
        </p:txBody>
      </p:sp>
      <p:sp>
        <p:nvSpPr>
          <p:cNvPr id="536" name="Google Shape;536;g2d3c537dc00_0_521"/>
          <p:cNvSpPr/>
          <p:nvPr/>
        </p:nvSpPr>
        <p:spPr>
          <a:xfrm>
            <a:off x="228600" y="1802151"/>
            <a:ext cx="1631700" cy="3774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g2d3c537dc00_0_521"/>
          <p:cNvSpPr txBox="1"/>
          <p:nvPr>
            <p:ph idx="2" type="ctrTitle"/>
          </p:nvPr>
        </p:nvSpPr>
        <p:spPr>
          <a:xfrm>
            <a:off x="228600" y="1802150"/>
            <a:ext cx="1631700" cy="377400"/>
          </a:xfrm>
          <a:prstGeom prst="rect">
            <a:avLst/>
          </a:prstGeom>
          <a:noFill/>
          <a:ln>
            <a:noFill/>
          </a:ln>
        </p:spPr>
        <p:txBody>
          <a:bodyPr anchorCtr="0" anchor="ctr" bIns="91425" lIns="91425" spcFirstLastPara="1" rIns="91425" wrap="square" tIns="91425">
            <a:noAutofit/>
          </a:bodyPr>
          <a:lstStyle>
            <a:lvl1pPr lvl="0" algn="ctr">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ctr">
              <a:lnSpc>
                <a:spcPct val="100000"/>
              </a:lnSpc>
              <a:spcBef>
                <a:spcPts val="0"/>
              </a:spcBef>
              <a:spcAft>
                <a:spcPts val="0"/>
              </a:spcAft>
              <a:buSzPts val="1300"/>
              <a:buFont typeface="Inter"/>
              <a:buNone/>
              <a:defRPr sz="1300">
                <a:latin typeface="Inter"/>
                <a:ea typeface="Inter"/>
                <a:cs typeface="Inter"/>
                <a:sym typeface="Inter"/>
              </a:defRPr>
            </a:lvl2pPr>
            <a:lvl3pPr lvl="2" algn="ctr">
              <a:lnSpc>
                <a:spcPct val="100000"/>
              </a:lnSpc>
              <a:spcBef>
                <a:spcPts val="0"/>
              </a:spcBef>
              <a:spcAft>
                <a:spcPts val="0"/>
              </a:spcAft>
              <a:buSzPts val="1300"/>
              <a:buFont typeface="Inter"/>
              <a:buNone/>
              <a:defRPr sz="1300">
                <a:latin typeface="Inter"/>
                <a:ea typeface="Inter"/>
                <a:cs typeface="Inter"/>
                <a:sym typeface="Inter"/>
              </a:defRPr>
            </a:lvl3pPr>
            <a:lvl4pPr lvl="3" algn="ctr">
              <a:lnSpc>
                <a:spcPct val="100000"/>
              </a:lnSpc>
              <a:spcBef>
                <a:spcPts val="0"/>
              </a:spcBef>
              <a:spcAft>
                <a:spcPts val="0"/>
              </a:spcAft>
              <a:buSzPts val="1300"/>
              <a:buFont typeface="Inter"/>
              <a:buNone/>
              <a:defRPr sz="1300">
                <a:latin typeface="Inter"/>
                <a:ea typeface="Inter"/>
                <a:cs typeface="Inter"/>
                <a:sym typeface="Inter"/>
              </a:defRPr>
            </a:lvl4pPr>
            <a:lvl5pPr lvl="4" algn="ctr">
              <a:lnSpc>
                <a:spcPct val="100000"/>
              </a:lnSpc>
              <a:spcBef>
                <a:spcPts val="0"/>
              </a:spcBef>
              <a:spcAft>
                <a:spcPts val="0"/>
              </a:spcAft>
              <a:buSzPts val="1300"/>
              <a:buFont typeface="Inter"/>
              <a:buNone/>
              <a:defRPr sz="1300">
                <a:latin typeface="Inter"/>
                <a:ea typeface="Inter"/>
                <a:cs typeface="Inter"/>
                <a:sym typeface="Inter"/>
              </a:defRPr>
            </a:lvl5pPr>
            <a:lvl6pPr lvl="5" algn="ctr">
              <a:lnSpc>
                <a:spcPct val="100000"/>
              </a:lnSpc>
              <a:spcBef>
                <a:spcPts val="0"/>
              </a:spcBef>
              <a:spcAft>
                <a:spcPts val="0"/>
              </a:spcAft>
              <a:buSzPts val="1300"/>
              <a:buFont typeface="Inter"/>
              <a:buNone/>
              <a:defRPr sz="1300">
                <a:latin typeface="Inter"/>
                <a:ea typeface="Inter"/>
                <a:cs typeface="Inter"/>
                <a:sym typeface="Inter"/>
              </a:defRPr>
            </a:lvl6pPr>
            <a:lvl7pPr lvl="6" algn="ctr">
              <a:lnSpc>
                <a:spcPct val="100000"/>
              </a:lnSpc>
              <a:spcBef>
                <a:spcPts val="0"/>
              </a:spcBef>
              <a:spcAft>
                <a:spcPts val="0"/>
              </a:spcAft>
              <a:buSzPts val="1300"/>
              <a:buFont typeface="Inter"/>
              <a:buNone/>
              <a:defRPr sz="1300">
                <a:latin typeface="Inter"/>
                <a:ea typeface="Inter"/>
                <a:cs typeface="Inter"/>
                <a:sym typeface="Inter"/>
              </a:defRPr>
            </a:lvl7pPr>
            <a:lvl8pPr lvl="7" algn="ctr">
              <a:lnSpc>
                <a:spcPct val="100000"/>
              </a:lnSpc>
              <a:spcBef>
                <a:spcPts val="0"/>
              </a:spcBef>
              <a:spcAft>
                <a:spcPts val="0"/>
              </a:spcAft>
              <a:buSzPts val="1300"/>
              <a:buFont typeface="Inter"/>
              <a:buNone/>
              <a:defRPr sz="1300">
                <a:latin typeface="Inter"/>
                <a:ea typeface="Inter"/>
                <a:cs typeface="Inter"/>
                <a:sym typeface="Inter"/>
              </a:defRPr>
            </a:lvl8pPr>
            <a:lvl9pPr lvl="8" algn="ctr">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538" name="Google Shape;538;g2d3c537dc00_0_521"/>
          <p:cNvSpPr/>
          <p:nvPr/>
        </p:nvSpPr>
        <p:spPr>
          <a:xfrm>
            <a:off x="1992352" y="1802151"/>
            <a:ext cx="1631700" cy="3774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g2d3c537dc00_0_521"/>
          <p:cNvSpPr txBox="1"/>
          <p:nvPr>
            <p:ph idx="3" type="ctrTitle"/>
          </p:nvPr>
        </p:nvSpPr>
        <p:spPr>
          <a:xfrm>
            <a:off x="1992352" y="1802150"/>
            <a:ext cx="1631700" cy="377400"/>
          </a:xfrm>
          <a:prstGeom prst="rect">
            <a:avLst/>
          </a:prstGeom>
          <a:noFill/>
          <a:ln>
            <a:noFill/>
          </a:ln>
        </p:spPr>
        <p:txBody>
          <a:bodyPr anchorCtr="0" anchor="ctr" bIns="91425" lIns="91425" spcFirstLastPara="1" rIns="91425" wrap="square" tIns="91425">
            <a:noAutofit/>
          </a:bodyPr>
          <a:lstStyle>
            <a:lvl1pPr lvl="0" algn="ctr">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ctr">
              <a:lnSpc>
                <a:spcPct val="100000"/>
              </a:lnSpc>
              <a:spcBef>
                <a:spcPts val="0"/>
              </a:spcBef>
              <a:spcAft>
                <a:spcPts val="0"/>
              </a:spcAft>
              <a:buSzPts val="1300"/>
              <a:buFont typeface="Inter"/>
              <a:buNone/>
              <a:defRPr sz="1300">
                <a:latin typeface="Inter"/>
                <a:ea typeface="Inter"/>
                <a:cs typeface="Inter"/>
                <a:sym typeface="Inter"/>
              </a:defRPr>
            </a:lvl2pPr>
            <a:lvl3pPr lvl="2" algn="ctr">
              <a:lnSpc>
                <a:spcPct val="100000"/>
              </a:lnSpc>
              <a:spcBef>
                <a:spcPts val="0"/>
              </a:spcBef>
              <a:spcAft>
                <a:spcPts val="0"/>
              </a:spcAft>
              <a:buSzPts val="1300"/>
              <a:buFont typeface="Inter"/>
              <a:buNone/>
              <a:defRPr sz="1300">
                <a:latin typeface="Inter"/>
                <a:ea typeface="Inter"/>
                <a:cs typeface="Inter"/>
                <a:sym typeface="Inter"/>
              </a:defRPr>
            </a:lvl3pPr>
            <a:lvl4pPr lvl="3" algn="ctr">
              <a:lnSpc>
                <a:spcPct val="100000"/>
              </a:lnSpc>
              <a:spcBef>
                <a:spcPts val="0"/>
              </a:spcBef>
              <a:spcAft>
                <a:spcPts val="0"/>
              </a:spcAft>
              <a:buSzPts val="1300"/>
              <a:buFont typeface="Inter"/>
              <a:buNone/>
              <a:defRPr sz="1300">
                <a:latin typeface="Inter"/>
                <a:ea typeface="Inter"/>
                <a:cs typeface="Inter"/>
                <a:sym typeface="Inter"/>
              </a:defRPr>
            </a:lvl4pPr>
            <a:lvl5pPr lvl="4" algn="ctr">
              <a:lnSpc>
                <a:spcPct val="100000"/>
              </a:lnSpc>
              <a:spcBef>
                <a:spcPts val="0"/>
              </a:spcBef>
              <a:spcAft>
                <a:spcPts val="0"/>
              </a:spcAft>
              <a:buSzPts val="1300"/>
              <a:buFont typeface="Inter"/>
              <a:buNone/>
              <a:defRPr sz="1300">
                <a:latin typeface="Inter"/>
                <a:ea typeface="Inter"/>
                <a:cs typeface="Inter"/>
                <a:sym typeface="Inter"/>
              </a:defRPr>
            </a:lvl5pPr>
            <a:lvl6pPr lvl="5" algn="ctr">
              <a:lnSpc>
                <a:spcPct val="100000"/>
              </a:lnSpc>
              <a:spcBef>
                <a:spcPts val="0"/>
              </a:spcBef>
              <a:spcAft>
                <a:spcPts val="0"/>
              </a:spcAft>
              <a:buSzPts val="1300"/>
              <a:buFont typeface="Inter"/>
              <a:buNone/>
              <a:defRPr sz="1300">
                <a:latin typeface="Inter"/>
                <a:ea typeface="Inter"/>
                <a:cs typeface="Inter"/>
                <a:sym typeface="Inter"/>
              </a:defRPr>
            </a:lvl6pPr>
            <a:lvl7pPr lvl="6" algn="ctr">
              <a:lnSpc>
                <a:spcPct val="100000"/>
              </a:lnSpc>
              <a:spcBef>
                <a:spcPts val="0"/>
              </a:spcBef>
              <a:spcAft>
                <a:spcPts val="0"/>
              </a:spcAft>
              <a:buSzPts val="1300"/>
              <a:buFont typeface="Inter"/>
              <a:buNone/>
              <a:defRPr sz="1300">
                <a:latin typeface="Inter"/>
                <a:ea typeface="Inter"/>
                <a:cs typeface="Inter"/>
                <a:sym typeface="Inter"/>
              </a:defRPr>
            </a:lvl7pPr>
            <a:lvl8pPr lvl="7" algn="ctr">
              <a:lnSpc>
                <a:spcPct val="100000"/>
              </a:lnSpc>
              <a:spcBef>
                <a:spcPts val="0"/>
              </a:spcBef>
              <a:spcAft>
                <a:spcPts val="0"/>
              </a:spcAft>
              <a:buSzPts val="1300"/>
              <a:buFont typeface="Inter"/>
              <a:buNone/>
              <a:defRPr sz="1300">
                <a:latin typeface="Inter"/>
                <a:ea typeface="Inter"/>
                <a:cs typeface="Inter"/>
                <a:sym typeface="Inter"/>
              </a:defRPr>
            </a:lvl8pPr>
            <a:lvl9pPr lvl="8" algn="ctr">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540" name="Google Shape;540;g2d3c537dc00_0_521"/>
          <p:cNvSpPr/>
          <p:nvPr/>
        </p:nvSpPr>
        <p:spPr>
          <a:xfrm>
            <a:off x="3756105" y="1802151"/>
            <a:ext cx="1631700" cy="3774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g2d3c537dc00_0_521"/>
          <p:cNvSpPr txBox="1"/>
          <p:nvPr>
            <p:ph idx="4" type="ctrTitle"/>
          </p:nvPr>
        </p:nvSpPr>
        <p:spPr>
          <a:xfrm>
            <a:off x="3756105" y="1802150"/>
            <a:ext cx="1631700" cy="377400"/>
          </a:xfrm>
          <a:prstGeom prst="rect">
            <a:avLst/>
          </a:prstGeom>
          <a:noFill/>
          <a:ln>
            <a:noFill/>
          </a:ln>
        </p:spPr>
        <p:txBody>
          <a:bodyPr anchorCtr="0" anchor="ctr" bIns="91425" lIns="91425" spcFirstLastPara="1" rIns="91425" wrap="square" tIns="91425">
            <a:noAutofit/>
          </a:bodyPr>
          <a:lstStyle>
            <a:lvl1pPr lvl="0" algn="ctr">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ctr">
              <a:lnSpc>
                <a:spcPct val="100000"/>
              </a:lnSpc>
              <a:spcBef>
                <a:spcPts val="0"/>
              </a:spcBef>
              <a:spcAft>
                <a:spcPts val="0"/>
              </a:spcAft>
              <a:buSzPts val="1300"/>
              <a:buFont typeface="Inter"/>
              <a:buNone/>
              <a:defRPr sz="1300">
                <a:latin typeface="Inter"/>
                <a:ea typeface="Inter"/>
                <a:cs typeface="Inter"/>
                <a:sym typeface="Inter"/>
              </a:defRPr>
            </a:lvl2pPr>
            <a:lvl3pPr lvl="2" algn="ctr">
              <a:lnSpc>
                <a:spcPct val="100000"/>
              </a:lnSpc>
              <a:spcBef>
                <a:spcPts val="0"/>
              </a:spcBef>
              <a:spcAft>
                <a:spcPts val="0"/>
              </a:spcAft>
              <a:buSzPts val="1300"/>
              <a:buFont typeface="Inter"/>
              <a:buNone/>
              <a:defRPr sz="1300">
                <a:latin typeface="Inter"/>
                <a:ea typeface="Inter"/>
                <a:cs typeface="Inter"/>
                <a:sym typeface="Inter"/>
              </a:defRPr>
            </a:lvl3pPr>
            <a:lvl4pPr lvl="3" algn="ctr">
              <a:lnSpc>
                <a:spcPct val="100000"/>
              </a:lnSpc>
              <a:spcBef>
                <a:spcPts val="0"/>
              </a:spcBef>
              <a:spcAft>
                <a:spcPts val="0"/>
              </a:spcAft>
              <a:buSzPts val="1300"/>
              <a:buFont typeface="Inter"/>
              <a:buNone/>
              <a:defRPr sz="1300">
                <a:latin typeface="Inter"/>
                <a:ea typeface="Inter"/>
                <a:cs typeface="Inter"/>
                <a:sym typeface="Inter"/>
              </a:defRPr>
            </a:lvl4pPr>
            <a:lvl5pPr lvl="4" algn="ctr">
              <a:lnSpc>
                <a:spcPct val="100000"/>
              </a:lnSpc>
              <a:spcBef>
                <a:spcPts val="0"/>
              </a:spcBef>
              <a:spcAft>
                <a:spcPts val="0"/>
              </a:spcAft>
              <a:buSzPts val="1300"/>
              <a:buFont typeface="Inter"/>
              <a:buNone/>
              <a:defRPr sz="1300">
                <a:latin typeface="Inter"/>
                <a:ea typeface="Inter"/>
                <a:cs typeface="Inter"/>
                <a:sym typeface="Inter"/>
              </a:defRPr>
            </a:lvl5pPr>
            <a:lvl6pPr lvl="5" algn="ctr">
              <a:lnSpc>
                <a:spcPct val="100000"/>
              </a:lnSpc>
              <a:spcBef>
                <a:spcPts val="0"/>
              </a:spcBef>
              <a:spcAft>
                <a:spcPts val="0"/>
              </a:spcAft>
              <a:buSzPts val="1300"/>
              <a:buFont typeface="Inter"/>
              <a:buNone/>
              <a:defRPr sz="1300">
                <a:latin typeface="Inter"/>
                <a:ea typeface="Inter"/>
                <a:cs typeface="Inter"/>
                <a:sym typeface="Inter"/>
              </a:defRPr>
            </a:lvl6pPr>
            <a:lvl7pPr lvl="6" algn="ctr">
              <a:lnSpc>
                <a:spcPct val="100000"/>
              </a:lnSpc>
              <a:spcBef>
                <a:spcPts val="0"/>
              </a:spcBef>
              <a:spcAft>
                <a:spcPts val="0"/>
              </a:spcAft>
              <a:buSzPts val="1300"/>
              <a:buFont typeface="Inter"/>
              <a:buNone/>
              <a:defRPr sz="1300">
                <a:latin typeface="Inter"/>
                <a:ea typeface="Inter"/>
                <a:cs typeface="Inter"/>
                <a:sym typeface="Inter"/>
              </a:defRPr>
            </a:lvl7pPr>
            <a:lvl8pPr lvl="7" algn="ctr">
              <a:lnSpc>
                <a:spcPct val="100000"/>
              </a:lnSpc>
              <a:spcBef>
                <a:spcPts val="0"/>
              </a:spcBef>
              <a:spcAft>
                <a:spcPts val="0"/>
              </a:spcAft>
              <a:buSzPts val="1300"/>
              <a:buFont typeface="Inter"/>
              <a:buNone/>
              <a:defRPr sz="1300">
                <a:latin typeface="Inter"/>
                <a:ea typeface="Inter"/>
                <a:cs typeface="Inter"/>
                <a:sym typeface="Inter"/>
              </a:defRPr>
            </a:lvl8pPr>
            <a:lvl9pPr lvl="8" algn="ctr">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542" name="Google Shape;542;g2d3c537dc00_0_521"/>
          <p:cNvSpPr/>
          <p:nvPr/>
        </p:nvSpPr>
        <p:spPr>
          <a:xfrm>
            <a:off x="5519857" y="1802151"/>
            <a:ext cx="1631700" cy="3774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g2d3c537dc00_0_521"/>
          <p:cNvSpPr txBox="1"/>
          <p:nvPr>
            <p:ph idx="5" type="ctrTitle"/>
          </p:nvPr>
        </p:nvSpPr>
        <p:spPr>
          <a:xfrm>
            <a:off x="5519857" y="1802150"/>
            <a:ext cx="1631700" cy="377400"/>
          </a:xfrm>
          <a:prstGeom prst="rect">
            <a:avLst/>
          </a:prstGeom>
          <a:noFill/>
          <a:ln>
            <a:noFill/>
          </a:ln>
        </p:spPr>
        <p:txBody>
          <a:bodyPr anchorCtr="0" anchor="ctr" bIns="91425" lIns="91425" spcFirstLastPara="1" rIns="91425" wrap="square" tIns="91425">
            <a:noAutofit/>
          </a:bodyPr>
          <a:lstStyle>
            <a:lvl1pPr lvl="0" algn="ctr">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ctr">
              <a:lnSpc>
                <a:spcPct val="100000"/>
              </a:lnSpc>
              <a:spcBef>
                <a:spcPts val="0"/>
              </a:spcBef>
              <a:spcAft>
                <a:spcPts val="0"/>
              </a:spcAft>
              <a:buSzPts val="1300"/>
              <a:buFont typeface="Inter"/>
              <a:buNone/>
              <a:defRPr sz="1300">
                <a:latin typeface="Inter"/>
                <a:ea typeface="Inter"/>
                <a:cs typeface="Inter"/>
                <a:sym typeface="Inter"/>
              </a:defRPr>
            </a:lvl2pPr>
            <a:lvl3pPr lvl="2" algn="ctr">
              <a:lnSpc>
                <a:spcPct val="100000"/>
              </a:lnSpc>
              <a:spcBef>
                <a:spcPts val="0"/>
              </a:spcBef>
              <a:spcAft>
                <a:spcPts val="0"/>
              </a:spcAft>
              <a:buSzPts val="1300"/>
              <a:buFont typeface="Inter"/>
              <a:buNone/>
              <a:defRPr sz="1300">
                <a:latin typeface="Inter"/>
                <a:ea typeface="Inter"/>
                <a:cs typeface="Inter"/>
                <a:sym typeface="Inter"/>
              </a:defRPr>
            </a:lvl3pPr>
            <a:lvl4pPr lvl="3" algn="ctr">
              <a:lnSpc>
                <a:spcPct val="100000"/>
              </a:lnSpc>
              <a:spcBef>
                <a:spcPts val="0"/>
              </a:spcBef>
              <a:spcAft>
                <a:spcPts val="0"/>
              </a:spcAft>
              <a:buSzPts val="1300"/>
              <a:buFont typeface="Inter"/>
              <a:buNone/>
              <a:defRPr sz="1300">
                <a:latin typeface="Inter"/>
                <a:ea typeface="Inter"/>
                <a:cs typeface="Inter"/>
                <a:sym typeface="Inter"/>
              </a:defRPr>
            </a:lvl4pPr>
            <a:lvl5pPr lvl="4" algn="ctr">
              <a:lnSpc>
                <a:spcPct val="100000"/>
              </a:lnSpc>
              <a:spcBef>
                <a:spcPts val="0"/>
              </a:spcBef>
              <a:spcAft>
                <a:spcPts val="0"/>
              </a:spcAft>
              <a:buSzPts val="1300"/>
              <a:buFont typeface="Inter"/>
              <a:buNone/>
              <a:defRPr sz="1300">
                <a:latin typeface="Inter"/>
                <a:ea typeface="Inter"/>
                <a:cs typeface="Inter"/>
                <a:sym typeface="Inter"/>
              </a:defRPr>
            </a:lvl5pPr>
            <a:lvl6pPr lvl="5" algn="ctr">
              <a:lnSpc>
                <a:spcPct val="100000"/>
              </a:lnSpc>
              <a:spcBef>
                <a:spcPts val="0"/>
              </a:spcBef>
              <a:spcAft>
                <a:spcPts val="0"/>
              </a:spcAft>
              <a:buSzPts val="1300"/>
              <a:buFont typeface="Inter"/>
              <a:buNone/>
              <a:defRPr sz="1300">
                <a:latin typeface="Inter"/>
                <a:ea typeface="Inter"/>
                <a:cs typeface="Inter"/>
                <a:sym typeface="Inter"/>
              </a:defRPr>
            </a:lvl6pPr>
            <a:lvl7pPr lvl="6" algn="ctr">
              <a:lnSpc>
                <a:spcPct val="100000"/>
              </a:lnSpc>
              <a:spcBef>
                <a:spcPts val="0"/>
              </a:spcBef>
              <a:spcAft>
                <a:spcPts val="0"/>
              </a:spcAft>
              <a:buSzPts val="1300"/>
              <a:buFont typeface="Inter"/>
              <a:buNone/>
              <a:defRPr sz="1300">
                <a:latin typeface="Inter"/>
                <a:ea typeface="Inter"/>
                <a:cs typeface="Inter"/>
                <a:sym typeface="Inter"/>
              </a:defRPr>
            </a:lvl7pPr>
            <a:lvl8pPr lvl="7" algn="ctr">
              <a:lnSpc>
                <a:spcPct val="100000"/>
              </a:lnSpc>
              <a:spcBef>
                <a:spcPts val="0"/>
              </a:spcBef>
              <a:spcAft>
                <a:spcPts val="0"/>
              </a:spcAft>
              <a:buSzPts val="1300"/>
              <a:buFont typeface="Inter"/>
              <a:buNone/>
              <a:defRPr sz="1300">
                <a:latin typeface="Inter"/>
                <a:ea typeface="Inter"/>
                <a:cs typeface="Inter"/>
                <a:sym typeface="Inter"/>
              </a:defRPr>
            </a:lvl8pPr>
            <a:lvl9pPr lvl="8" algn="ctr">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544" name="Google Shape;544;g2d3c537dc00_0_521"/>
          <p:cNvSpPr/>
          <p:nvPr/>
        </p:nvSpPr>
        <p:spPr>
          <a:xfrm>
            <a:off x="7283600" y="1802151"/>
            <a:ext cx="1631700" cy="3774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g2d3c537dc00_0_521"/>
          <p:cNvSpPr txBox="1"/>
          <p:nvPr>
            <p:ph idx="6" type="ctrTitle"/>
          </p:nvPr>
        </p:nvSpPr>
        <p:spPr>
          <a:xfrm>
            <a:off x="7283600" y="1802150"/>
            <a:ext cx="1631700" cy="377400"/>
          </a:xfrm>
          <a:prstGeom prst="rect">
            <a:avLst/>
          </a:prstGeom>
          <a:noFill/>
          <a:ln>
            <a:noFill/>
          </a:ln>
        </p:spPr>
        <p:txBody>
          <a:bodyPr anchorCtr="0" anchor="ctr" bIns="91425" lIns="91425" spcFirstLastPara="1" rIns="91425" wrap="square" tIns="91425">
            <a:noAutofit/>
          </a:bodyPr>
          <a:lstStyle>
            <a:lvl1pPr lvl="0" algn="ctr">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ctr">
              <a:lnSpc>
                <a:spcPct val="100000"/>
              </a:lnSpc>
              <a:spcBef>
                <a:spcPts val="0"/>
              </a:spcBef>
              <a:spcAft>
                <a:spcPts val="0"/>
              </a:spcAft>
              <a:buSzPts val="1300"/>
              <a:buFont typeface="Inter"/>
              <a:buNone/>
              <a:defRPr sz="1300">
                <a:latin typeface="Inter"/>
                <a:ea typeface="Inter"/>
                <a:cs typeface="Inter"/>
                <a:sym typeface="Inter"/>
              </a:defRPr>
            </a:lvl2pPr>
            <a:lvl3pPr lvl="2" algn="ctr">
              <a:lnSpc>
                <a:spcPct val="100000"/>
              </a:lnSpc>
              <a:spcBef>
                <a:spcPts val="0"/>
              </a:spcBef>
              <a:spcAft>
                <a:spcPts val="0"/>
              </a:spcAft>
              <a:buSzPts val="1300"/>
              <a:buFont typeface="Inter"/>
              <a:buNone/>
              <a:defRPr sz="1300">
                <a:latin typeface="Inter"/>
                <a:ea typeface="Inter"/>
                <a:cs typeface="Inter"/>
                <a:sym typeface="Inter"/>
              </a:defRPr>
            </a:lvl3pPr>
            <a:lvl4pPr lvl="3" algn="ctr">
              <a:lnSpc>
                <a:spcPct val="100000"/>
              </a:lnSpc>
              <a:spcBef>
                <a:spcPts val="0"/>
              </a:spcBef>
              <a:spcAft>
                <a:spcPts val="0"/>
              </a:spcAft>
              <a:buSzPts val="1300"/>
              <a:buFont typeface="Inter"/>
              <a:buNone/>
              <a:defRPr sz="1300">
                <a:latin typeface="Inter"/>
                <a:ea typeface="Inter"/>
                <a:cs typeface="Inter"/>
                <a:sym typeface="Inter"/>
              </a:defRPr>
            </a:lvl4pPr>
            <a:lvl5pPr lvl="4" algn="ctr">
              <a:lnSpc>
                <a:spcPct val="100000"/>
              </a:lnSpc>
              <a:spcBef>
                <a:spcPts val="0"/>
              </a:spcBef>
              <a:spcAft>
                <a:spcPts val="0"/>
              </a:spcAft>
              <a:buSzPts val="1300"/>
              <a:buFont typeface="Inter"/>
              <a:buNone/>
              <a:defRPr sz="1300">
                <a:latin typeface="Inter"/>
                <a:ea typeface="Inter"/>
                <a:cs typeface="Inter"/>
                <a:sym typeface="Inter"/>
              </a:defRPr>
            </a:lvl5pPr>
            <a:lvl6pPr lvl="5" algn="ctr">
              <a:lnSpc>
                <a:spcPct val="100000"/>
              </a:lnSpc>
              <a:spcBef>
                <a:spcPts val="0"/>
              </a:spcBef>
              <a:spcAft>
                <a:spcPts val="0"/>
              </a:spcAft>
              <a:buSzPts val="1300"/>
              <a:buFont typeface="Inter"/>
              <a:buNone/>
              <a:defRPr sz="1300">
                <a:latin typeface="Inter"/>
                <a:ea typeface="Inter"/>
                <a:cs typeface="Inter"/>
                <a:sym typeface="Inter"/>
              </a:defRPr>
            </a:lvl6pPr>
            <a:lvl7pPr lvl="6" algn="ctr">
              <a:lnSpc>
                <a:spcPct val="100000"/>
              </a:lnSpc>
              <a:spcBef>
                <a:spcPts val="0"/>
              </a:spcBef>
              <a:spcAft>
                <a:spcPts val="0"/>
              </a:spcAft>
              <a:buSzPts val="1300"/>
              <a:buFont typeface="Inter"/>
              <a:buNone/>
              <a:defRPr sz="1300">
                <a:latin typeface="Inter"/>
                <a:ea typeface="Inter"/>
                <a:cs typeface="Inter"/>
                <a:sym typeface="Inter"/>
              </a:defRPr>
            </a:lvl7pPr>
            <a:lvl8pPr lvl="7" algn="ctr">
              <a:lnSpc>
                <a:spcPct val="100000"/>
              </a:lnSpc>
              <a:spcBef>
                <a:spcPts val="0"/>
              </a:spcBef>
              <a:spcAft>
                <a:spcPts val="0"/>
              </a:spcAft>
              <a:buSzPts val="1300"/>
              <a:buFont typeface="Inter"/>
              <a:buNone/>
              <a:defRPr sz="1300">
                <a:latin typeface="Inter"/>
                <a:ea typeface="Inter"/>
                <a:cs typeface="Inter"/>
                <a:sym typeface="Inter"/>
              </a:defRPr>
            </a:lvl8pPr>
            <a:lvl9pPr lvl="8" algn="ctr">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546" name="Google Shape;546;g2d3c537dc00_0_521"/>
          <p:cNvSpPr/>
          <p:nvPr/>
        </p:nvSpPr>
        <p:spPr>
          <a:xfrm>
            <a:off x="228650" y="2259341"/>
            <a:ext cx="1631700" cy="3774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g2d3c537dc00_0_521"/>
          <p:cNvSpPr txBox="1"/>
          <p:nvPr>
            <p:ph idx="7" type="ctrTitle"/>
          </p:nvPr>
        </p:nvSpPr>
        <p:spPr>
          <a:xfrm>
            <a:off x="228650" y="2259339"/>
            <a:ext cx="1631700" cy="377400"/>
          </a:xfrm>
          <a:prstGeom prst="rect">
            <a:avLst/>
          </a:prstGeom>
          <a:noFill/>
          <a:ln>
            <a:noFill/>
          </a:ln>
        </p:spPr>
        <p:txBody>
          <a:bodyPr anchorCtr="0" anchor="ctr" bIns="91425" lIns="91425" spcFirstLastPara="1" rIns="91425" wrap="square" tIns="91425">
            <a:noAutofit/>
          </a:bodyPr>
          <a:lstStyle>
            <a:lvl1pPr lvl="0" algn="ctr">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ctr">
              <a:lnSpc>
                <a:spcPct val="100000"/>
              </a:lnSpc>
              <a:spcBef>
                <a:spcPts val="0"/>
              </a:spcBef>
              <a:spcAft>
                <a:spcPts val="0"/>
              </a:spcAft>
              <a:buSzPts val="1300"/>
              <a:buFont typeface="Inter"/>
              <a:buNone/>
              <a:defRPr sz="1300">
                <a:latin typeface="Inter"/>
                <a:ea typeface="Inter"/>
                <a:cs typeface="Inter"/>
                <a:sym typeface="Inter"/>
              </a:defRPr>
            </a:lvl2pPr>
            <a:lvl3pPr lvl="2" algn="ctr">
              <a:lnSpc>
                <a:spcPct val="100000"/>
              </a:lnSpc>
              <a:spcBef>
                <a:spcPts val="0"/>
              </a:spcBef>
              <a:spcAft>
                <a:spcPts val="0"/>
              </a:spcAft>
              <a:buSzPts val="1300"/>
              <a:buFont typeface="Inter"/>
              <a:buNone/>
              <a:defRPr sz="1300">
                <a:latin typeface="Inter"/>
                <a:ea typeface="Inter"/>
                <a:cs typeface="Inter"/>
                <a:sym typeface="Inter"/>
              </a:defRPr>
            </a:lvl3pPr>
            <a:lvl4pPr lvl="3" algn="ctr">
              <a:lnSpc>
                <a:spcPct val="100000"/>
              </a:lnSpc>
              <a:spcBef>
                <a:spcPts val="0"/>
              </a:spcBef>
              <a:spcAft>
                <a:spcPts val="0"/>
              </a:spcAft>
              <a:buSzPts val="1300"/>
              <a:buFont typeface="Inter"/>
              <a:buNone/>
              <a:defRPr sz="1300">
                <a:latin typeface="Inter"/>
                <a:ea typeface="Inter"/>
                <a:cs typeface="Inter"/>
                <a:sym typeface="Inter"/>
              </a:defRPr>
            </a:lvl4pPr>
            <a:lvl5pPr lvl="4" algn="ctr">
              <a:lnSpc>
                <a:spcPct val="100000"/>
              </a:lnSpc>
              <a:spcBef>
                <a:spcPts val="0"/>
              </a:spcBef>
              <a:spcAft>
                <a:spcPts val="0"/>
              </a:spcAft>
              <a:buSzPts val="1300"/>
              <a:buFont typeface="Inter"/>
              <a:buNone/>
              <a:defRPr sz="1300">
                <a:latin typeface="Inter"/>
                <a:ea typeface="Inter"/>
                <a:cs typeface="Inter"/>
                <a:sym typeface="Inter"/>
              </a:defRPr>
            </a:lvl5pPr>
            <a:lvl6pPr lvl="5" algn="ctr">
              <a:lnSpc>
                <a:spcPct val="100000"/>
              </a:lnSpc>
              <a:spcBef>
                <a:spcPts val="0"/>
              </a:spcBef>
              <a:spcAft>
                <a:spcPts val="0"/>
              </a:spcAft>
              <a:buSzPts val="1300"/>
              <a:buFont typeface="Inter"/>
              <a:buNone/>
              <a:defRPr sz="1300">
                <a:latin typeface="Inter"/>
                <a:ea typeface="Inter"/>
                <a:cs typeface="Inter"/>
                <a:sym typeface="Inter"/>
              </a:defRPr>
            </a:lvl6pPr>
            <a:lvl7pPr lvl="6" algn="ctr">
              <a:lnSpc>
                <a:spcPct val="100000"/>
              </a:lnSpc>
              <a:spcBef>
                <a:spcPts val="0"/>
              </a:spcBef>
              <a:spcAft>
                <a:spcPts val="0"/>
              </a:spcAft>
              <a:buSzPts val="1300"/>
              <a:buFont typeface="Inter"/>
              <a:buNone/>
              <a:defRPr sz="1300">
                <a:latin typeface="Inter"/>
                <a:ea typeface="Inter"/>
                <a:cs typeface="Inter"/>
                <a:sym typeface="Inter"/>
              </a:defRPr>
            </a:lvl7pPr>
            <a:lvl8pPr lvl="7" algn="ctr">
              <a:lnSpc>
                <a:spcPct val="100000"/>
              </a:lnSpc>
              <a:spcBef>
                <a:spcPts val="0"/>
              </a:spcBef>
              <a:spcAft>
                <a:spcPts val="0"/>
              </a:spcAft>
              <a:buSzPts val="1300"/>
              <a:buFont typeface="Inter"/>
              <a:buNone/>
              <a:defRPr sz="1300">
                <a:latin typeface="Inter"/>
                <a:ea typeface="Inter"/>
                <a:cs typeface="Inter"/>
                <a:sym typeface="Inter"/>
              </a:defRPr>
            </a:lvl8pPr>
            <a:lvl9pPr lvl="8" algn="ctr">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548" name="Google Shape;548;g2d3c537dc00_0_521"/>
          <p:cNvSpPr/>
          <p:nvPr/>
        </p:nvSpPr>
        <p:spPr>
          <a:xfrm>
            <a:off x="1992402" y="2259341"/>
            <a:ext cx="1631700" cy="3774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g2d3c537dc00_0_521"/>
          <p:cNvSpPr txBox="1"/>
          <p:nvPr>
            <p:ph idx="8" type="ctrTitle"/>
          </p:nvPr>
        </p:nvSpPr>
        <p:spPr>
          <a:xfrm>
            <a:off x="1992402" y="2259339"/>
            <a:ext cx="1631700" cy="377400"/>
          </a:xfrm>
          <a:prstGeom prst="rect">
            <a:avLst/>
          </a:prstGeom>
          <a:noFill/>
          <a:ln>
            <a:noFill/>
          </a:ln>
        </p:spPr>
        <p:txBody>
          <a:bodyPr anchorCtr="0" anchor="ctr" bIns="91425" lIns="91425" spcFirstLastPara="1" rIns="91425" wrap="square" tIns="91425">
            <a:noAutofit/>
          </a:bodyPr>
          <a:lstStyle>
            <a:lvl1pPr lvl="0" algn="ctr">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ctr">
              <a:lnSpc>
                <a:spcPct val="100000"/>
              </a:lnSpc>
              <a:spcBef>
                <a:spcPts val="0"/>
              </a:spcBef>
              <a:spcAft>
                <a:spcPts val="0"/>
              </a:spcAft>
              <a:buSzPts val="1300"/>
              <a:buFont typeface="Inter"/>
              <a:buNone/>
              <a:defRPr sz="1300">
                <a:latin typeface="Inter"/>
                <a:ea typeface="Inter"/>
                <a:cs typeface="Inter"/>
                <a:sym typeface="Inter"/>
              </a:defRPr>
            </a:lvl2pPr>
            <a:lvl3pPr lvl="2" algn="ctr">
              <a:lnSpc>
                <a:spcPct val="100000"/>
              </a:lnSpc>
              <a:spcBef>
                <a:spcPts val="0"/>
              </a:spcBef>
              <a:spcAft>
                <a:spcPts val="0"/>
              </a:spcAft>
              <a:buSzPts val="1300"/>
              <a:buFont typeface="Inter"/>
              <a:buNone/>
              <a:defRPr sz="1300">
                <a:latin typeface="Inter"/>
                <a:ea typeface="Inter"/>
                <a:cs typeface="Inter"/>
                <a:sym typeface="Inter"/>
              </a:defRPr>
            </a:lvl3pPr>
            <a:lvl4pPr lvl="3" algn="ctr">
              <a:lnSpc>
                <a:spcPct val="100000"/>
              </a:lnSpc>
              <a:spcBef>
                <a:spcPts val="0"/>
              </a:spcBef>
              <a:spcAft>
                <a:spcPts val="0"/>
              </a:spcAft>
              <a:buSzPts val="1300"/>
              <a:buFont typeface="Inter"/>
              <a:buNone/>
              <a:defRPr sz="1300">
                <a:latin typeface="Inter"/>
                <a:ea typeface="Inter"/>
                <a:cs typeface="Inter"/>
                <a:sym typeface="Inter"/>
              </a:defRPr>
            </a:lvl4pPr>
            <a:lvl5pPr lvl="4" algn="ctr">
              <a:lnSpc>
                <a:spcPct val="100000"/>
              </a:lnSpc>
              <a:spcBef>
                <a:spcPts val="0"/>
              </a:spcBef>
              <a:spcAft>
                <a:spcPts val="0"/>
              </a:spcAft>
              <a:buSzPts val="1300"/>
              <a:buFont typeface="Inter"/>
              <a:buNone/>
              <a:defRPr sz="1300">
                <a:latin typeface="Inter"/>
                <a:ea typeface="Inter"/>
                <a:cs typeface="Inter"/>
                <a:sym typeface="Inter"/>
              </a:defRPr>
            </a:lvl5pPr>
            <a:lvl6pPr lvl="5" algn="ctr">
              <a:lnSpc>
                <a:spcPct val="100000"/>
              </a:lnSpc>
              <a:spcBef>
                <a:spcPts val="0"/>
              </a:spcBef>
              <a:spcAft>
                <a:spcPts val="0"/>
              </a:spcAft>
              <a:buSzPts val="1300"/>
              <a:buFont typeface="Inter"/>
              <a:buNone/>
              <a:defRPr sz="1300">
                <a:latin typeface="Inter"/>
                <a:ea typeface="Inter"/>
                <a:cs typeface="Inter"/>
                <a:sym typeface="Inter"/>
              </a:defRPr>
            </a:lvl6pPr>
            <a:lvl7pPr lvl="6" algn="ctr">
              <a:lnSpc>
                <a:spcPct val="100000"/>
              </a:lnSpc>
              <a:spcBef>
                <a:spcPts val="0"/>
              </a:spcBef>
              <a:spcAft>
                <a:spcPts val="0"/>
              </a:spcAft>
              <a:buSzPts val="1300"/>
              <a:buFont typeface="Inter"/>
              <a:buNone/>
              <a:defRPr sz="1300">
                <a:latin typeface="Inter"/>
                <a:ea typeface="Inter"/>
                <a:cs typeface="Inter"/>
                <a:sym typeface="Inter"/>
              </a:defRPr>
            </a:lvl7pPr>
            <a:lvl8pPr lvl="7" algn="ctr">
              <a:lnSpc>
                <a:spcPct val="100000"/>
              </a:lnSpc>
              <a:spcBef>
                <a:spcPts val="0"/>
              </a:spcBef>
              <a:spcAft>
                <a:spcPts val="0"/>
              </a:spcAft>
              <a:buSzPts val="1300"/>
              <a:buFont typeface="Inter"/>
              <a:buNone/>
              <a:defRPr sz="1300">
                <a:latin typeface="Inter"/>
                <a:ea typeface="Inter"/>
                <a:cs typeface="Inter"/>
                <a:sym typeface="Inter"/>
              </a:defRPr>
            </a:lvl8pPr>
            <a:lvl9pPr lvl="8" algn="ctr">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550" name="Google Shape;550;g2d3c537dc00_0_521"/>
          <p:cNvSpPr/>
          <p:nvPr/>
        </p:nvSpPr>
        <p:spPr>
          <a:xfrm>
            <a:off x="3756155" y="2259341"/>
            <a:ext cx="1631700" cy="3774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g2d3c537dc00_0_521"/>
          <p:cNvSpPr txBox="1"/>
          <p:nvPr>
            <p:ph idx="9" type="ctrTitle"/>
          </p:nvPr>
        </p:nvSpPr>
        <p:spPr>
          <a:xfrm>
            <a:off x="3756155" y="2259339"/>
            <a:ext cx="1631700" cy="377400"/>
          </a:xfrm>
          <a:prstGeom prst="rect">
            <a:avLst/>
          </a:prstGeom>
          <a:noFill/>
          <a:ln>
            <a:noFill/>
          </a:ln>
        </p:spPr>
        <p:txBody>
          <a:bodyPr anchorCtr="0" anchor="ctr" bIns="91425" lIns="91425" spcFirstLastPara="1" rIns="91425" wrap="square" tIns="91425">
            <a:noAutofit/>
          </a:bodyPr>
          <a:lstStyle>
            <a:lvl1pPr lvl="0" algn="ctr">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ctr">
              <a:lnSpc>
                <a:spcPct val="100000"/>
              </a:lnSpc>
              <a:spcBef>
                <a:spcPts val="0"/>
              </a:spcBef>
              <a:spcAft>
                <a:spcPts val="0"/>
              </a:spcAft>
              <a:buSzPts val="1300"/>
              <a:buFont typeface="Inter"/>
              <a:buNone/>
              <a:defRPr sz="1300">
                <a:latin typeface="Inter"/>
                <a:ea typeface="Inter"/>
                <a:cs typeface="Inter"/>
                <a:sym typeface="Inter"/>
              </a:defRPr>
            </a:lvl2pPr>
            <a:lvl3pPr lvl="2" algn="ctr">
              <a:lnSpc>
                <a:spcPct val="100000"/>
              </a:lnSpc>
              <a:spcBef>
                <a:spcPts val="0"/>
              </a:spcBef>
              <a:spcAft>
                <a:spcPts val="0"/>
              </a:spcAft>
              <a:buSzPts val="1300"/>
              <a:buFont typeface="Inter"/>
              <a:buNone/>
              <a:defRPr sz="1300">
                <a:latin typeface="Inter"/>
                <a:ea typeface="Inter"/>
                <a:cs typeface="Inter"/>
                <a:sym typeface="Inter"/>
              </a:defRPr>
            </a:lvl3pPr>
            <a:lvl4pPr lvl="3" algn="ctr">
              <a:lnSpc>
                <a:spcPct val="100000"/>
              </a:lnSpc>
              <a:spcBef>
                <a:spcPts val="0"/>
              </a:spcBef>
              <a:spcAft>
                <a:spcPts val="0"/>
              </a:spcAft>
              <a:buSzPts val="1300"/>
              <a:buFont typeface="Inter"/>
              <a:buNone/>
              <a:defRPr sz="1300">
                <a:latin typeface="Inter"/>
                <a:ea typeface="Inter"/>
                <a:cs typeface="Inter"/>
                <a:sym typeface="Inter"/>
              </a:defRPr>
            </a:lvl4pPr>
            <a:lvl5pPr lvl="4" algn="ctr">
              <a:lnSpc>
                <a:spcPct val="100000"/>
              </a:lnSpc>
              <a:spcBef>
                <a:spcPts val="0"/>
              </a:spcBef>
              <a:spcAft>
                <a:spcPts val="0"/>
              </a:spcAft>
              <a:buSzPts val="1300"/>
              <a:buFont typeface="Inter"/>
              <a:buNone/>
              <a:defRPr sz="1300">
                <a:latin typeface="Inter"/>
                <a:ea typeface="Inter"/>
                <a:cs typeface="Inter"/>
                <a:sym typeface="Inter"/>
              </a:defRPr>
            </a:lvl5pPr>
            <a:lvl6pPr lvl="5" algn="ctr">
              <a:lnSpc>
                <a:spcPct val="100000"/>
              </a:lnSpc>
              <a:spcBef>
                <a:spcPts val="0"/>
              </a:spcBef>
              <a:spcAft>
                <a:spcPts val="0"/>
              </a:spcAft>
              <a:buSzPts val="1300"/>
              <a:buFont typeface="Inter"/>
              <a:buNone/>
              <a:defRPr sz="1300">
                <a:latin typeface="Inter"/>
                <a:ea typeface="Inter"/>
                <a:cs typeface="Inter"/>
                <a:sym typeface="Inter"/>
              </a:defRPr>
            </a:lvl6pPr>
            <a:lvl7pPr lvl="6" algn="ctr">
              <a:lnSpc>
                <a:spcPct val="100000"/>
              </a:lnSpc>
              <a:spcBef>
                <a:spcPts val="0"/>
              </a:spcBef>
              <a:spcAft>
                <a:spcPts val="0"/>
              </a:spcAft>
              <a:buSzPts val="1300"/>
              <a:buFont typeface="Inter"/>
              <a:buNone/>
              <a:defRPr sz="1300">
                <a:latin typeface="Inter"/>
                <a:ea typeface="Inter"/>
                <a:cs typeface="Inter"/>
                <a:sym typeface="Inter"/>
              </a:defRPr>
            </a:lvl7pPr>
            <a:lvl8pPr lvl="7" algn="ctr">
              <a:lnSpc>
                <a:spcPct val="100000"/>
              </a:lnSpc>
              <a:spcBef>
                <a:spcPts val="0"/>
              </a:spcBef>
              <a:spcAft>
                <a:spcPts val="0"/>
              </a:spcAft>
              <a:buSzPts val="1300"/>
              <a:buFont typeface="Inter"/>
              <a:buNone/>
              <a:defRPr sz="1300">
                <a:latin typeface="Inter"/>
                <a:ea typeface="Inter"/>
                <a:cs typeface="Inter"/>
                <a:sym typeface="Inter"/>
              </a:defRPr>
            </a:lvl8pPr>
            <a:lvl9pPr lvl="8" algn="ctr">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552" name="Google Shape;552;g2d3c537dc00_0_521"/>
          <p:cNvSpPr/>
          <p:nvPr/>
        </p:nvSpPr>
        <p:spPr>
          <a:xfrm>
            <a:off x="5519907" y="2259341"/>
            <a:ext cx="1631700" cy="3774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g2d3c537dc00_0_521"/>
          <p:cNvSpPr txBox="1"/>
          <p:nvPr>
            <p:ph idx="13" type="ctrTitle"/>
          </p:nvPr>
        </p:nvSpPr>
        <p:spPr>
          <a:xfrm>
            <a:off x="5519907" y="2259339"/>
            <a:ext cx="1631700" cy="377400"/>
          </a:xfrm>
          <a:prstGeom prst="rect">
            <a:avLst/>
          </a:prstGeom>
          <a:noFill/>
          <a:ln>
            <a:noFill/>
          </a:ln>
        </p:spPr>
        <p:txBody>
          <a:bodyPr anchorCtr="0" anchor="ctr" bIns="91425" lIns="91425" spcFirstLastPara="1" rIns="91425" wrap="square" tIns="91425">
            <a:noAutofit/>
          </a:bodyPr>
          <a:lstStyle>
            <a:lvl1pPr lvl="0" algn="ctr">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ctr">
              <a:lnSpc>
                <a:spcPct val="100000"/>
              </a:lnSpc>
              <a:spcBef>
                <a:spcPts val="0"/>
              </a:spcBef>
              <a:spcAft>
                <a:spcPts val="0"/>
              </a:spcAft>
              <a:buSzPts val="1300"/>
              <a:buFont typeface="Inter"/>
              <a:buNone/>
              <a:defRPr sz="1300">
                <a:latin typeface="Inter"/>
                <a:ea typeface="Inter"/>
                <a:cs typeface="Inter"/>
                <a:sym typeface="Inter"/>
              </a:defRPr>
            </a:lvl2pPr>
            <a:lvl3pPr lvl="2" algn="ctr">
              <a:lnSpc>
                <a:spcPct val="100000"/>
              </a:lnSpc>
              <a:spcBef>
                <a:spcPts val="0"/>
              </a:spcBef>
              <a:spcAft>
                <a:spcPts val="0"/>
              </a:spcAft>
              <a:buSzPts val="1300"/>
              <a:buFont typeface="Inter"/>
              <a:buNone/>
              <a:defRPr sz="1300">
                <a:latin typeface="Inter"/>
                <a:ea typeface="Inter"/>
                <a:cs typeface="Inter"/>
                <a:sym typeface="Inter"/>
              </a:defRPr>
            </a:lvl3pPr>
            <a:lvl4pPr lvl="3" algn="ctr">
              <a:lnSpc>
                <a:spcPct val="100000"/>
              </a:lnSpc>
              <a:spcBef>
                <a:spcPts val="0"/>
              </a:spcBef>
              <a:spcAft>
                <a:spcPts val="0"/>
              </a:spcAft>
              <a:buSzPts val="1300"/>
              <a:buFont typeface="Inter"/>
              <a:buNone/>
              <a:defRPr sz="1300">
                <a:latin typeface="Inter"/>
                <a:ea typeface="Inter"/>
                <a:cs typeface="Inter"/>
                <a:sym typeface="Inter"/>
              </a:defRPr>
            </a:lvl4pPr>
            <a:lvl5pPr lvl="4" algn="ctr">
              <a:lnSpc>
                <a:spcPct val="100000"/>
              </a:lnSpc>
              <a:spcBef>
                <a:spcPts val="0"/>
              </a:spcBef>
              <a:spcAft>
                <a:spcPts val="0"/>
              </a:spcAft>
              <a:buSzPts val="1300"/>
              <a:buFont typeface="Inter"/>
              <a:buNone/>
              <a:defRPr sz="1300">
                <a:latin typeface="Inter"/>
                <a:ea typeface="Inter"/>
                <a:cs typeface="Inter"/>
                <a:sym typeface="Inter"/>
              </a:defRPr>
            </a:lvl5pPr>
            <a:lvl6pPr lvl="5" algn="ctr">
              <a:lnSpc>
                <a:spcPct val="100000"/>
              </a:lnSpc>
              <a:spcBef>
                <a:spcPts val="0"/>
              </a:spcBef>
              <a:spcAft>
                <a:spcPts val="0"/>
              </a:spcAft>
              <a:buSzPts val="1300"/>
              <a:buFont typeface="Inter"/>
              <a:buNone/>
              <a:defRPr sz="1300">
                <a:latin typeface="Inter"/>
                <a:ea typeface="Inter"/>
                <a:cs typeface="Inter"/>
                <a:sym typeface="Inter"/>
              </a:defRPr>
            </a:lvl6pPr>
            <a:lvl7pPr lvl="6" algn="ctr">
              <a:lnSpc>
                <a:spcPct val="100000"/>
              </a:lnSpc>
              <a:spcBef>
                <a:spcPts val="0"/>
              </a:spcBef>
              <a:spcAft>
                <a:spcPts val="0"/>
              </a:spcAft>
              <a:buSzPts val="1300"/>
              <a:buFont typeface="Inter"/>
              <a:buNone/>
              <a:defRPr sz="1300">
                <a:latin typeface="Inter"/>
                <a:ea typeface="Inter"/>
                <a:cs typeface="Inter"/>
                <a:sym typeface="Inter"/>
              </a:defRPr>
            </a:lvl7pPr>
            <a:lvl8pPr lvl="7" algn="ctr">
              <a:lnSpc>
                <a:spcPct val="100000"/>
              </a:lnSpc>
              <a:spcBef>
                <a:spcPts val="0"/>
              </a:spcBef>
              <a:spcAft>
                <a:spcPts val="0"/>
              </a:spcAft>
              <a:buSzPts val="1300"/>
              <a:buFont typeface="Inter"/>
              <a:buNone/>
              <a:defRPr sz="1300">
                <a:latin typeface="Inter"/>
                <a:ea typeface="Inter"/>
                <a:cs typeface="Inter"/>
                <a:sym typeface="Inter"/>
              </a:defRPr>
            </a:lvl8pPr>
            <a:lvl9pPr lvl="8" algn="ctr">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554" name="Google Shape;554;g2d3c537dc00_0_521"/>
          <p:cNvSpPr/>
          <p:nvPr/>
        </p:nvSpPr>
        <p:spPr>
          <a:xfrm>
            <a:off x="7283650" y="2259341"/>
            <a:ext cx="1631700" cy="3774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g2d3c537dc00_0_521"/>
          <p:cNvSpPr txBox="1"/>
          <p:nvPr>
            <p:ph idx="14" type="ctrTitle"/>
          </p:nvPr>
        </p:nvSpPr>
        <p:spPr>
          <a:xfrm>
            <a:off x="7283650" y="2259339"/>
            <a:ext cx="1631700" cy="377400"/>
          </a:xfrm>
          <a:prstGeom prst="rect">
            <a:avLst/>
          </a:prstGeom>
          <a:noFill/>
          <a:ln>
            <a:noFill/>
          </a:ln>
        </p:spPr>
        <p:txBody>
          <a:bodyPr anchorCtr="0" anchor="ctr" bIns="91425" lIns="91425" spcFirstLastPara="1" rIns="91425" wrap="square" tIns="91425">
            <a:noAutofit/>
          </a:bodyPr>
          <a:lstStyle>
            <a:lvl1pPr lvl="0" algn="ctr">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ctr">
              <a:lnSpc>
                <a:spcPct val="100000"/>
              </a:lnSpc>
              <a:spcBef>
                <a:spcPts val="0"/>
              </a:spcBef>
              <a:spcAft>
                <a:spcPts val="0"/>
              </a:spcAft>
              <a:buSzPts val="1300"/>
              <a:buFont typeface="Inter"/>
              <a:buNone/>
              <a:defRPr sz="1300">
                <a:latin typeface="Inter"/>
                <a:ea typeface="Inter"/>
                <a:cs typeface="Inter"/>
                <a:sym typeface="Inter"/>
              </a:defRPr>
            </a:lvl2pPr>
            <a:lvl3pPr lvl="2" algn="ctr">
              <a:lnSpc>
                <a:spcPct val="100000"/>
              </a:lnSpc>
              <a:spcBef>
                <a:spcPts val="0"/>
              </a:spcBef>
              <a:spcAft>
                <a:spcPts val="0"/>
              </a:spcAft>
              <a:buSzPts val="1300"/>
              <a:buFont typeface="Inter"/>
              <a:buNone/>
              <a:defRPr sz="1300">
                <a:latin typeface="Inter"/>
                <a:ea typeface="Inter"/>
                <a:cs typeface="Inter"/>
                <a:sym typeface="Inter"/>
              </a:defRPr>
            </a:lvl3pPr>
            <a:lvl4pPr lvl="3" algn="ctr">
              <a:lnSpc>
                <a:spcPct val="100000"/>
              </a:lnSpc>
              <a:spcBef>
                <a:spcPts val="0"/>
              </a:spcBef>
              <a:spcAft>
                <a:spcPts val="0"/>
              </a:spcAft>
              <a:buSzPts val="1300"/>
              <a:buFont typeface="Inter"/>
              <a:buNone/>
              <a:defRPr sz="1300">
                <a:latin typeface="Inter"/>
                <a:ea typeface="Inter"/>
                <a:cs typeface="Inter"/>
                <a:sym typeface="Inter"/>
              </a:defRPr>
            </a:lvl4pPr>
            <a:lvl5pPr lvl="4" algn="ctr">
              <a:lnSpc>
                <a:spcPct val="100000"/>
              </a:lnSpc>
              <a:spcBef>
                <a:spcPts val="0"/>
              </a:spcBef>
              <a:spcAft>
                <a:spcPts val="0"/>
              </a:spcAft>
              <a:buSzPts val="1300"/>
              <a:buFont typeface="Inter"/>
              <a:buNone/>
              <a:defRPr sz="1300">
                <a:latin typeface="Inter"/>
                <a:ea typeface="Inter"/>
                <a:cs typeface="Inter"/>
                <a:sym typeface="Inter"/>
              </a:defRPr>
            </a:lvl5pPr>
            <a:lvl6pPr lvl="5" algn="ctr">
              <a:lnSpc>
                <a:spcPct val="100000"/>
              </a:lnSpc>
              <a:spcBef>
                <a:spcPts val="0"/>
              </a:spcBef>
              <a:spcAft>
                <a:spcPts val="0"/>
              </a:spcAft>
              <a:buSzPts val="1300"/>
              <a:buFont typeface="Inter"/>
              <a:buNone/>
              <a:defRPr sz="1300">
                <a:latin typeface="Inter"/>
                <a:ea typeface="Inter"/>
                <a:cs typeface="Inter"/>
                <a:sym typeface="Inter"/>
              </a:defRPr>
            </a:lvl6pPr>
            <a:lvl7pPr lvl="6" algn="ctr">
              <a:lnSpc>
                <a:spcPct val="100000"/>
              </a:lnSpc>
              <a:spcBef>
                <a:spcPts val="0"/>
              </a:spcBef>
              <a:spcAft>
                <a:spcPts val="0"/>
              </a:spcAft>
              <a:buSzPts val="1300"/>
              <a:buFont typeface="Inter"/>
              <a:buNone/>
              <a:defRPr sz="1300">
                <a:latin typeface="Inter"/>
                <a:ea typeface="Inter"/>
                <a:cs typeface="Inter"/>
                <a:sym typeface="Inter"/>
              </a:defRPr>
            </a:lvl7pPr>
            <a:lvl8pPr lvl="7" algn="ctr">
              <a:lnSpc>
                <a:spcPct val="100000"/>
              </a:lnSpc>
              <a:spcBef>
                <a:spcPts val="0"/>
              </a:spcBef>
              <a:spcAft>
                <a:spcPts val="0"/>
              </a:spcAft>
              <a:buSzPts val="1300"/>
              <a:buFont typeface="Inter"/>
              <a:buNone/>
              <a:defRPr sz="1300">
                <a:latin typeface="Inter"/>
                <a:ea typeface="Inter"/>
                <a:cs typeface="Inter"/>
                <a:sym typeface="Inter"/>
              </a:defRPr>
            </a:lvl8pPr>
            <a:lvl9pPr lvl="8" algn="ctr">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556" name="Google Shape;556;g2d3c537dc00_0_521"/>
          <p:cNvSpPr/>
          <p:nvPr/>
        </p:nvSpPr>
        <p:spPr>
          <a:xfrm>
            <a:off x="228650" y="2716530"/>
            <a:ext cx="1631700" cy="3774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g2d3c537dc00_0_521"/>
          <p:cNvSpPr txBox="1"/>
          <p:nvPr>
            <p:ph idx="15" type="ctrTitle"/>
          </p:nvPr>
        </p:nvSpPr>
        <p:spPr>
          <a:xfrm>
            <a:off x="228650" y="2716529"/>
            <a:ext cx="1631700" cy="377400"/>
          </a:xfrm>
          <a:prstGeom prst="rect">
            <a:avLst/>
          </a:prstGeom>
          <a:noFill/>
          <a:ln>
            <a:noFill/>
          </a:ln>
        </p:spPr>
        <p:txBody>
          <a:bodyPr anchorCtr="0" anchor="ctr" bIns="91425" lIns="91425" spcFirstLastPara="1" rIns="91425" wrap="square" tIns="91425">
            <a:noAutofit/>
          </a:bodyPr>
          <a:lstStyle>
            <a:lvl1pPr lvl="0" algn="ctr">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ctr">
              <a:lnSpc>
                <a:spcPct val="100000"/>
              </a:lnSpc>
              <a:spcBef>
                <a:spcPts val="0"/>
              </a:spcBef>
              <a:spcAft>
                <a:spcPts val="0"/>
              </a:spcAft>
              <a:buSzPts val="1300"/>
              <a:buFont typeface="Inter"/>
              <a:buNone/>
              <a:defRPr sz="1300">
                <a:latin typeface="Inter"/>
                <a:ea typeface="Inter"/>
                <a:cs typeface="Inter"/>
                <a:sym typeface="Inter"/>
              </a:defRPr>
            </a:lvl2pPr>
            <a:lvl3pPr lvl="2" algn="ctr">
              <a:lnSpc>
                <a:spcPct val="100000"/>
              </a:lnSpc>
              <a:spcBef>
                <a:spcPts val="0"/>
              </a:spcBef>
              <a:spcAft>
                <a:spcPts val="0"/>
              </a:spcAft>
              <a:buSzPts val="1300"/>
              <a:buFont typeface="Inter"/>
              <a:buNone/>
              <a:defRPr sz="1300">
                <a:latin typeface="Inter"/>
                <a:ea typeface="Inter"/>
                <a:cs typeface="Inter"/>
                <a:sym typeface="Inter"/>
              </a:defRPr>
            </a:lvl3pPr>
            <a:lvl4pPr lvl="3" algn="ctr">
              <a:lnSpc>
                <a:spcPct val="100000"/>
              </a:lnSpc>
              <a:spcBef>
                <a:spcPts val="0"/>
              </a:spcBef>
              <a:spcAft>
                <a:spcPts val="0"/>
              </a:spcAft>
              <a:buSzPts val="1300"/>
              <a:buFont typeface="Inter"/>
              <a:buNone/>
              <a:defRPr sz="1300">
                <a:latin typeface="Inter"/>
                <a:ea typeface="Inter"/>
                <a:cs typeface="Inter"/>
                <a:sym typeface="Inter"/>
              </a:defRPr>
            </a:lvl4pPr>
            <a:lvl5pPr lvl="4" algn="ctr">
              <a:lnSpc>
                <a:spcPct val="100000"/>
              </a:lnSpc>
              <a:spcBef>
                <a:spcPts val="0"/>
              </a:spcBef>
              <a:spcAft>
                <a:spcPts val="0"/>
              </a:spcAft>
              <a:buSzPts val="1300"/>
              <a:buFont typeface="Inter"/>
              <a:buNone/>
              <a:defRPr sz="1300">
                <a:latin typeface="Inter"/>
                <a:ea typeface="Inter"/>
                <a:cs typeface="Inter"/>
                <a:sym typeface="Inter"/>
              </a:defRPr>
            </a:lvl5pPr>
            <a:lvl6pPr lvl="5" algn="ctr">
              <a:lnSpc>
                <a:spcPct val="100000"/>
              </a:lnSpc>
              <a:spcBef>
                <a:spcPts val="0"/>
              </a:spcBef>
              <a:spcAft>
                <a:spcPts val="0"/>
              </a:spcAft>
              <a:buSzPts val="1300"/>
              <a:buFont typeface="Inter"/>
              <a:buNone/>
              <a:defRPr sz="1300">
                <a:latin typeface="Inter"/>
                <a:ea typeface="Inter"/>
                <a:cs typeface="Inter"/>
                <a:sym typeface="Inter"/>
              </a:defRPr>
            </a:lvl6pPr>
            <a:lvl7pPr lvl="6" algn="ctr">
              <a:lnSpc>
                <a:spcPct val="100000"/>
              </a:lnSpc>
              <a:spcBef>
                <a:spcPts val="0"/>
              </a:spcBef>
              <a:spcAft>
                <a:spcPts val="0"/>
              </a:spcAft>
              <a:buSzPts val="1300"/>
              <a:buFont typeface="Inter"/>
              <a:buNone/>
              <a:defRPr sz="1300">
                <a:latin typeface="Inter"/>
                <a:ea typeface="Inter"/>
                <a:cs typeface="Inter"/>
                <a:sym typeface="Inter"/>
              </a:defRPr>
            </a:lvl7pPr>
            <a:lvl8pPr lvl="7" algn="ctr">
              <a:lnSpc>
                <a:spcPct val="100000"/>
              </a:lnSpc>
              <a:spcBef>
                <a:spcPts val="0"/>
              </a:spcBef>
              <a:spcAft>
                <a:spcPts val="0"/>
              </a:spcAft>
              <a:buSzPts val="1300"/>
              <a:buFont typeface="Inter"/>
              <a:buNone/>
              <a:defRPr sz="1300">
                <a:latin typeface="Inter"/>
                <a:ea typeface="Inter"/>
                <a:cs typeface="Inter"/>
                <a:sym typeface="Inter"/>
              </a:defRPr>
            </a:lvl8pPr>
            <a:lvl9pPr lvl="8" algn="ctr">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558" name="Google Shape;558;g2d3c537dc00_0_521"/>
          <p:cNvSpPr/>
          <p:nvPr/>
        </p:nvSpPr>
        <p:spPr>
          <a:xfrm>
            <a:off x="1992402" y="2716530"/>
            <a:ext cx="1631700" cy="3774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g2d3c537dc00_0_521"/>
          <p:cNvSpPr txBox="1"/>
          <p:nvPr>
            <p:ph idx="16" type="ctrTitle"/>
          </p:nvPr>
        </p:nvSpPr>
        <p:spPr>
          <a:xfrm>
            <a:off x="1992402" y="2716529"/>
            <a:ext cx="1631700" cy="377400"/>
          </a:xfrm>
          <a:prstGeom prst="rect">
            <a:avLst/>
          </a:prstGeom>
          <a:noFill/>
          <a:ln>
            <a:noFill/>
          </a:ln>
        </p:spPr>
        <p:txBody>
          <a:bodyPr anchorCtr="0" anchor="ctr" bIns="91425" lIns="91425" spcFirstLastPara="1" rIns="91425" wrap="square" tIns="91425">
            <a:noAutofit/>
          </a:bodyPr>
          <a:lstStyle>
            <a:lvl1pPr lvl="0" algn="ctr">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ctr">
              <a:lnSpc>
                <a:spcPct val="100000"/>
              </a:lnSpc>
              <a:spcBef>
                <a:spcPts val="0"/>
              </a:spcBef>
              <a:spcAft>
                <a:spcPts val="0"/>
              </a:spcAft>
              <a:buSzPts val="1300"/>
              <a:buFont typeface="Inter"/>
              <a:buNone/>
              <a:defRPr sz="1300">
                <a:latin typeface="Inter"/>
                <a:ea typeface="Inter"/>
                <a:cs typeface="Inter"/>
                <a:sym typeface="Inter"/>
              </a:defRPr>
            </a:lvl2pPr>
            <a:lvl3pPr lvl="2" algn="ctr">
              <a:lnSpc>
                <a:spcPct val="100000"/>
              </a:lnSpc>
              <a:spcBef>
                <a:spcPts val="0"/>
              </a:spcBef>
              <a:spcAft>
                <a:spcPts val="0"/>
              </a:spcAft>
              <a:buSzPts val="1300"/>
              <a:buFont typeface="Inter"/>
              <a:buNone/>
              <a:defRPr sz="1300">
                <a:latin typeface="Inter"/>
                <a:ea typeface="Inter"/>
                <a:cs typeface="Inter"/>
                <a:sym typeface="Inter"/>
              </a:defRPr>
            </a:lvl3pPr>
            <a:lvl4pPr lvl="3" algn="ctr">
              <a:lnSpc>
                <a:spcPct val="100000"/>
              </a:lnSpc>
              <a:spcBef>
                <a:spcPts val="0"/>
              </a:spcBef>
              <a:spcAft>
                <a:spcPts val="0"/>
              </a:spcAft>
              <a:buSzPts val="1300"/>
              <a:buFont typeface="Inter"/>
              <a:buNone/>
              <a:defRPr sz="1300">
                <a:latin typeface="Inter"/>
                <a:ea typeface="Inter"/>
                <a:cs typeface="Inter"/>
                <a:sym typeface="Inter"/>
              </a:defRPr>
            </a:lvl4pPr>
            <a:lvl5pPr lvl="4" algn="ctr">
              <a:lnSpc>
                <a:spcPct val="100000"/>
              </a:lnSpc>
              <a:spcBef>
                <a:spcPts val="0"/>
              </a:spcBef>
              <a:spcAft>
                <a:spcPts val="0"/>
              </a:spcAft>
              <a:buSzPts val="1300"/>
              <a:buFont typeface="Inter"/>
              <a:buNone/>
              <a:defRPr sz="1300">
                <a:latin typeface="Inter"/>
                <a:ea typeface="Inter"/>
                <a:cs typeface="Inter"/>
                <a:sym typeface="Inter"/>
              </a:defRPr>
            </a:lvl5pPr>
            <a:lvl6pPr lvl="5" algn="ctr">
              <a:lnSpc>
                <a:spcPct val="100000"/>
              </a:lnSpc>
              <a:spcBef>
                <a:spcPts val="0"/>
              </a:spcBef>
              <a:spcAft>
                <a:spcPts val="0"/>
              </a:spcAft>
              <a:buSzPts val="1300"/>
              <a:buFont typeface="Inter"/>
              <a:buNone/>
              <a:defRPr sz="1300">
                <a:latin typeface="Inter"/>
                <a:ea typeface="Inter"/>
                <a:cs typeface="Inter"/>
                <a:sym typeface="Inter"/>
              </a:defRPr>
            </a:lvl6pPr>
            <a:lvl7pPr lvl="6" algn="ctr">
              <a:lnSpc>
                <a:spcPct val="100000"/>
              </a:lnSpc>
              <a:spcBef>
                <a:spcPts val="0"/>
              </a:spcBef>
              <a:spcAft>
                <a:spcPts val="0"/>
              </a:spcAft>
              <a:buSzPts val="1300"/>
              <a:buFont typeface="Inter"/>
              <a:buNone/>
              <a:defRPr sz="1300">
                <a:latin typeface="Inter"/>
                <a:ea typeface="Inter"/>
                <a:cs typeface="Inter"/>
                <a:sym typeface="Inter"/>
              </a:defRPr>
            </a:lvl7pPr>
            <a:lvl8pPr lvl="7" algn="ctr">
              <a:lnSpc>
                <a:spcPct val="100000"/>
              </a:lnSpc>
              <a:spcBef>
                <a:spcPts val="0"/>
              </a:spcBef>
              <a:spcAft>
                <a:spcPts val="0"/>
              </a:spcAft>
              <a:buSzPts val="1300"/>
              <a:buFont typeface="Inter"/>
              <a:buNone/>
              <a:defRPr sz="1300">
                <a:latin typeface="Inter"/>
                <a:ea typeface="Inter"/>
                <a:cs typeface="Inter"/>
                <a:sym typeface="Inter"/>
              </a:defRPr>
            </a:lvl8pPr>
            <a:lvl9pPr lvl="8" algn="ctr">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560" name="Google Shape;560;g2d3c537dc00_0_521"/>
          <p:cNvSpPr/>
          <p:nvPr/>
        </p:nvSpPr>
        <p:spPr>
          <a:xfrm>
            <a:off x="3756155" y="2716530"/>
            <a:ext cx="1631700" cy="3774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g2d3c537dc00_0_521"/>
          <p:cNvSpPr txBox="1"/>
          <p:nvPr>
            <p:ph idx="17" type="ctrTitle"/>
          </p:nvPr>
        </p:nvSpPr>
        <p:spPr>
          <a:xfrm>
            <a:off x="3756155" y="2716529"/>
            <a:ext cx="1631700" cy="377400"/>
          </a:xfrm>
          <a:prstGeom prst="rect">
            <a:avLst/>
          </a:prstGeom>
          <a:noFill/>
          <a:ln>
            <a:noFill/>
          </a:ln>
        </p:spPr>
        <p:txBody>
          <a:bodyPr anchorCtr="0" anchor="ctr" bIns="91425" lIns="91425" spcFirstLastPara="1" rIns="91425" wrap="square" tIns="91425">
            <a:noAutofit/>
          </a:bodyPr>
          <a:lstStyle>
            <a:lvl1pPr lvl="0" algn="ctr">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ctr">
              <a:lnSpc>
                <a:spcPct val="100000"/>
              </a:lnSpc>
              <a:spcBef>
                <a:spcPts val="0"/>
              </a:spcBef>
              <a:spcAft>
                <a:spcPts val="0"/>
              </a:spcAft>
              <a:buSzPts val="1300"/>
              <a:buFont typeface="Inter"/>
              <a:buNone/>
              <a:defRPr sz="1300">
                <a:latin typeface="Inter"/>
                <a:ea typeface="Inter"/>
                <a:cs typeface="Inter"/>
                <a:sym typeface="Inter"/>
              </a:defRPr>
            </a:lvl2pPr>
            <a:lvl3pPr lvl="2" algn="ctr">
              <a:lnSpc>
                <a:spcPct val="100000"/>
              </a:lnSpc>
              <a:spcBef>
                <a:spcPts val="0"/>
              </a:spcBef>
              <a:spcAft>
                <a:spcPts val="0"/>
              </a:spcAft>
              <a:buSzPts val="1300"/>
              <a:buFont typeface="Inter"/>
              <a:buNone/>
              <a:defRPr sz="1300">
                <a:latin typeface="Inter"/>
                <a:ea typeface="Inter"/>
                <a:cs typeface="Inter"/>
                <a:sym typeface="Inter"/>
              </a:defRPr>
            </a:lvl3pPr>
            <a:lvl4pPr lvl="3" algn="ctr">
              <a:lnSpc>
                <a:spcPct val="100000"/>
              </a:lnSpc>
              <a:spcBef>
                <a:spcPts val="0"/>
              </a:spcBef>
              <a:spcAft>
                <a:spcPts val="0"/>
              </a:spcAft>
              <a:buSzPts val="1300"/>
              <a:buFont typeface="Inter"/>
              <a:buNone/>
              <a:defRPr sz="1300">
                <a:latin typeface="Inter"/>
                <a:ea typeface="Inter"/>
                <a:cs typeface="Inter"/>
                <a:sym typeface="Inter"/>
              </a:defRPr>
            </a:lvl4pPr>
            <a:lvl5pPr lvl="4" algn="ctr">
              <a:lnSpc>
                <a:spcPct val="100000"/>
              </a:lnSpc>
              <a:spcBef>
                <a:spcPts val="0"/>
              </a:spcBef>
              <a:spcAft>
                <a:spcPts val="0"/>
              </a:spcAft>
              <a:buSzPts val="1300"/>
              <a:buFont typeface="Inter"/>
              <a:buNone/>
              <a:defRPr sz="1300">
                <a:latin typeface="Inter"/>
                <a:ea typeface="Inter"/>
                <a:cs typeface="Inter"/>
                <a:sym typeface="Inter"/>
              </a:defRPr>
            </a:lvl5pPr>
            <a:lvl6pPr lvl="5" algn="ctr">
              <a:lnSpc>
                <a:spcPct val="100000"/>
              </a:lnSpc>
              <a:spcBef>
                <a:spcPts val="0"/>
              </a:spcBef>
              <a:spcAft>
                <a:spcPts val="0"/>
              </a:spcAft>
              <a:buSzPts val="1300"/>
              <a:buFont typeface="Inter"/>
              <a:buNone/>
              <a:defRPr sz="1300">
                <a:latin typeface="Inter"/>
                <a:ea typeface="Inter"/>
                <a:cs typeface="Inter"/>
                <a:sym typeface="Inter"/>
              </a:defRPr>
            </a:lvl6pPr>
            <a:lvl7pPr lvl="6" algn="ctr">
              <a:lnSpc>
                <a:spcPct val="100000"/>
              </a:lnSpc>
              <a:spcBef>
                <a:spcPts val="0"/>
              </a:spcBef>
              <a:spcAft>
                <a:spcPts val="0"/>
              </a:spcAft>
              <a:buSzPts val="1300"/>
              <a:buFont typeface="Inter"/>
              <a:buNone/>
              <a:defRPr sz="1300">
                <a:latin typeface="Inter"/>
                <a:ea typeface="Inter"/>
                <a:cs typeface="Inter"/>
                <a:sym typeface="Inter"/>
              </a:defRPr>
            </a:lvl7pPr>
            <a:lvl8pPr lvl="7" algn="ctr">
              <a:lnSpc>
                <a:spcPct val="100000"/>
              </a:lnSpc>
              <a:spcBef>
                <a:spcPts val="0"/>
              </a:spcBef>
              <a:spcAft>
                <a:spcPts val="0"/>
              </a:spcAft>
              <a:buSzPts val="1300"/>
              <a:buFont typeface="Inter"/>
              <a:buNone/>
              <a:defRPr sz="1300">
                <a:latin typeface="Inter"/>
                <a:ea typeface="Inter"/>
                <a:cs typeface="Inter"/>
                <a:sym typeface="Inter"/>
              </a:defRPr>
            </a:lvl8pPr>
            <a:lvl9pPr lvl="8" algn="ctr">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562" name="Google Shape;562;g2d3c537dc00_0_521"/>
          <p:cNvSpPr/>
          <p:nvPr/>
        </p:nvSpPr>
        <p:spPr>
          <a:xfrm>
            <a:off x="5519907" y="2716530"/>
            <a:ext cx="1631700" cy="3774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g2d3c537dc00_0_521"/>
          <p:cNvSpPr txBox="1"/>
          <p:nvPr>
            <p:ph idx="18" type="ctrTitle"/>
          </p:nvPr>
        </p:nvSpPr>
        <p:spPr>
          <a:xfrm>
            <a:off x="5519907" y="2716529"/>
            <a:ext cx="1631700" cy="377400"/>
          </a:xfrm>
          <a:prstGeom prst="rect">
            <a:avLst/>
          </a:prstGeom>
          <a:noFill/>
          <a:ln>
            <a:noFill/>
          </a:ln>
        </p:spPr>
        <p:txBody>
          <a:bodyPr anchorCtr="0" anchor="ctr" bIns="91425" lIns="91425" spcFirstLastPara="1" rIns="91425" wrap="square" tIns="91425">
            <a:noAutofit/>
          </a:bodyPr>
          <a:lstStyle>
            <a:lvl1pPr lvl="0" algn="ctr">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ctr">
              <a:lnSpc>
                <a:spcPct val="100000"/>
              </a:lnSpc>
              <a:spcBef>
                <a:spcPts val="0"/>
              </a:spcBef>
              <a:spcAft>
                <a:spcPts val="0"/>
              </a:spcAft>
              <a:buSzPts val="1300"/>
              <a:buFont typeface="Inter"/>
              <a:buNone/>
              <a:defRPr sz="1300">
                <a:latin typeface="Inter"/>
                <a:ea typeface="Inter"/>
                <a:cs typeface="Inter"/>
                <a:sym typeface="Inter"/>
              </a:defRPr>
            </a:lvl2pPr>
            <a:lvl3pPr lvl="2" algn="ctr">
              <a:lnSpc>
                <a:spcPct val="100000"/>
              </a:lnSpc>
              <a:spcBef>
                <a:spcPts val="0"/>
              </a:spcBef>
              <a:spcAft>
                <a:spcPts val="0"/>
              </a:spcAft>
              <a:buSzPts val="1300"/>
              <a:buFont typeface="Inter"/>
              <a:buNone/>
              <a:defRPr sz="1300">
                <a:latin typeface="Inter"/>
                <a:ea typeface="Inter"/>
                <a:cs typeface="Inter"/>
                <a:sym typeface="Inter"/>
              </a:defRPr>
            </a:lvl3pPr>
            <a:lvl4pPr lvl="3" algn="ctr">
              <a:lnSpc>
                <a:spcPct val="100000"/>
              </a:lnSpc>
              <a:spcBef>
                <a:spcPts val="0"/>
              </a:spcBef>
              <a:spcAft>
                <a:spcPts val="0"/>
              </a:spcAft>
              <a:buSzPts val="1300"/>
              <a:buFont typeface="Inter"/>
              <a:buNone/>
              <a:defRPr sz="1300">
                <a:latin typeface="Inter"/>
                <a:ea typeface="Inter"/>
                <a:cs typeface="Inter"/>
                <a:sym typeface="Inter"/>
              </a:defRPr>
            </a:lvl4pPr>
            <a:lvl5pPr lvl="4" algn="ctr">
              <a:lnSpc>
                <a:spcPct val="100000"/>
              </a:lnSpc>
              <a:spcBef>
                <a:spcPts val="0"/>
              </a:spcBef>
              <a:spcAft>
                <a:spcPts val="0"/>
              </a:spcAft>
              <a:buSzPts val="1300"/>
              <a:buFont typeface="Inter"/>
              <a:buNone/>
              <a:defRPr sz="1300">
                <a:latin typeface="Inter"/>
                <a:ea typeface="Inter"/>
                <a:cs typeface="Inter"/>
                <a:sym typeface="Inter"/>
              </a:defRPr>
            </a:lvl5pPr>
            <a:lvl6pPr lvl="5" algn="ctr">
              <a:lnSpc>
                <a:spcPct val="100000"/>
              </a:lnSpc>
              <a:spcBef>
                <a:spcPts val="0"/>
              </a:spcBef>
              <a:spcAft>
                <a:spcPts val="0"/>
              </a:spcAft>
              <a:buSzPts val="1300"/>
              <a:buFont typeface="Inter"/>
              <a:buNone/>
              <a:defRPr sz="1300">
                <a:latin typeface="Inter"/>
                <a:ea typeface="Inter"/>
                <a:cs typeface="Inter"/>
                <a:sym typeface="Inter"/>
              </a:defRPr>
            </a:lvl6pPr>
            <a:lvl7pPr lvl="6" algn="ctr">
              <a:lnSpc>
                <a:spcPct val="100000"/>
              </a:lnSpc>
              <a:spcBef>
                <a:spcPts val="0"/>
              </a:spcBef>
              <a:spcAft>
                <a:spcPts val="0"/>
              </a:spcAft>
              <a:buSzPts val="1300"/>
              <a:buFont typeface="Inter"/>
              <a:buNone/>
              <a:defRPr sz="1300">
                <a:latin typeface="Inter"/>
                <a:ea typeface="Inter"/>
                <a:cs typeface="Inter"/>
                <a:sym typeface="Inter"/>
              </a:defRPr>
            </a:lvl7pPr>
            <a:lvl8pPr lvl="7" algn="ctr">
              <a:lnSpc>
                <a:spcPct val="100000"/>
              </a:lnSpc>
              <a:spcBef>
                <a:spcPts val="0"/>
              </a:spcBef>
              <a:spcAft>
                <a:spcPts val="0"/>
              </a:spcAft>
              <a:buSzPts val="1300"/>
              <a:buFont typeface="Inter"/>
              <a:buNone/>
              <a:defRPr sz="1300">
                <a:latin typeface="Inter"/>
                <a:ea typeface="Inter"/>
                <a:cs typeface="Inter"/>
                <a:sym typeface="Inter"/>
              </a:defRPr>
            </a:lvl8pPr>
            <a:lvl9pPr lvl="8" algn="ctr">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564" name="Google Shape;564;g2d3c537dc00_0_521"/>
          <p:cNvSpPr/>
          <p:nvPr/>
        </p:nvSpPr>
        <p:spPr>
          <a:xfrm>
            <a:off x="7283650" y="2716530"/>
            <a:ext cx="1631700" cy="3774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g2d3c537dc00_0_521"/>
          <p:cNvSpPr txBox="1"/>
          <p:nvPr>
            <p:ph idx="19" type="ctrTitle"/>
          </p:nvPr>
        </p:nvSpPr>
        <p:spPr>
          <a:xfrm>
            <a:off x="7283650" y="2716529"/>
            <a:ext cx="1631700" cy="377400"/>
          </a:xfrm>
          <a:prstGeom prst="rect">
            <a:avLst/>
          </a:prstGeom>
          <a:noFill/>
          <a:ln>
            <a:noFill/>
          </a:ln>
        </p:spPr>
        <p:txBody>
          <a:bodyPr anchorCtr="0" anchor="ctr" bIns="91425" lIns="91425" spcFirstLastPara="1" rIns="91425" wrap="square" tIns="91425">
            <a:noAutofit/>
          </a:bodyPr>
          <a:lstStyle>
            <a:lvl1pPr lvl="0" algn="ctr">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ctr">
              <a:lnSpc>
                <a:spcPct val="100000"/>
              </a:lnSpc>
              <a:spcBef>
                <a:spcPts val="0"/>
              </a:spcBef>
              <a:spcAft>
                <a:spcPts val="0"/>
              </a:spcAft>
              <a:buSzPts val="1300"/>
              <a:buFont typeface="Inter"/>
              <a:buNone/>
              <a:defRPr sz="1300">
                <a:latin typeface="Inter"/>
                <a:ea typeface="Inter"/>
                <a:cs typeface="Inter"/>
                <a:sym typeface="Inter"/>
              </a:defRPr>
            </a:lvl2pPr>
            <a:lvl3pPr lvl="2" algn="ctr">
              <a:lnSpc>
                <a:spcPct val="100000"/>
              </a:lnSpc>
              <a:spcBef>
                <a:spcPts val="0"/>
              </a:spcBef>
              <a:spcAft>
                <a:spcPts val="0"/>
              </a:spcAft>
              <a:buSzPts val="1300"/>
              <a:buFont typeface="Inter"/>
              <a:buNone/>
              <a:defRPr sz="1300">
                <a:latin typeface="Inter"/>
                <a:ea typeface="Inter"/>
                <a:cs typeface="Inter"/>
                <a:sym typeface="Inter"/>
              </a:defRPr>
            </a:lvl3pPr>
            <a:lvl4pPr lvl="3" algn="ctr">
              <a:lnSpc>
                <a:spcPct val="100000"/>
              </a:lnSpc>
              <a:spcBef>
                <a:spcPts val="0"/>
              </a:spcBef>
              <a:spcAft>
                <a:spcPts val="0"/>
              </a:spcAft>
              <a:buSzPts val="1300"/>
              <a:buFont typeface="Inter"/>
              <a:buNone/>
              <a:defRPr sz="1300">
                <a:latin typeface="Inter"/>
                <a:ea typeface="Inter"/>
                <a:cs typeface="Inter"/>
                <a:sym typeface="Inter"/>
              </a:defRPr>
            </a:lvl4pPr>
            <a:lvl5pPr lvl="4" algn="ctr">
              <a:lnSpc>
                <a:spcPct val="100000"/>
              </a:lnSpc>
              <a:spcBef>
                <a:spcPts val="0"/>
              </a:spcBef>
              <a:spcAft>
                <a:spcPts val="0"/>
              </a:spcAft>
              <a:buSzPts val="1300"/>
              <a:buFont typeface="Inter"/>
              <a:buNone/>
              <a:defRPr sz="1300">
                <a:latin typeface="Inter"/>
                <a:ea typeface="Inter"/>
                <a:cs typeface="Inter"/>
                <a:sym typeface="Inter"/>
              </a:defRPr>
            </a:lvl5pPr>
            <a:lvl6pPr lvl="5" algn="ctr">
              <a:lnSpc>
                <a:spcPct val="100000"/>
              </a:lnSpc>
              <a:spcBef>
                <a:spcPts val="0"/>
              </a:spcBef>
              <a:spcAft>
                <a:spcPts val="0"/>
              </a:spcAft>
              <a:buSzPts val="1300"/>
              <a:buFont typeface="Inter"/>
              <a:buNone/>
              <a:defRPr sz="1300">
                <a:latin typeface="Inter"/>
                <a:ea typeface="Inter"/>
                <a:cs typeface="Inter"/>
                <a:sym typeface="Inter"/>
              </a:defRPr>
            </a:lvl6pPr>
            <a:lvl7pPr lvl="6" algn="ctr">
              <a:lnSpc>
                <a:spcPct val="100000"/>
              </a:lnSpc>
              <a:spcBef>
                <a:spcPts val="0"/>
              </a:spcBef>
              <a:spcAft>
                <a:spcPts val="0"/>
              </a:spcAft>
              <a:buSzPts val="1300"/>
              <a:buFont typeface="Inter"/>
              <a:buNone/>
              <a:defRPr sz="1300">
                <a:latin typeface="Inter"/>
                <a:ea typeface="Inter"/>
                <a:cs typeface="Inter"/>
                <a:sym typeface="Inter"/>
              </a:defRPr>
            </a:lvl7pPr>
            <a:lvl8pPr lvl="7" algn="ctr">
              <a:lnSpc>
                <a:spcPct val="100000"/>
              </a:lnSpc>
              <a:spcBef>
                <a:spcPts val="0"/>
              </a:spcBef>
              <a:spcAft>
                <a:spcPts val="0"/>
              </a:spcAft>
              <a:buSzPts val="1300"/>
              <a:buFont typeface="Inter"/>
              <a:buNone/>
              <a:defRPr sz="1300">
                <a:latin typeface="Inter"/>
                <a:ea typeface="Inter"/>
                <a:cs typeface="Inter"/>
                <a:sym typeface="Inter"/>
              </a:defRPr>
            </a:lvl8pPr>
            <a:lvl9pPr lvl="8" algn="ctr">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566" name="Google Shape;566;g2d3c537dc00_0_521"/>
          <p:cNvSpPr/>
          <p:nvPr/>
        </p:nvSpPr>
        <p:spPr>
          <a:xfrm>
            <a:off x="228650" y="3173719"/>
            <a:ext cx="1631700" cy="3774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g2d3c537dc00_0_521"/>
          <p:cNvSpPr txBox="1"/>
          <p:nvPr>
            <p:ph idx="20" type="ctrTitle"/>
          </p:nvPr>
        </p:nvSpPr>
        <p:spPr>
          <a:xfrm>
            <a:off x="228650" y="3173718"/>
            <a:ext cx="1631700" cy="377400"/>
          </a:xfrm>
          <a:prstGeom prst="rect">
            <a:avLst/>
          </a:prstGeom>
          <a:noFill/>
          <a:ln>
            <a:noFill/>
          </a:ln>
        </p:spPr>
        <p:txBody>
          <a:bodyPr anchorCtr="0" anchor="ctr" bIns="91425" lIns="91425" spcFirstLastPara="1" rIns="91425" wrap="square" tIns="91425">
            <a:noAutofit/>
          </a:bodyPr>
          <a:lstStyle>
            <a:lvl1pPr lvl="0" algn="ctr">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ctr">
              <a:lnSpc>
                <a:spcPct val="100000"/>
              </a:lnSpc>
              <a:spcBef>
                <a:spcPts val="0"/>
              </a:spcBef>
              <a:spcAft>
                <a:spcPts val="0"/>
              </a:spcAft>
              <a:buSzPts val="1300"/>
              <a:buFont typeface="Inter"/>
              <a:buNone/>
              <a:defRPr sz="1300">
                <a:latin typeface="Inter"/>
                <a:ea typeface="Inter"/>
                <a:cs typeface="Inter"/>
                <a:sym typeface="Inter"/>
              </a:defRPr>
            </a:lvl2pPr>
            <a:lvl3pPr lvl="2" algn="ctr">
              <a:lnSpc>
                <a:spcPct val="100000"/>
              </a:lnSpc>
              <a:spcBef>
                <a:spcPts val="0"/>
              </a:spcBef>
              <a:spcAft>
                <a:spcPts val="0"/>
              </a:spcAft>
              <a:buSzPts val="1300"/>
              <a:buFont typeface="Inter"/>
              <a:buNone/>
              <a:defRPr sz="1300">
                <a:latin typeface="Inter"/>
                <a:ea typeface="Inter"/>
                <a:cs typeface="Inter"/>
                <a:sym typeface="Inter"/>
              </a:defRPr>
            </a:lvl3pPr>
            <a:lvl4pPr lvl="3" algn="ctr">
              <a:lnSpc>
                <a:spcPct val="100000"/>
              </a:lnSpc>
              <a:spcBef>
                <a:spcPts val="0"/>
              </a:spcBef>
              <a:spcAft>
                <a:spcPts val="0"/>
              </a:spcAft>
              <a:buSzPts val="1300"/>
              <a:buFont typeface="Inter"/>
              <a:buNone/>
              <a:defRPr sz="1300">
                <a:latin typeface="Inter"/>
                <a:ea typeface="Inter"/>
                <a:cs typeface="Inter"/>
                <a:sym typeface="Inter"/>
              </a:defRPr>
            </a:lvl4pPr>
            <a:lvl5pPr lvl="4" algn="ctr">
              <a:lnSpc>
                <a:spcPct val="100000"/>
              </a:lnSpc>
              <a:spcBef>
                <a:spcPts val="0"/>
              </a:spcBef>
              <a:spcAft>
                <a:spcPts val="0"/>
              </a:spcAft>
              <a:buSzPts val="1300"/>
              <a:buFont typeface="Inter"/>
              <a:buNone/>
              <a:defRPr sz="1300">
                <a:latin typeface="Inter"/>
                <a:ea typeface="Inter"/>
                <a:cs typeface="Inter"/>
                <a:sym typeface="Inter"/>
              </a:defRPr>
            </a:lvl5pPr>
            <a:lvl6pPr lvl="5" algn="ctr">
              <a:lnSpc>
                <a:spcPct val="100000"/>
              </a:lnSpc>
              <a:spcBef>
                <a:spcPts val="0"/>
              </a:spcBef>
              <a:spcAft>
                <a:spcPts val="0"/>
              </a:spcAft>
              <a:buSzPts val="1300"/>
              <a:buFont typeface="Inter"/>
              <a:buNone/>
              <a:defRPr sz="1300">
                <a:latin typeface="Inter"/>
                <a:ea typeface="Inter"/>
                <a:cs typeface="Inter"/>
                <a:sym typeface="Inter"/>
              </a:defRPr>
            </a:lvl6pPr>
            <a:lvl7pPr lvl="6" algn="ctr">
              <a:lnSpc>
                <a:spcPct val="100000"/>
              </a:lnSpc>
              <a:spcBef>
                <a:spcPts val="0"/>
              </a:spcBef>
              <a:spcAft>
                <a:spcPts val="0"/>
              </a:spcAft>
              <a:buSzPts val="1300"/>
              <a:buFont typeface="Inter"/>
              <a:buNone/>
              <a:defRPr sz="1300">
                <a:latin typeface="Inter"/>
                <a:ea typeface="Inter"/>
                <a:cs typeface="Inter"/>
                <a:sym typeface="Inter"/>
              </a:defRPr>
            </a:lvl7pPr>
            <a:lvl8pPr lvl="7" algn="ctr">
              <a:lnSpc>
                <a:spcPct val="100000"/>
              </a:lnSpc>
              <a:spcBef>
                <a:spcPts val="0"/>
              </a:spcBef>
              <a:spcAft>
                <a:spcPts val="0"/>
              </a:spcAft>
              <a:buSzPts val="1300"/>
              <a:buFont typeface="Inter"/>
              <a:buNone/>
              <a:defRPr sz="1300">
                <a:latin typeface="Inter"/>
                <a:ea typeface="Inter"/>
                <a:cs typeface="Inter"/>
                <a:sym typeface="Inter"/>
              </a:defRPr>
            </a:lvl8pPr>
            <a:lvl9pPr lvl="8" algn="ctr">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568" name="Google Shape;568;g2d3c537dc00_0_521"/>
          <p:cNvSpPr/>
          <p:nvPr/>
        </p:nvSpPr>
        <p:spPr>
          <a:xfrm>
            <a:off x="1992402" y="3173719"/>
            <a:ext cx="1631700" cy="3774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g2d3c537dc00_0_521"/>
          <p:cNvSpPr txBox="1"/>
          <p:nvPr>
            <p:ph idx="21" type="ctrTitle"/>
          </p:nvPr>
        </p:nvSpPr>
        <p:spPr>
          <a:xfrm>
            <a:off x="1992402" y="3173718"/>
            <a:ext cx="1631700" cy="377400"/>
          </a:xfrm>
          <a:prstGeom prst="rect">
            <a:avLst/>
          </a:prstGeom>
          <a:noFill/>
          <a:ln>
            <a:noFill/>
          </a:ln>
        </p:spPr>
        <p:txBody>
          <a:bodyPr anchorCtr="0" anchor="ctr" bIns="91425" lIns="91425" spcFirstLastPara="1" rIns="91425" wrap="square" tIns="91425">
            <a:noAutofit/>
          </a:bodyPr>
          <a:lstStyle>
            <a:lvl1pPr lvl="0" algn="ctr">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ctr">
              <a:lnSpc>
                <a:spcPct val="100000"/>
              </a:lnSpc>
              <a:spcBef>
                <a:spcPts val="0"/>
              </a:spcBef>
              <a:spcAft>
                <a:spcPts val="0"/>
              </a:spcAft>
              <a:buSzPts val="1300"/>
              <a:buFont typeface="Inter"/>
              <a:buNone/>
              <a:defRPr sz="1300">
                <a:latin typeface="Inter"/>
                <a:ea typeface="Inter"/>
                <a:cs typeface="Inter"/>
                <a:sym typeface="Inter"/>
              </a:defRPr>
            </a:lvl2pPr>
            <a:lvl3pPr lvl="2" algn="ctr">
              <a:lnSpc>
                <a:spcPct val="100000"/>
              </a:lnSpc>
              <a:spcBef>
                <a:spcPts val="0"/>
              </a:spcBef>
              <a:spcAft>
                <a:spcPts val="0"/>
              </a:spcAft>
              <a:buSzPts val="1300"/>
              <a:buFont typeface="Inter"/>
              <a:buNone/>
              <a:defRPr sz="1300">
                <a:latin typeface="Inter"/>
                <a:ea typeface="Inter"/>
                <a:cs typeface="Inter"/>
                <a:sym typeface="Inter"/>
              </a:defRPr>
            </a:lvl3pPr>
            <a:lvl4pPr lvl="3" algn="ctr">
              <a:lnSpc>
                <a:spcPct val="100000"/>
              </a:lnSpc>
              <a:spcBef>
                <a:spcPts val="0"/>
              </a:spcBef>
              <a:spcAft>
                <a:spcPts val="0"/>
              </a:spcAft>
              <a:buSzPts val="1300"/>
              <a:buFont typeface="Inter"/>
              <a:buNone/>
              <a:defRPr sz="1300">
                <a:latin typeface="Inter"/>
                <a:ea typeface="Inter"/>
                <a:cs typeface="Inter"/>
                <a:sym typeface="Inter"/>
              </a:defRPr>
            </a:lvl4pPr>
            <a:lvl5pPr lvl="4" algn="ctr">
              <a:lnSpc>
                <a:spcPct val="100000"/>
              </a:lnSpc>
              <a:spcBef>
                <a:spcPts val="0"/>
              </a:spcBef>
              <a:spcAft>
                <a:spcPts val="0"/>
              </a:spcAft>
              <a:buSzPts val="1300"/>
              <a:buFont typeface="Inter"/>
              <a:buNone/>
              <a:defRPr sz="1300">
                <a:latin typeface="Inter"/>
                <a:ea typeface="Inter"/>
                <a:cs typeface="Inter"/>
                <a:sym typeface="Inter"/>
              </a:defRPr>
            </a:lvl5pPr>
            <a:lvl6pPr lvl="5" algn="ctr">
              <a:lnSpc>
                <a:spcPct val="100000"/>
              </a:lnSpc>
              <a:spcBef>
                <a:spcPts val="0"/>
              </a:spcBef>
              <a:spcAft>
                <a:spcPts val="0"/>
              </a:spcAft>
              <a:buSzPts val="1300"/>
              <a:buFont typeface="Inter"/>
              <a:buNone/>
              <a:defRPr sz="1300">
                <a:latin typeface="Inter"/>
                <a:ea typeface="Inter"/>
                <a:cs typeface="Inter"/>
                <a:sym typeface="Inter"/>
              </a:defRPr>
            </a:lvl6pPr>
            <a:lvl7pPr lvl="6" algn="ctr">
              <a:lnSpc>
                <a:spcPct val="100000"/>
              </a:lnSpc>
              <a:spcBef>
                <a:spcPts val="0"/>
              </a:spcBef>
              <a:spcAft>
                <a:spcPts val="0"/>
              </a:spcAft>
              <a:buSzPts val="1300"/>
              <a:buFont typeface="Inter"/>
              <a:buNone/>
              <a:defRPr sz="1300">
                <a:latin typeface="Inter"/>
                <a:ea typeface="Inter"/>
                <a:cs typeface="Inter"/>
                <a:sym typeface="Inter"/>
              </a:defRPr>
            </a:lvl7pPr>
            <a:lvl8pPr lvl="7" algn="ctr">
              <a:lnSpc>
                <a:spcPct val="100000"/>
              </a:lnSpc>
              <a:spcBef>
                <a:spcPts val="0"/>
              </a:spcBef>
              <a:spcAft>
                <a:spcPts val="0"/>
              </a:spcAft>
              <a:buSzPts val="1300"/>
              <a:buFont typeface="Inter"/>
              <a:buNone/>
              <a:defRPr sz="1300">
                <a:latin typeface="Inter"/>
                <a:ea typeface="Inter"/>
                <a:cs typeface="Inter"/>
                <a:sym typeface="Inter"/>
              </a:defRPr>
            </a:lvl8pPr>
            <a:lvl9pPr lvl="8" algn="ctr">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570" name="Google Shape;570;g2d3c537dc00_0_521"/>
          <p:cNvSpPr/>
          <p:nvPr/>
        </p:nvSpPr>
        <p:spPr>
          <a:xfrm>
            <a:off x="3756155" y="3173719"/>
            <a:ext cx="1631700" cy="3774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g2d3c537dc00_0_521"/>
          <p:cNvSpPr txBox="1"/>
          <p:nvPr>
            <p:ph idx="22" type="ctrTitle"/>
          </p:nvPr>
        </p:nvSpPr>
        <p:spPr>
          <a:xfrm>
            <a:off x="3756155" y="3173718"/>
            <a:ext cx="1631700" cy="377400"/>
          </a:xfrm>
          <a:prstGeom prst="rect">
            <a:avLst/>
          </a:prstGeom>
          <a:noFill/>
          <a:ln>
            <a:noFill/>
          </a:ln>
        </p:spPr>
        <p:txBody>
          <a:bodyPr anchorCtr="0" anchor="ctr" bIns="91425" lIns="91425" spcFirstLastPara="1" rIns="91425" wrap="square" tIns="91425">
            <a:noAutofit/>
          </a:bodyPr>
          <a:lstStyle>
            <a:lvl1pPr lvl="0" algn="ctr">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ctr">
              <a:lnSpc>
                <a:spcPct val="100000"/>
              </a:lnSpc>
              <a:spcBef>
                <a:spcPts val="0"/>
              </a:spcBef>
              <a:spcAft>
                <a:spcPts val="0"/>
              </a:spcAft>
              <a:buSzPts val="1300"/>
              <a:buFont typeface="Inter"/>
              <a:buNone/>
              <a:defRPr sz="1300">
                <a:latin typeface="Inter"/>
                <a:ea typeface="Inter"/>
                <a:cs typeface="Inter"/>
                <a:sym typeface="Inter"/>
              </a:defRPr>
            </a:lvl2pPr>
            <a:lvl3pPr lvl="2" algn="ctr">
              <a:lnSpc>
                <a:spcPct val="100000"/>
              </a:lnSpc>
              <a:spcBef>
                <a:spcPts val="0"/>
              </a:spcBef>
              <a:spcAft>
                <a:spcPts val="0"/>
              </a:spcAft>
              <a:buSzPts val="1300"/>
              <a:buFont typeface="Inter"/>
              <a:buNone/>
              <a:defRPr sz="1300">
                <a:latin typeface="Inter"/>
                <a:ea typeface="Inter"/>
                <a:cs typeface="Inter"/>
                <a:sym typeface="Inter"/>
              </a:defRPr>
            </a:lvl3pPr>
            <a:lvl4pPr lvl="3" algn="ctr">
              <a:lnSpc>
                <a:spcPct val="100000"/>
              </a:lnSpc>
              <a:spcBef>
                <a:spcPts val="0"/>
              </a:spcBef>
              <a:spcAft>
                <a:spcPts val="0"/>
              </a:spcAft>
              <a:buSzPts val="1300"/>
              <a:buFont typeface="Inter"/>
              <a:buNone/>
              <a:defRPr sz="1300">
                <a:latin typeface="Inter"/>
                <a:ea typeface="Inter"/>
                <a:cs typeface="Inter"/>
                <a:sym typeface="Inter"/>
              </a:defRPr>
            </a:lvl4pPr>
            <a:lvl5pPr lvl="4" algn="ctr">
              <a:lnSpc>
                <a:spcPct val="100000"/>
              </a:lnSpc>
              <a:spcBef>
                <a:spcPts val="0"/>
              </a:spcBef>
              <a:spcAft>
                <a:spcPts val="0"/>
              </a:spcAft>
              <a:buSzPts val="1300"/>
              <a:buFont typeface="Inter"/>
              <a:buNone/>
              <a:defRPr sz="1300">
                <a:latin typeface="Inter"/>
                <a:ea typeface="Inter"/>
                <a:cs typeface="Inter"/>
                <a:sym typeface="Inter"/>
              </a:defRPr>
            </a:lvl5pPr>
            <a:lvl6pPr lvl="5" algn="ctr">
              <a:lnSpc>
                <a:spcPct val="100000"/>
              </a:lnSpc>
              <a:spcBef>
                <a:spcPts val="0"/>
              </a:spcBef>
              <a:spcAft>
                <a:spcPts val="0"/>
              </a:spcAft>
              <a:buSzPts val="1300"/>
              <a:buFont typeface="Inter"/>
              <a:buNone/>
              <a:defRPr sz="1300">
                <a:latin typeface="Inter"/>
                <a:ea typeface="Inter"/>
                <a:cs typeface="Inter"/>
                <a:sym typeface="Inter"/>
              </a:defRPr>
            </a:lvl6pPr>
            <a:lvl7pPr lvl="6" algn="ctr">
              <a:lnSpc>
                <a:spcPct val="100000"/>
              </a:lnSpc>
              <a:spcBef>
                <a:spcPts val="0"/>
              </a:spcBef>
              <a:spcAft>
                <a:spcPts val="0"/>
              </a:spcAft>
              <a:buSzPts val="1300"/>
              <a:buFont typeface="Inter"/>
              <a:buNone/>
              <a:defRPr sz="1300">
                <a:latin typeface="Inter"/>
                <a:ea typeface="Inter"/>
                <a:cs typeface="Inter"/>
                <a:sym typeface="Inter"/>
              </a:defRPr>
            </a:lvl7pPr>
            <a:lvl8pPr lvl="7" algn="ctr">
              <a:lnSpc>
                <a:spcPct val="100000"/>
              </a:lnSpc>
              <a:spcBef>
                <a:spcPts val="0"/>
              </a:spcBef>
              <a:spcAft>
                <a:spcPts val="0"/>
              </a:spcAft>
              <a:buSzPts val="1300"/>
              <a:buFont typeface="Inter"/>
              <a:buNone/>
              <a:defRPr sz="1300">
                <a:latin typeface="Inter"/>
                <a:ea typeface="Inter"/>
                <a:cs typeface="Inter"/>
                <a:sym typeface="Inter"/>
              </a:defRPr>
            </a:lvl8pPr>
            <a:lvl9pPr lvl="8" algn="ctr">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572" name="Google Shape;572;g2d3c537dc00_0_521"/>
          <p:cNvSpPr/>
          <p:nvPr/>
        </p:nvSpPr>
        <p:spPr>
          <a:xfrm>
            <a:off x="5519907" y="3173719"/>
            <a:ext cx="1631700" cy="3774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 name="Google Shape;573;g2d3c537dc00_0_521"/>
          <p:cNvSpPr txBox="1"/>
          <p:nvPr>
            <p:ph idx="23" type="ctrTitle"/>
          </p:nvPr>
        </p:nvSpPr>
        <p:spPr>
          <a:xfrm>
            <a:off x="5519907" y="3173718"/>
            <a:ext cx="1631700" cy="377400"/>
          </a:xfrm>
          <a:prstGeom prst="rect">
            <a:avLst/>
          </a:prstGeom>
          <a:noFill/>
          <a:ln>
            <a:noFill/>
          </a:ln>
        </p:spPr>
        <p:txBody>
          <a:bodyPr anchorCtr="0" anchor="ctr" bIns="91425" lIns="91425" spcFirstLastPara="1" rIns="91425" wrap="square" tIns="91425">
            <a:noAutofit/>
          </a:bodyPr>
          <a:lstStyle>
            <a:lvl1pPr lvl="0" algn="ctr">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ctr">
              <a:lnSpc>
                <a:spcPct val="100000"/>
              </a:lnSpc>
              <a:spcBef>
                <a:spcPts val="0"/>
              </a:spcBef>
              <a:spcAft>
                <a:spcPts val="0"/>
              </a:spcAft>
              <a:buSzPts val="1300"/>
              <a:buFont typeface="Inter"/>
              <a:buNone/>
              <a:defRPr sz="1300">
                <a:latin typeface="Inter"/>
                <a:ea typeface="Inter"/>
                <a:cs typeface="Inter"/>
                <a:sym typeface="Inter"/>
              </a:defRPr>
            </a:lvl2pPr>
            <a:lvl3pPr lvl="2" algn="ctr">
              <a:lnSpc>
                <a:spcPct val="100000"/>
              </a:lnSpc>
              <a:spcBef>
                <a:spcPts val="0"/>
              </a:spcBef>
              <a:spcAft>
                <a:spcPts val="0"/>
              </a:spcAft>
              <a:buSzPts val="1300"/>
              <a:buFont typeface="Inter"/>
              <a:buNone/>
              <a:defRPr sz="1300">
                <a:latin typeface="Inter"/>
                <a:ea typeface="Inter"/>
                <a:cs typeface="Inter"/>
                <a:sym typeface="Inter"/>
              </a:defRPr>
            </a:lvl3pPr>
            <a:lvl4pPr lvl="3" algn="ctr">
              <a:lnSpc>
                <a:spcPct val="100000"/>
              </a:lnSpc>
              <a:spcBef>
                <a:spcPts val="0"/>
              </a:spcBef>
              <a:spcAft>
                <a:spcPts val="0"/>
              </a:spcAft>
              <a:buSzPts val="1300"/>
              <a:buFont typeface="Inter"/>
              <a:buNone/>
              <a:defRPr sz="1300">
                <a:latin typeface="Inter"/>
                <a:ea typeface="Inter"/>
                <a:cs typeface="Inter"/>
                <a:sym typeface="Inter"/>
              </a:defRPr>
            </a:lvl4pPr>
            <a:lvl5pPr lvl="4" algn="ctr">
              <a:lnSpc>
                <a:spcPct val="100000"/>
              </a:lnSpc>
              <a:spcBef>
                <a:spcPts val="0"/>
              </a:spcBef>
              <a:spcAft>
                <a:spcPts val="0"/>
              </a:spcAft>
              <a:buSzPts val="1300"/>
              <a:buFont typeface="Inter"/>
              <a:buNone/>
              <a:defRPr sz="1300">
                <a:latin typeface="Inter"/>
                <a:ea typeface="Inter"/>
                <a:cs typeface="Inter"/>
                <a:sym typeface="Inter"/>
              </a:defRPr>
            </a:lvl5pPr>
            <a:lvl6pPr lvl="5" algn="ctr">
              <a:lnSpc>
                <a:spcPct val="100000"/>
              </a:lnSpc>
              <a:spcBef>
                <a:spcPts val="0"/>
              </a:spcBef>
              <a:spcAft>
                <a:spcPts val="0"/>
              </a:spcAft>
              <a:buSzPts val="1300"/>
              <a:buFont typeface="Inter"/>
              <a:buNone/>
              <a:defRPr sz="1300">
                <a:latin typeface="Inter"/>
                <a:ea typeface="Inter"/>
                <a:cs typeface="Inter"/>
                <a:sym typeface="Inter"/>
              </a:defRPr>
            </a:lvl6pPr>
            <a:lvl7pPr lvl="6" algn="ctr">
              <a:lnSpc>
                <a:spcPct val="100000"/>
              </a:lnSpc>
              <a:spcBef>
                <a:spcPts val="0"/>
              </a:spcBef>
              <a:spcAft>
                <a:spcPts val="0"/>
              </a:spcAft>
              <a:buSzPts val="1300"/>
              <a:buFont typeface="Inter"/>
              <a:buNone/>
              <a:defRPr sz="1300">
                <a:latin typeface="Inter"/>
                <a:ea typeface="Inter"/>
                <a:cs typeface="Inter"/>
                <a:sym typeface="Inter"/>
              </a:defRPr>
            </a:lvl7pPr>
            <a:lvl8pPr lvl="7" algn="ctr">
              <a:lnSpc>
                <a:spcPct val="100000"/>
              </a:lnSpc>
              <a:spcBef>
                <a:spcPts val="0"/>
              </a:spcBef>
              <a:spcAft>
                <a:spcPts val="0"/>
              </a:spcAft>
              <a:buSzPts val="1300"/>
              <a:buFont typeface="Inter"/>
              <a:buNone/>
              <a:defRPr sz="1300">
                <a:latin typeface="Inter"/>
                <a:ea typeface="Inter"/>
                <a:cs typeface="Inter"/>
                <a:sym typeface="Inter"/>
              </a:defRPr>
            </a:lvl8pPr>
            <a:lvl9pPr lvl="8" algn="ctr">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574" name="Google Shape;574;g2d3c537dc00_0_521"/>
          <p:cNvSpPr/>
          <p:nvPr/>
        </p:nvSpPr>
        <p:spPr>
          <a:xfrm>
            <a:off x="7283650" y="3173719"/>
            <a:ext cx="1631700" cy="3774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g2d3c537dc00_0_521"/>
          <p:cNvSpPr txBox="1"/>
          <p:nvPr>
            <p:ph idx="24" type="ctrTitle"/>
          </p:nvPr>
        </p:nvSpPr>
        <p:spPr>
          <a:xfrm>
            <a:off x="7283650" y="3173718"/>
            <a:ext cx="1631700" cy="377400"/>
          </a:xfrm>
          <a:prstGeom prst="rect">
            <a:avLst/>
          </a:prstGeom>
          <a:noFill/>
          <a:ln>
            <a:noFill/>
          </a:ln>
        </p:spPr>
        <p:txBody>
          <a:bodyPr anchorCtr="0" anchor="ctr" bIns="91425" lIns="91425" spcFirstLastPara="1" rIns="91425" wrap="square" tIns="91425">
            <a:noAutofit/>
          </a:bodyPr>
          <a:lstStyle>
            <a:lvl1pPr lvl="0" algn="ctr">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ctr">
              <a:lnSpc>
                <a:spcPct val="100000"/>
              </a:lnSpc>
              <a:spcBef>
                <a:spcPts val="0"/>
              </a:spcBef>
              <a:spcAft>
                <a:spcPts val="0"/>
              </a:spcAft>
              <a:buSzPts val="1300"/>
              <a:buFont typeface="Inter"/>
              <a:buNone/>
              <a:defRPr sz="1300">
                <a:latin typeface="Inter"/>
                <a:ea typeface="Inter"/>
                <a:cs typeface="Inter"/>
                <a:sym typeface="Inter"/>
              </a:defRPr>
            </a:lvl2pPr>
            <a:lvl3pPr lvl="2" algn="ctr">
              <a:lnSpc>
                <a:spcPct val="100000"/>
              </a:lnSpc>
              <a:spcBef>
                <a:spcPts val="0"/>
              </a:spcBef>
              <a:spcAft>
                <a:spcPts val="0"/>
              </a:spcAft>
              <a:buSzPts val="1300"/>
              <a:buFont typeface="Inter"/>
              <a:buNone/>
              <a:defRPr sz="1300">
                <a:latin typeface="Inter"/>
                <a:ea typeface="Inter"/>
                <a:cs typeface="Inter"/>
                <a:sym typeface="Inter"/>
              </a:defRPr>
            </a:lvl3pPr>
            <a:lvl4pPr lvl="3" algn="ctr">
              <a:lnSpc>
                <a:spcPct val="100000"/>
              </a:lnSpc>
              <a:spcBef>
                <a:spcPts val="0"/>
              </a:spcBef>
              <a:spcAft>
                <a:spcPts val="0"/>
              </a:spcAft>
              <a:buSzPts val="1300"/>
              <a:buFont typeface="Inter"/>
              <a:buNone/>
              <a:defRPr sz="1300">
                <a:latin typeface="Inter"/>
                <a:ea typeface="Inter"/>
                <a:cs typeface="Inter"/>
                <a:sym typeface="Inter"/>
              </a:defRPr>
            </a:lvl4pPr>
            <a:lvl5pPr lvl="4" algn="ctr">
              <a:lnSpc>
                <a:spcPct val="100000"/>
              </a:lnSpc>
              <a:spcBef>
                <a:spcPts val="0"/>
              </a:spcBef>
              <a:spcAft>
                <a:spcPts val="0"/>
              </a:spcAft>
              <a:buSzPts val="1300"/>
              <a:buFont typeface="Inter"/>
              <a:buNone/>
              <a:defRPr sz="1300">
                <a:latin typeface="Inter"/>
                <a:ea typeface="Inter"/>
                <a:cs typeface="Inter"/>
                <a:sym typeface="Inter"/>
              </a:defRPr>
            </a:lvl5pPr>
            <a:lvl6pPr lvl="5" algn="ctr">
              <a:lnSpc>
                <a:spcPct val="100000"/>
              </a:lnSpc>
              <a:spcBef>
                <a:spcPts val="0"/>
              </a:spcBef>
              <a:spcAft>
                <a:spcPts val="0"/>
              </a:spcAft>
              <a:buSzPts val="1300"/>
              <a:buFont typeface="Inter"/>
              <a:buNone/>
              <a:defRPr sz="1300">
                <a:latin typeface="Inter"/>
                <a:ea typeface="Inter"/>
                <a:cs typeface="Inter"/>
                <a:sym typeface="Inter"/>
              </a:defRPr>
            </a:lvl6pPr>
            <a:lvl7pPr lvl="6" algn="ctr">
              <a:lnSpc>
                <a:spcPct val="100000"/>
              </a:lnSpc>
              <a:spcBef>
                <a:spcPts val="0"/>
              </a:spcBef>
              <a:spcAft>
                <a:spcPts val="0"/>
              </a:spcAft>
              <a:buSzPts val="1300"/>
              <a:buFont typeface="Inter"/>
              <a:buNone/>
              <a:defRPr sz="1300">
                <a:latin typeface="Inter"/>
                <a:ea typeface="Inter"/>
                <a:cs typeface="Inter"/>
                <a:sym typeface="Inter"/>
              </a:defRPr>
            </a:lvl7pPr>
            <a:lvl8pPr lvl="7" algn="ctr">
              <a:lnSpc>
                <a:spcPct val="100000"/>
              </a:lnSpc>
              <a:spcBef>
                <a:spcPts val="0"/>
              </a:spcBef>
              <a:spcAft>
                <a:spcPts val="0"/>
              </a:spcAft>
              <a:buSzPts val="1300"/>
              <a:buFont typeface="Inter"/>
              <a:buNone/>
              <a:defRPr sz="1300">
                <a:latin typeface="Inter"/>
                <a:ea typeface="Inter"/>
                <a:cs typeface="Inter"/>
                <a:sym typeface="Inter"/>
              </a:defRPr>
            </a:lvl8pPr>
            <a:lvl9pPr lvl="8" algn="ctr">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576" name="Google Shape;576;g2d3c537dc00_0_521"/>
          <p:cNvSpPr/>
          <p:nvPr/>
        </p:nvSpPr>
        <p:spPr>
          <a:xfrm>
            <a:off x="228650" y="3630909"/>
            <a:ext cx="1631700" cy="3774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g2d3c537dc00_0_521"/>
          <p:cNvSpPr txBox="1"/>
          <p:nvPr>
            <p:ph idx="25" type="ctrTitle"/>
          </p:nvPr>
        </p:nvSpPr>
        <p:spPr>
          <a:xfrm>
            <a:off x="228650" y="3630908"/>
            <a:ext cx="1631700" cy="377400"/>
          </a:xfrm>
          <a:prstGeom prst="rect">
            <a:avLst/>
          </a:prstGeom>
          <a:noFill/>
          <a:ln>
            <a:noFill/>
          </a:ln>
        </p:spPr>
        <p:txBody>
          <a:bodyPr anchorCtr="0" anchor="ctr" bIns="91425" lIns="91425" spcFirstLastPara="1" rIns="91425" wrap="square" tIns="91425">
            <a:noAutofit/>
          </a:bodyPr>
          <a:lstStyle>
            <a:lvl1pPr lvl="0" algn="ctr">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ctr">
              <a:lnSpc>
                <a:spcPct val="100000"/>
              </a:lnSpc>
              <a:spcBef>
                <a:spcPts val="0"/>
              </a:spcBef>
              <a:spcAft>
                <a:spcPts val="0"/>
              </a:spcAft>
              <a:buSzPts val="1300"/>
              <a:buFont typeface="Inter"/>
              <a:buNone/>
              <a:defRPr sz="1300">
                <a:latin typeface="Inter"/>
                <a:ea typeface="Inter"/>
                <a:cs typeface="Inter"/>
                <a:sym typeface="Inter"/>
              </a:defRPr>
            </a:lvl2pPr>
            <a:lvl3pPr lvl="2" algn="ctr">
              <a:lnSpc>
                <a:spcPct val="100000"/>
              </a:lnSpc>
              <a:spcBef>
                <a:spcPts val="0"/>
              </a:spcBef>
              <a:spcAft>
                <a:spcPts val="0"/>
              </a:spcAft>
              <a:buSzPts val="1300"/>
              <a:buFont typeface="Inter"/>
              <a:buNone/>
              <a:defRPr sz="1300">
                <a:latin typeface="Inter"/>
                <a:ea typeface="Inter"/>
                <a:cs typeface="Inter"/>
                <a:sym typeface="Inter"/>
              </a:defRPr>
            </a:lvl3pPr>
            <a:lvl4pPr lvl="3" algn="ctr">
              <a:lnSpc>
                <a:spcPct val="100000"/>
              </a:lnSpc>
              <a:spcBef>
                <a:spcPts val="0"/>
              </a:spcBef>
              <a:spcAft>
                <a:spcPts val="0"/>
              </a:spcAft>
              <a:buSzPts val="1300"/>
              <a:buFont typeface="Inter"/>
              <a:buNone/>
              <a:defRPr sz="1300">
                <a:latin typeface="Inter"/>
                <a:ea typeface="Inter"/>
                <a:cs typeface="Inter"/>
                <a:sym typeface="Inter"/>
              </a:defRPr>
            </a:lvl4pPr>
            <a:lvl5pPr lvl="4" algn="ctr">
              <a:lnSpc>
                <a:spcPct val="100000"/>
              </a:lnSpc>
              <a:spcBef>
                <a:spcPts val="0"/>
              </a:spcBef>
              <a:spcAft>
                <a:spcPts val="0"/>
              </a:spcAft>
              <a:buSzPts val="1300"/>
              <a:buFont typeface="Inter"/>
              <a:buNone/>
              <a:defRPr sz="1300">
                <a:latin typeface="Inter"/>
                <a:ea typeface="Inter"/>
                <a:cs typeface="Inter"/>
                <a:sym typeface="Inter"/>
              </a:defRPr>
            </a:lvl5pPr>
            <a:lvl6pPr lvl="5" algn="ctr">
              <a:lnSpc>
                <a:spcPct val="100000"/>
              </a:lnSpc>
              <a:spcBef>
                <a:spcPts val="0"/>
              </a:spcBef>
              <a:spcAft>
                <a:spcPts val="0"/>
              </a:spcAft>
              <a:buSzPts val="1300"/>
              <a:buFont typeface="Inter"/>
              <a:buNone/>
              <a:defRPr sz="1300">
                <a:latin typeface="Inter"/>
                <a:ea typeface="Inter"/>
                <a:cs typeface="Inter"/>
                <a:sym typeface="Inter"/>
              </a:defRPr>
            </a:lvl6pPr>
            <a:lvl7pPr lvl="6" algn="ctr">
              <a:lnSpc>
                <a:spcPct val="100000"/>
              </a:lnSpc>
              <a:spcBef>
                <a:spcPts val="0"/>
              </a:spcBef>
              <a:spcAft>
                <a:spcPts val="0"/>
              </a:spcAft>
              <a:buSzPts val="1300"/>
              <a:buFont typeface="Inter"/>
              <a:buNone/>
              <a:defRPr sz="1300">
                <a:latin typeface="Inter"/>
                <a:ea typeface="Inter"/>
                <a:cs typeface="Inter"/>
                <a:sym typeface="Inter"/>
              </a:defRPr>
            </a:lvl7pPr>
            <a:lvl8pPr lvl="7" algn="ctr">
              <a:lnSpc>
                <a:spcPct val="100000"/>
              </a:lnSpc>
              <a:spcBef>
                <a:spcPts val="0"/>
              </a:spcBef>
              <a:spcAft>
                <a:spcPts val="0"/>
              </a:spcAft>
              <a:buSzPts val="1300"/>
              <a:buFont typeface="Inter"/>
              <a:buNone/>
              <a:defRPr sz="1300">
                <a:latin typeface="Inter"/>
                <a:ea typeface="Inter"/>
                <a:cs typeface="Inter"/>
                <a:sym typeface="Inter"/>
              </a:defRPr>
            </a:lvl8pPr>
            <a:lvl9pPr lvl="8" algn="ctr">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578" name="Google Shape;578;g2d3c537dc00_0_521"/>
          <p:cNvSpPr/>
          <p:nvPr/>
        </p:nvSpPr>
        <p:spPr>
          <a:xfrm>
            <a:off x="1992402" y="3630909"/>
            <a:ext cx="1631700" cy="3774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g2d3c537dc00_0_521"/>
          <p:cNvSpPr txBox="1"/>
          <p:nvPr>
            <p:ph idx="26" type="ctrTitle"/>
          </p:nvPr>
        </p:nvSpPr>
        <p:spPr>
          <a:xfrm>
            <a:off x="1992402" y="3630908"/>
            <a:ext cx="1631700" cy="377400"/>
          </a:xfrm>
          <a:prstGeom prst="rect">
            <a:avLst/>
          </a:prstGeom>
          <a:noFill/>
          <a:ln>
            <a:noFill/>
          </a:ln>
        </p:spPr>
        <p:txBody>
          <a:bodyPr anchorCtr="0" anchor="ctr" bIns="91425" lIns="91425" spcFirstLastPara="1" rIns="91425" wrap="square" tIns="91425">
            <a:noAutofit/>
          </a:bodyPr>
          <a:lstStyle>
            <a:lvl1pPr lvl="0" algn="ctr">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ctr">
              <a:lnSpc>
                <a:spcPct val="100000"/>
              </a:lnSpc>
              <a:spcBef>
                <a:spcPts val="0"/>
              </a:spcBef>
              <a:spcAft>
                <a:spcPts val="0"/>
              </a:spcAft>
              <a:buSzPts val="1300"/>
              <a:buFont typeface="Inter"/>
              <a:buNone/>
              <a:defRPr sz="1300">
                <a:latin typeface="Inter"/>
                <a:ea typeface="Inter"/>
                <a:cs typeface="Inter"/>
                <a:sym typeface="Inter"/>
              </a:defRPr>
            </a:lvl2pPr>
            <a:lvl3pPr lvl="2" algn="ctr">
              <a:lnSpc>
                <a:spcPct val="100000"/>
              </a:lnSpc>
              <a:spcBef>
                <a:spcPts val="0"/>
              </a:spcBef>
              <a:spcAft>
                <a:spcPts val="0"/>
              </a:spcAft>
              <a:buSzPts val="1300"/>
              <a:buFont typeface="Inter"/>
              <a:buNone/>
              <a:defRPr sz="1300">
                <a:latin typeface="Inter"/>
                <a:ea typeface="Inter"/>
                <a:cs typeface="Inter"/>
                <a:sym typeface="Inter"/>
              </a:defRPr>
            </a:lvl3pPr>
            <a:lvl4pPr lvl="3" algn="ctr">
              <a:lnSpc>
                <a:spcPct val="100000"/>
              </a:lnSpc>
              <a:spcBef>
                <a:spcPts val="0"/>
              </a:spcBef>
              <a:spcAft>
                <a:spcPts val="0"/>
              </a:spcAft>
              <a:buSzPts val="1300"/>
              <a:buFont typeface="Inter"/>
              <a:buNone/>
              <a:defRPr sz="1300">
                <a:latin typeface="Inter"/>
                <a:ea typeface="Inter"/>
                <a:cs typeface="Inter"/>
                <a:sym typeface="Inter"/>
              </a:defRPr>
            </a:lvl4pPr>
            <a:lvl5pPr lvl="4" algn="ctr">
              <a:lnSpc>
                <a:spcPct val="100000"/>
              </a:lnSpc>
              <a:spcBef>
                <a:spcPts val="0"/>
              </a:spcBef>
              <a:spcAft>
                <a:spcPts val="0"/>
              </a:spcAft>
              <a:buSzPts val="1300"/>
              <a:buFont typeface="Inter"/>
              <a:buNone/>
              <a:defRPr sz="1300">
                <a:latin typeface="Inter"/>
                <a:ea typeface="Inter"/>
                <a:cs typeface="Inter"/>
                <a:sym typeface="Inter"/>
              </a:defRPr>
            </a:lvl5pPr>
            <a:lvl6pPr lvl="5" algn="ctr">
              <a:lnSpc>
                <a:spcPct val="100000"/>
              </a:lnSpc>
              <a:spcBef>
                <a:spcPts val="0"/>
              </a:spcBef>
              <a:spcAft>
                <a:spcPts val="0"/>
              </a:spcAft>
              <a:buSzPts val="1300"/>
              <a:buFont typeface="Inter"/>
              <a:buNone/>
              <a:defRPr sz="1300">
                <a:latin typeface="Inter"/>
                <a:ea typeface="Inter"/>
                <a:cs typeface="Inter"/>
                <a:sym typeface="Inter"/>
              </a:defRPr>
            </a:lvl6pPr>
            <a:lvl7pPr lvl="6" algn="ctr">
              <a:lnSpc>
                <a:spcPct val="100000"/>
              </a:lnSpc>
              <a:spcBef>
                <a:spcPts val="0"/>
              </a:spcBef>
              <a:spcAft>
                <a:spcPts val="0"/>
              </a:spcAft>
              <a:buSzPts val="1300"/>
              <a:buFont typeface="Inter"/>
              <a:buNone/>
              <a:defRPr sz="1300">
                <a:latin typeface="Inter"/>
                <a:ea typeface="Inter"/>
                <a:cs typeface="Inter"/>
                <a:sym typeface="Inter"/>
              </a:defRPr>
            </a:lvl7pPr>
            <a:lvl8pPr lvl="7" algn="ctr">
              <a:lnSpc>
                <a:spcPct val="100000"/>
              </a:lnSpc>
              <a:spcBef>
                <a:spcPts val="0"/>
              </a:spcBef>
              <a:spcAft>
                <a:spcPts val="0"/>
              </a:spcAft>
              <a:buSzPts val="1300"/>
              <a:buFont typeface="Inter"/>
              <a:buNone/>
              <a:defRPr sz="1300">
                <a:latin typeface="Inter"/>
                <a:ea typeface="Inter"/>
                <a:cs typeface="Inter"/>
                <a:sym typeface="Inter"/>
              </a:defRPr>
            </a:lvl8pPr>
            <a:lvl9pPr lvl="8" algn="ctr">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580" name="Google Shape;580;g2d3c537dc00_0_521"/>
          <p:cNvSpPr/>
          <p:nvPr/>
        </p:nvSpPr>
        <p:spPr>
          <a:xfrm>
            <a:off x="3756155" y="3630909"/>
            <a:ext cx="1631700" cy="3774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g2d3c537dc00_0_521"/>
          <p:cNvSpPr txBox="1"/>
          <p:nvPr>
            <p:ph idx="27" type="ctrTitle"/>
          </p:nvPr>
        </p:nvSpPr>
        <p:spPr>
          <a:xfrm>
            <a:off x="3756155" y="3630908"/>
            <a:ext cx="1631700" cy="377400"/>
          </a:xfrm>
          <a:prstGeom prst="rect">
            <a:avLst/>
          </a:prstGeom>
          <a:noFill/>
          <a:ln>
            <a:noFill/>
          </a:ln>
        </p:spPr>
        <p:txBody>
          <a:bodyPr anchorCtr="0" anchor="ctr" bIns="91425" lIns="91425" spcFirstLastPara="1" rIns="91425" wrap="square" tIns="91425">
            <a:noAutofit/>
          </a:bodyPr>
          <a:lstStyle>
            <a:lvl1pPr lvl="0" algn="ctr">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ctr">
              <a:lnSpc>
                <a:spcPct val="100000"/>
              </a:lnSpc>
              <a:spcBef>
                <a:spcPts val="0"/>
              </a:spcBef>
              <a:spcAft>
                <a:spcPts val="0"/>
              </a:spcAft>
              <a:buSzPts val="1300"/>
              <a:buFont typeface="Inter"/>
              <a:buNone/>
              <a:defRPr sz="1300">
                <a:latin typeface="Inter"/>
                <a:ea typeface="Inter"/>
                <a:cs typeface="Inter"/>
                <a:sym typeface="Inter"/>
              </a:defRPr>
            </a:lvl2pPr>
            <a:lvl3pPr lvl="2" algn="ctr">
              <a:lnSpc>
                <a:spcPct val="100000"/>
              </a:lnSpc>
              <a:spcBef>
                <a:spcPts val="0"/>
              </a:spcBef>
              <a:spcAft>
                <a:spcPts val="0"/>
              </a:spcAft>
              <a:buSzPts val="1300"/>
              <a:buFont typeface="Inter"/>
              <a:buNone/>
              <a:defRPr sz="1300">
                <a:latin typeface="Inter"/>
                <a:ea typeface="Inter"/>
                <a:cs typeface="Inter"/>
                <a:sym typeface="Inter"/>
              </a:defRPr>
            </a:lvl3pPr>
            <a:lvl4pPr lvl="3" algn="ctr">
              <a:lnSpc>
                <a:spcPct val="100000"/>
              </a:lnSpc>
              <a:spcBef>
                <a:spcPts val="0"/>
              </a:spcBef>
              <a:spcAft>
                <a:spcPts val="0"/>
              </a:spcAft>
              <a:buSzPts val="1300"/>
              <a:buFont typeface="Inter"/>
              <a:buNone/>
              <a:defRPr sz="1300">
                <a:latin typeface="Inter"/>
                <a:ea typeface="Inter"/>
                <a:cs typeface="Inter"/>
                <a:sym typeface="Inter"/>
              </a:defRPr>
            </a:lvl4pPr>
            <a:lvl5pPr lvl="4" algn="ctr">
              <a:lnSpc>
                <a:spcPct val="100000"/>
              </a:lnSpc>
              <a:spcBef>
                <a:spcPts val="0"/>
              </a:spcBef>
              <a:spcAft>
                <a:spcPts val="0"/>
              </a:spcAft>
              <a:buSzPts val="1300"/>
              <a:buFont typeface="Inter"/>
              <a:buNone/>
              <a:defRPr sz="1300">
                <a:latin typeface="Inter"/>
                <a:ea typeface="Inter"/>
                <a:cs typeface="Inter"/>
                <a:sym typeface="Inter"/>
              </a:defRPr>
            </a:lvl5pPr>
            <a:lvl6pPr lvl="5" algn="ctr">
              <a:lnSpc>
                <a:spcPct val="100000"/>
              </a:lnSpc>
              <a:spcBef>
                <a:spcPts val="0"/>
              </a:spcBef>
              <a:spcAft>
                <a:spcPts val="0"/>
              </a:spcAft>
              <a:buSzPts val="1300"/>
              <a:buFont typeface="Inter"/>
              <a:buNone/>
              <a:defRPr sz="1300">
                <a:latin typeface="Inter"/>
                <a:ea typeface="Inter"/>
                <a:cs typeface="Inter"/>
                <a:sym typeface="Inter"/>
              </a:defRPr>
            </a:lvl6pPr>
            <a:lvl7pPr lvl="6" algn="ctr">
              <a:lnSpc>
                <a:spcPct val="100000"/>
              </a:lnSpc>
              <a:spcBef>
                <a:spcPts val="0"/>
              </a:spcBef>
              <a:spcAft>
                <a:spcPts val="0"/>
              </a:spcAft>
              <a:buSzPts val="1300"/>
              <a:buFont typeface="Inter"/>
              <a:buNone/>
              <a:defRPr sz="1300">
                <a:latin typeface="Inter"/>
                <a:ea typeface="Inter"/>
                <a:cs typeface="Inter"/>
                <a:sym typeface="Inter"/>
              </a:defRPr>
            </a:lvl7pPr>
            <a:lvl8pPr lvl="7" algn="ctr">
              <a:lnSpc>
                <a:spcPct val="100000"/>
              </a:lnSpc>
              <a:spcBef>
                <a:spcPts val="0"/>
              </a:spcBef>
              <a:spcAft>
                <a:spcPts val="0"/>
              </a:spcAft>
              <a:buSzPts val="1300"/>
              <a:buFont typeface="Inter"/>
              <a:buNone/>
              <a:defRPr sz="1300">
                <a:latin typeface="Inter"/>
                <a:ea typeface="Inter"/>
                <a:cs typeface="Inter"/>
                <a:sym typeface="Inter"/>
              </a:defRPr>
            </a:lvl8pPr>
            <a:lvl9pPr lvl="8" algn="ctr">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582" name="Google Shape;582;g2d3c537dc00_0_521"/>
          <p:cNvSpPr/>
          <p:nvPr/>
        </p:nvSpPr>
        <p:spPr>
          <a:xfrm>
            <a:off x="5519907" y="3630909"/>
            <a:ext cx="1631700" cy="3774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3" name="Google Shape;583;g2d3c537dc00_0_521"/>
          <p:cNvSpPr txBox="1"/>
          <p:nvPr>
            <p:ph idx="28" type="ctrTitle"/>
          </p:nvPr>
        </p:nvSpPr>
        <p:spPr>
          <a:xfrm>
            <a:off x="5519907" y="3630908"/>
            <a:ext cx="1631700" cy="377400"/>
          </a:xfrm>
          <a:prstGeom prst="rect">
            <a:avLst/>
          </a:prstGeom>
          <a:noFill/>
          <a:ln>
            <a:noFill/>
          </a:ln>
        </p:spPr>
        <p:txBody>
          <a:bodyPr anchorCtr="0" anchor="ctr" bIns="91425" lIns="91425" spcFirstLastPara="1" rIns="91425" wrap="square" tIns="91425">
            <a:noAutofit/>
          </a:bodyPr>
          <a:lstStyle>
            <a:lvl1pPr lvl="0" algn="ctr">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ctr">
              <a:lnSpc>
                <a:spcPct val="100000"/>
              </a:lnSpc>
              <a:spcBef>
                <a:spcPts val="0"/>
              </a:spcBef>
              <a:spcAft>
                <a:spcPts val="0"/>
              </a:spcAft>
              <a:buSzPts val="1300"/>
              <a:buFont typeface="Inter"/>
              <a:buNone/>
              <a:defRPr sz="1300">
                <a:latin typeface="Inter"/>
                <a:ea typeface="Inter"/>
                <a:cs typeface="Inter"/>
                <a:sym typeface="Inter"/>
              </a:defRPr>
            </a:lvl2pPr>
            <a:lvl3pPr lvl="2" algn="ctr">
              <a:lnSpc>
                <a:spcPct val="100000"/>
              </a:lnSpc>
              <a:spcBef>
                <a:spcPts val="0"/>
              </a:spcBef>
              <a:spcAft>
                <a:spcPts val="0"/>
              </a:spcAft>
              <a:buSzPts val="1300"/>
              <a:buFont typeface="Inter"/>
              <a:buNone/>
              <a:defRPr sz="1300">
                <a:latin typeface="Inter"/>
                <a:ea typeface="Inter"/>
                <a:cs typeface="Inter"/>
                <a:sym typeface="Inter"/>
              </a:defRPr>
            </a:lvl3pPr>
            <a:lvl4pPr lvl="3" algn="ctr">
              <a:lnSpc>
                <a:spcPct val="100000"/>
              </a:lnSpc>
              <a:spcBef>
                <a:spcPts val="0"/>
              </a:spcBef>
              <a:spcAft>
                <a:spcPts val="0"/>
              </a:spcAft>
              <a:buSzPts val="1300"/>
              <a:buFont typeface="Inter"/>
              <a:buNone/>
              <a:defRPr sz="1300">
                <a:latin typeface="Inter"/>
                <a:ea typeface="Inter"/>
                <a:cs typeface="Inter"/>
                <a:sym typeface="Inter"/>
              </a:defRPr>
            </a:lvl4pPr>
            <a:lvl5pPr lvl="4" algn="ctr">
              <a:lnSpc>
                <a:spcPct val="100000"/>
              </a:lnSpc>
              <a:spcBef>
                <a:spcPts val="0"/>
              </a:spcBef>
              <a:spcAft>
                <a:spcPts val="0"/>
              </a:spcAft>
              <a:buSzPts val="1300"/>
              <a:buFont typeface="Inter"/>
              <a:buNone/>
              <a:defRPr sz="1300">
                <a:latin typeface="Inter"/>
                <a:ea typeface="Inter"/>
                <a:cs typeface="Inter"/>
                <a:sym typeface="Inter"/>
              </a:defRPr>
            </a:lvl5pPr>
            <a:lvl6pPr lvl="5" algn="ctr">
              <a:lnSpc>
                <a:spcPct val="100000"/>
              </a:lnSpc>
              <a:spcBef>
                <a:spcPts val="0"/>
              </a:spcBef>
              <a:spcAft>
                <a:spcPts val="0"/>
              </a:spcAft>
              <a:buSzPts val="1300"/>
              <a:buFont typeface="Inter"/>
              <a:buNone/>
              <a:defRPr sz="1300">
                <a:latin typeface="Inter"/>
                <a:ea typeface="Inter"/>
                <a:cs typeface="Inter"/>
                <a:sym typeface="Inter"/>
              </a:defRPr>
            </a:lvl6pPr>
            <a:lvl7pPr lvl="6" algn="ctr">
              <a:lnSpc>
                <a:spcPct val="100000"/>
              </a:lnSpc>
              <a:spcBef>
                <a:spcPts val="0"/>
              </a:spcBef>
              <a:spcAft>
                <a:spcPts val="0"/>
              </a:spcAft>
              <a:buSzPts val="1300"/>
              <a:buFont typeface="Inter"/>
              <a:buNone/>
              <a:defRPr sz="1300">
                <a:latin typeface="Inter"/>
                <a:ea typeface="Inter"/>
                <a:cs typeface="Inter"/>
                <a:sym typeface="Inter"/>
              </a:defRPr>
            </a:lvl7pPr>
            <a:lvl8pPr lvl="7" algn="ctr">
              <a:lnSpc>
                <a:spcPct val="100000"/>
              </a:lnSpc>
              <a:spcBef>
                <a:spcPts val="0"/>
              </a:spcBef>
              <a:spcAft>
                <a:spcPts val="0"/>
              </a:spcAft>
              <a:buSzPts val="1300"/>
              <a:buFont typeface="Inter"/>
              <a:buNone/>
              <a:defRPr sz="1300">
                <a:latin typeface="Inter"/>
                <a:ea typeface="Inter"/>
                <a:cs typeface="Inter"/>
                <a:sym typeface="Inter"/>
              </a:defRPr>
            </a:lvl8pPr>
            <a:lvl9pPr lvl="8" algn="ctr">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584" name="Google Shape;584;g2d3c537dc00_0_521"/>
          <p:cNvSpPr/>
          <p:nvPr/>
        </p:nvSpPr>
        <p:spPr>
          <a:xfrm>
            <a:off x="7283650" y="3630909"/>
            <a:ext cx="1631700" cy="3774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g2d3c537dc00_0_521"/>
          <p:cNvSpPr txBox="1"/>
          <p:nvPr>
            <p:ph idx="29" type="ctrTitle"/>
          </p:nvPr>
        </p:nvSpPr>
        <p:spPr>
          <a:xfrm>
            <a:off x="7283650" y="3630908"/>
            <a:ext cx="1631700" cy="377400"/>
          </a:xfrm>
          <a:prstGeom prst="rect">
            <a:avLst/>
          </a:prstGeom>
          <a:noFill/>
          <a:ln>
            <a:noFill/>
          </a:ln>
        </p:spPr>
        <p:txBody>
          <a:bodyPr anchorCtr="0" anchor="ctr" bIns="91425" lIns="91425" spcFirstLastPara="1" rIns="91425" wrap="square" tIns="91425">
            <a:noAutofit/>
          </a:bodyPr>
          <a:lstStyle>
            <a:lvl1pPr lvl="0" algn="ctr">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ctr">
              <a:lnSpc>
                <a:spcPct val="100000"/>
              </a:lnSpc>
              <a:spcBef>
                <a:spcPts val="0"/>
              </a:spcBef>
              <a:spcAft>
                <a:spcPts val="0"/>
              </a:spcAft>
              <a:buSzPts val="1300"/>
              <a:buFont typeface="Inter"/>
              <a:buNone/>
              <a:defRPr sz="1300">
                <a:latin typeface="Inter"/>
                <a:ea typeface="Inter"/>
                <a:cs typeface="Inter"/>
                <a:sym typeface="Inter"/>
              </a:defRPr>
            </a:lvl2pPr>
            <a:lvl3pPr lvl="2" algn="ctr">
              <a:lnSpc>
                <a:spcPct val="100000"/>
              </a:lnSpc>
              <a:spcBef>
                <a:spcPts val="0"/>
              </a:spcBef>
              <a:spcAft>
                <a:spcPts val="0"/>
              </a:spcAft>
              <a:buSzPts val="1300"/>
              <a:buFont typeface="Inter"/>
              <a:buNone/>
              <a:defRPr sz="1300">
                <a:latin typeface="Inter"/>
                <a:ea typeface="Inter"/>
                <a:cs typeface="Inter"/>
                <a:sym typeface="Inter"/>
              </a:defRPr>
            </a:lvl3pPr>
            <a:lvl4pPr lvl="3" algn="ctr">
              <a:lnSpc>
                <a:spcPct val="100000"/>
              </a:lnSpc>
              <a:spcBef>
                <a:spcPts val="0"/>
              </a:spcBef>
              <a:spcAft>
                <a:spcPts val="0"/>
              </a:spcAft>
              <a:buSzPts val="1300"/>
              <a:buFont typeface="Inter"/>
              <a:buNone/>
              <a:defRPr sz="1300">
                <a:latin typeface="Inter"/>
                <a:ea typeface="Inter"/>
                <a:cs typeface="Inter"/>
                <a:sym typeface="Inter"/>
              </a:defRPr>
            </a:lvl4pPr>
            <a:lvl5pPr lvl="4" algn="ctr">
              <a:lnSpc>
                <a:spcPct val="100000"/>
              </a:lnSpc>
              <a:spcBef>
                <a:spcPts val="0"/>
              </a:spcBef>
              <a:spcAft>
                <a:spcPts val="0"/>
              </a:spcAft>
              <a:buSzPts val="1300"/>
              <a:buFont typeface="Inter"/>
              <a:buNone/>
              <a:defRPr sz="1300">
                <a:latin typeface="Inter"/>
                <a:ea typeface="Inter"/>
                <a:cs typeface="Inter"/>
                <a:sym typeface="Inter"/>
              </a:defRPr>
            </a:lvl5pPr>
            <a:lvl6pPr lvl="5" algn="ctr">
              <a:lnSpc>
                <a:spcPct val="100000"/>
              </a:lnSpc>
              <a:spcBef>
                <a:spcPts val="0"/>
              </a:spcBef>
              <a:spcAft>
                <a:spcPts val="0"/>
              </a:spcAft>
              <a:buSzPts val="1300"/>
              <a:buFont typeface="Inter"/>
              <a:buNone/>
              <a:defRPr sz="1300">
                <a:latin typeface="Inter"/>
                <a:ea typeface="Inter"/>
                <a:cs typeface="Inter"/>
                <a:sym typeface="Inter"/>
              </a:defRPr>
            </a:lvl6pPr>
            <a:lvl7pPr lvl="6" algn="ctr">
              <a:lnSpc>
                <a:spcPct val="100000"/>
              </a:lnSpc>
              <a:spcBef>
                <a:spcPts val="0"/>
              </a:spcBef>
              <a:spcAft>
                <a:spcPts val="0"/>
              </a:spcAft>
              <a:buSzPts val="1300"/>
              <a:buFont typeface="Inter"/>
              <a:buNone/>
              <a:defRPr sz="1300">
                <a:latin typeface="Inter"/>
                <a:ea typeface="Inter"/>
                <a:cs typeface="Inter"/>
                <a:sym typeface="Inter"/>
              </a:defRPr>
            </a:lvl7pPr>
            <a:lvl8pPr lvl="7" algn="ctr">
              <a:lnSpc>
                <a:spcPct val="100000"/>
              </a:lnSpc>
              <a:spcBef>
                <a:spcPts val="0"/>
              </a:spcBef>
              <a:spcAft>
                <a:spcPts val="0"/>
              </a:spcAft>
              <a:buSzPts val="1300"/>
              <a:buFont typeface="Inter"/>
              <a:buNone/>
              <a:defRPr sz="1300">
                <a:latin typeface="Inter"/>
                <a:ea typeface="Inter"/>
                <a:cs typeface="Inter"/>
                <a:sym typeface="Inter"/>
              </a:defRPr>
            </a:lvl8pPr>
            <a:lvl9pPr lvl="8" algn="ctr">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586" name="Google Shape;586;g2d3c537dc00_0_521"/>
          <p:cNvSpPr/>
          <p:nvPr/>
        </p:nvSpPr>
        <p:spPr>
          <a:xfrm>
            <a:off x="228650" y="4088103"/>
            <a:ext cx="1631700" cy="3774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g2d3c537dc00_0_521"/>
          <p:cNvSpPr txBox="1"/>
          <p:nvPr>
            <p:ph idx="30" type="ctrTitle"/>
          </p:nvPr>
        </p:nvSpPr>
        <p:spPr>
          <a:xfrm>
            <a:off x="228650" y="4088102"/>
            <a:ext cx="1631700" cy="377400"/>
          </a:xfrm>
          <a:prstGeom prst="rect">
            <a:avLst/>
          </a:prstGeom>
          <a:noFill/>
          <a:ln>
            <a:noFill/>
          </a:ln>
        </p:spPr>
        <p:txBody>
          <a:bodyPr anchorCtr="0" anchor="ctr" bIns="91425" lIns="91425" spcFirstLastPara="1" rIns="91425" wrap="square" tIns="91425">
            <a:noAutofit/>
          </a:bodyPr>
          <a:lstStyle>
            <a:lvl1pPr lvl="0" algn="ctr">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ctr">
              <a:lnSpc>
                <a:spcPct val="100000"/>
              </a:lnSpc>
              <a:spcBef>
                <a:spcPts val="0"/>
              </a:spcBef>
              <a:spcAft>
                <a:spcPts val="0"/>
              </a:spcAft>
              <a:buSzPts val="1300"/>
              <a:buFont typeface="Inter"/>
              <a:buNone/>
              <a:defRPr sz="1300">
                <a:latin typeface="Inter"/>
                <a:ea typeface="Inter"/>
                <a:cs typeface="Inter"/>
                <a:sym typeface="Inter"/>
              </a:defRPr>
            </a:lvl2pPr>
            <a:lvl3pPr lvl="2" algn="ctr">
              <a:lnSpc>
                <a:spcPct val="100000"/>
              </a:lnSpc>
              <a:spcBef>
                <a:spcPts val="0"/>
              </a:spcBef>
              <a:spcAft>
                <a:spcPts val="0"/>
              </a:spcAft>
              <a:buSzPts val="1300"/>
              <a:buFont typeface="Inter"/>
              <a:buNone/>
              <a:defRPr sz="1300">
                <a:latin typeface="Inter"/>
                <a:ea typeface="Inter"/>
                <a:cs typeface="Inter"/>
                <a:sym typeface="Inter"/>
              </a:defRPr>
            </a:lvl3pPr>
            <a:lvl4pPr lvl="3" algn="ctr">
              <a:lnSpc>
                <a:spcPct val="100000"/>
              </a:lnSpc>
              <a:spcBef>
                <a:spcPts val="0"/>
              </a:spcBef>
              <a:spcAft>
                <a:spcPts val="0"/>
              </a:spcAft>
              <a:buSzPts val="1300"/>
              <a:buFont typeface="Inter"/>
              <a:buNone/>
              <a:defRPr sz="1300">
                <a:latin typeface="Inter"/>
                <a:ea typeface="Inter"/>
                <a:cs typeface="Inter"/>
                <a:sym typeface="Inter"/>
              </a:defRPr>
            </a:lvl4pPr>
            <a:lvl5pPr lvl="4" algn="ctr">
              <a:lnSpc>
                <a:spcPct val="100000"/>
              </a:lnSpc>
              <a:spcBef>
                <a:spcPts val="0"/>
              </a:spcBef>
              <a:spcAft>
                <a:spcPts val="0"/>
              </a:spcAft>
              <a:buSzPts val="1300"/>
              <a:buFont typeface="Inter"/>
              <a:buNone/>
              <a:defRPr sz="1300">
                <a:latin typeface="Inter"/>
                <a:ea typeface="Inter"/>
                <a:cs typeface="Inter"/>
                <a:sym typeface="Inter"/>
              </a:defRPr>
            </a:lvl5pPr>
            <a:lvl6pPr lvl="5" algn="ctr">
              <a:lnSpc>
                <a:spcPct val="100000"/>
              </a:lnSpc>
              <a:spcBef>
                <a:spcPts val="0"/>
              </a:spcBef>
              <a:spcAft>
                <a:spcPts val="0"/>
              </a:spcAft>
              <a:buSzPts val="1300"/>
              <a:buFont typeface="Inter"/>
              <a:buNone/>
              <a:defRPr sz="1300">
                <a:latin typeface="Inter"/>
                <a:ea typeface="Inter"/>
                <a:cs typeface="Inter"/>
                <a:sym typeface="Inter"/>
              </a:defRPr>
            </a:lvl6pPr>
            <a:lvl7pPr lvl="6" algn="ctr">
              <a:lnSpc>
                <a:spcPct val="100000"/>
              </a:lnSpc>
              <a:spcBef>
                <a:spcPts val="0"/>
              </a:spcBef>
              <a:spcAft>
                <a:spcPts val="0"/>
              </a:spcAft>
              <a:buSzPts val="1300"/>
              <a:buFont typeface="Inter"/>
              <a:buNone/>
              <a:defRPr sz="1300">
                <a:latin typeface="Inter"/>
                <a:ea typeface="Inter"/>
                <a:cs typeface="Inter"/>
                <a:sym typeface="Inter"/>
              </a:defRPr>
            </a:lvl7pPr>
            <a:lvl8pPr lvl="7" algn="ctr">
              <a:lnSpc>
                <a:spcPct val="100000"/>
              </a:lnSpc>
              <a:spcBef>
                <a:spcPts val="0"/>
              </a:spcBef>
              <a:spcAft>
                <a:spcPts val="0"/>
              </a:spcAft>
              <a:buSzPts val="1300"/>
              <a:buFont typeface="Inter"/>
              <a:buNone/>
              <a:defRPr sz="1300">
                <a:latin typeface="Inter"/>
                <a:ea typeface="Inter"/>
                <a:cs typeface="Inter"/>
                <a:sym typeface="Inter"/>
              </a:defRPr>
            </a:lvl8pPr>
            <a:lvl9pPr lvl="8" algn="ctr">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588" name="Google Shape;588;g2d3c537dc00_0_521"/>
          <p:cNvSpPr/>
          <p:nvPr/>
        </p:nvSpPr>
        <p:spPr>
          <a:xfrm>
            <a:off x="1992402" y="4088103"/>
            <a:ext cx="1631700" cy="3774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g2d3c537dc00_0_521"/>
          <p:cNvSpPr txBox="1"/>
          <p:nvPr>
            <p:ph idx="31" type="ctrTitle"/>
          </p:nvPr>
        </p:nvSpPr>
        <p:spPr>
          <a:xfrm>
            <a:off x="1992402" y="4088102"/>
            <a:ext cx="1631700" cy="377400"/>
          </a:xfrm>
          <a:prstGeom prst="rect">
            <a:avLst/>
          </a:prstGeom>
          <a:noFill/>
          <a:ln>
            <a:noFill/>
          </a:ln>
        </p:spPr>
        <p:txBody>
          <a:bodyPr anchorCtr="0" anchor="ctr" bIns="91425" lIns="91425" spcFirstLastPara="1" rIns="91425" wrap="square" tIns="91425">
            <a:noAutofit/>
          </a:bodyPr>
          <a:lstStyle>
            <a:lvl1pPr lvl="0" algn="ctr">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ctr">
              <a:lnSpc>
                <a:spcPct val="100000"/>
              </a:lnSpc>
              <a:spcBef>
                <a:spcPts val="0"/>
              </a:spcBef>
              <a:spcAft>
                <a:spcPts val="0"/>
              </a:spcAft>
              <a:buSzPts val="1300"/>
              <a:buFont typeface="Inter"/>
              <a:buNone/>
              <a:defRPr sz="1300">
                <a:latin typeface="Inter"/>
                <a:ea typeface="Inter"/>
                <a:cs typeface="Inter"/>
                <a:sym typeface="Inter"/>
              </a:defRPr>
            </a:lvl2pPr>
            <a:lvl3pPr lvl="2" algn="ctr">
              <a:lnSpc>
                <a:spcPct val="100000"/>
              </a:lnSpc>
              <a:spcBef>
                <a:spcPts val="0"/>
              </a:spcBef>
              <a:spcAft>
                <a:spcPts val="0"/>
              </a:spcAft>
              <a:buSzPts val="1300"/>
              <a:buFont typeface="Inter"/>
              <a:buNone/>
              <a:defRPr sz="1300">
                <a:latin typeface="Inter"/>
                <a:ea typeface="Inter"/>
                <a:cs typeface="Inter"/>
                <a:sym typeface="Inter"/>
              </a:defRPr>
            </a:lvl3pPr>
            <a:lvl4pPr lvl="3" algn="ctr">
              <a:lnSpc>
                <a:spcPct val="100000"/>
              </a:lnSpc>
              <a:spcBef>
                <a:spcPts val="0"/>
              </a:spcBef>
              <a:spcAft>
                <a:spcPts val="0"/>
              </a:spcAft>
              <a:buSzPts val="1300"/>
              <a:buFont typeface="Inter"/>
              <a:buNone/>
              <a:defRPr sz="1300">
                <a:latin typeface="Inter"/>
                <a:ea typeface="Inter"/>
                <a:cs typeface="Inter"/>
                <a:sym typeface="Inter"/>
              </a:defRPr>
            </a:lvl4pPr>
            <a:lvl5pPr lvl="4" algn="ctr">
              <a:lnSpc>
                <a:spcPct val="100000"/>
              </a:lnSpc>
              <a:spcBef>
                <a:spcPts val="0"/>
              </a:spcBef>
              <a:spcAft>
                <a:spcPts val="0"/>
              </a:spcAft>
              <a:buSzPts val="1300"/>
              <a:buFont typeface="Inter"/>
              <a:buNone/>
              <a:defRPr sz="1300">
                <a:latin typeface="Inter"/>
                <a:ea typeface="Inter"/>
                <a:cs typeface="Inter"/>
                <a:sym typeface="Inter"/>
              </a:defRPr>
            </a:lvl5pPr>
            <a:lvl6pPr lvl="5" algn="ctr">
              <a:lnSpc>
                <a:spcPct val="100000"/>
              </a:lnSpc>
              <a:spcBef>
                <a:spcPts val="0"/>
              </a:spcBef>
              <a:spcAft>
                <a:spcPts val="0"/>
              </a:spcAft>
              <a:buSzPts val="1300"/>
              <a:buFont typeface="Inter"/>
              <a:buNone/>
              <a:defRPr sz="1300">
                <a:latin typeface="Inter"/>
                <a:ea typeface="Inter"/>
                <a:cs typeface="Inter"/>
                <a:sym typeface="Inter"/>
              </a:defRPr>
            </a:lvl6pPr>
            <a:lvl7pPr lvl="6" algn="ctr">
              <a:lnSpc>
                <a:spcPct val="100000"/>
              </a:lnSpc>
              <a:spcBef>
                <a:spcPts val="0"/>
              </a:spcBef>
              <a:spcAft>
                <a:spcPts val="0"/>
              </a:spcAft>
              <a:buSzPts val="1300"/>
              <a:buFont typeface="Inter"/>
              <a:buNone/>
              <a:defRPr sz="1300">
                <a:latin typeface="Inter"/>
                <a:ea typeface="Inter"/>
                <a:cs typeface="Inter"/>
                <a:sym typeface="Inter"/>
              </a:defRPr>
            </a:lvl7pPr>
            <a:lvl8pPr lvl="7" algn="ctr">
              <a:lnSpc>
                <a:spcPct val="100000"/>
              </a:lnSpc>
              <a:spcBef>
                <a:spcPts val="0"/>
              </a:spcBef>
              <a:spcAft>
                <a:spcPts val="0"/>
              </a:spcAft>
              <a:buSzPts val="1300"/>
              <a:buFont typeface="Inter"/>
              <a:buNone/>
              <a:defRPr sz="1300">
                <a:latin typeface="Inter"/>
                <a:ea typeface="Inter"/>
                <a:cs typeface="Inter"/>
                <a:sym typeface="Inter"/>
              </a:defRPr>
            </a:lvl8pPr>
            <a:lvl9pPr lvl="8" algn="ctr">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590" name="Google Shape;590;g2d3c537dc00_0_521"/>
          <p:cNvSpPr/>
          <p:nvPr/>
        </p:nvSpPr>
        <p:spPr>
          <a:xfrm>
            <a:off x="3756155" y="4088103"/>
            <a:ext cx="1631700" cy="3774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g2d3c537dc00_0_521"/>
          <p:cNvSpPr txBox="1"/>
          <p:nvPr>
            <p:ph idx="32" type="ctrTitle"/>
          </p:nvPr>
        </p:nvSpPr>
        <p:spPr>
          <a:xfrm>
            <a:off x="3756155" y="4088102"/>
            <a:ext cx="1631700" cy="377400"/>
          </a:xfrm>
          <a:prstGeom prst="rect">
            <a:avLst/>
          </a:prstGeom>
          <a:noFill/>
          <a:ln>
            <a:noFill/>
          </a:ln>
        </p:spPr>
        <p:txBody>
          <a:bodyPr anchorCtr="0" anchor="ctr" bIns="91425" lIns="91425" spcFirstLastPara="1" rIns="91425" wrap="square" tIns="91425">
            <a:noAutofit/>
          </a:bodyPr>
          <a:lstStyle>
            <a:lvl1pPr lvl="0" algn="ctr">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ctr">
              <a:lnSpc>
                <a:spcPct val="100000"/>
              </a:lnSpc>
              <a:spcBef>
                <a:spcPts val="0"/>
              </a:spcBef>
              <a:spcAft>
                <a:spcPts val="0"/>
              </a:spcAft>
              <a:buSzPts val="1300"/>
              <a:buFont typeface="Inter"/>
              <a:buNone/>
              <a:defRPr sz="1300">
                <a:latin typeface="Inter"/>
                <a:ea typeface="Inter"/>
                <a:cs typeface="Inter"/>
                <a:sym typeface="Inter"/>
              </a:defRPr>
            </a:lvl2pPr>
            <a:lvl3pPr lvl="2" algn="ctr">
              <a:lnSpc>
                <a:spcPct val="100000"/>
              </a:lnSpc>
              <a:spcBef>
                <a:spcPts val="0"/>
              </a:spcBef>
              <a:spcAft>
                <a:spcPts val="0"/>
              </a:spcAft>
              <a:buSzPts val="1300"/>
              <a:buFont typeface="Inter"/>
              <a:buNone/>
              <a:defRPr sz="1300">
                <a:latin typeface="Inter"/>
                <a:ea typeface="Inter"/>
                <a:cs typeface="Inter"/>
                <a:sym typeface="Inter"/>
              </a:defRPr>
            </a:lvl3pPr>
            <a:lvl4pPr lvl="3" algn="ctr">
              <a:lnSpc>
                <a:spcPct val="100000"/>
              </a:lnSpc>
              <a:spcBef>
                <a:spcPts val="0"/>
              </a:spcBef>
              <a:spcAft>
                <a:spcPts val="0"/>
              </a:spcAft>
              <a:buSzPts val="1300"/>
              <a:buFont typeface="Inter"/>
              <a:buNone/>
              <a:defRPr sz="1300">
                <a:latin typeface="Inter"/>
                <a:ea typeface="Inter"/>
                <a:cs typeface="Inter"/>
                <a:sym typeface="Inter"/>
              </a:defRPr>
            </a:lvl4pPr>
            <a:lvl5pPr lvl="4" algn="ctr">
              <a:lnSpc>
                <a:spcPct val="100000"/>
              </a:lnSpc>
              <a:spcBef>
                <a:spcPts val="0"/>
              </a:spcBef>
              <a:spcAft>
                <a:spcPts val="0"/>
              </a:spcAft>
              <a:buSzPts val="1300"/>
              <a:buFont typeface="Inter"/>
              <a:buNone/>
              <a:defRPr sz="1300">
                <a:latin typeface="Inter"/>
                <a:ea typeface="Inter"/>
                <a:cs typeface="Inter"/>
                <a:sym typeface="Inter"/>
              </a:defRPr>
            </a:lvl5pPr>
            <a:lvl6pPr lvl="5" algn="ctr">
              <a:lnSpc>
                <a:spcPct val="100000"/>
              </a:lnSpc>
              <a:spcBef>
                <a:spcPts val="0"/>
              </a:spcBef>
              <a:spcAft>
                <a:spcPts val="0"/>
              </a:spcAft>
              <a:buSzPts val="1300"/>
              <a:buFont typeface="Inter"/>
              <a:buNone/>
              <a:defRPr sz="1300">
                <a:latin typeface="Inter"/>
                <a:ea typeface="Inter"/>
                <a:cs typeface="Inter"/>
                <a:sym typeface="Inter"/>
              </a:defRPr>
            </a:lvl6pPr>
            <a:lvl7pPr lvl="6" algn="ctr">
              <a:lnSpc>
                <a:spcPct val="100000"/>
              </a:lnSpc>
              <a:spcBef>
                <a:spcPts val="0"/>
              </a:spcBef>
              <a:spcAft>
                <a:spcPts val="0"/>
              </a:spcAft>
              <a:buSzPts val="1300"/>
              <a:buFont typeface="Inter"/>
              <a:buNone/>
              <a:defRPr sz="1300">
                <a:latin typeface="Inter"/>
                <a:ea typeface="Inter"/>
                <a:cs typeface="Inter"/>
                <a:sym typeface="Inter"/>
              </a:defRPr>
            </a:lvl7pPr>
            <a:lvl8pPr lvl="7" algn="ctr">
              <a:lnSpc>
                <a:spcPct val="100000"/>
              </a:lnSpc>
              <a:spcBef>
                <a:spcPts val="0"/>
              </a:spcBef>
              <a:spcAft>
                <a:spcPts val="0"/>
              </a:spcAft>
              <a:buSzPts val="1300"/>
              <a:buFont typeface="Inter"/>
              <a:buNone/>
              <a:defRPr sz="1300">
                <a:latin typeface="Inter"/>
                <a:ea typeface="Inter"/>
                <a:cs typeface="Inter"/>
                <a:sym typeface="Inter"/>
              </a:defRPr>
            </a:lvl8pPr>
            <a:lvl9pPr lvl="8" algn="ctr">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592" name="Google Shape;592;g2d3c537dc00_0_521"/>
          <p:cNvSpPr/>
          <p:nvPr/>
        </p:nvSpPr>
        <p:spPr>
          <a:xfrm>
            <a:off x="5519907" y="4088103"/>
            <a:ext cx="1631700" cy="3774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3" name="Google Shape;593;g2d3c537dc00_0_521"/>
          <p:cNvSpPr txBox="1"/>
          <p:nvPr>
            <p:ph idx="33" type="ctrTitle"/>
          </p:nvPr>
        </p:nvSpPr>
        <p:spPr>
          <a:xfrm>
            <a:off x="5519907" y="4088102"/>
            <a:ext cx="1631700" cy="377400"/>
          </a:xfrm>
          <a:prstGeom prst="rect">
            <a:avLst/>
          </a:prstGeom>
          <a:noFill/>
          <a:ln>
            <a:noFill/>
          </a:ln>
        </p:spPr>
        <p:txBody>
          <a:bodyPr anchorCtr="0" anchor="ctr" bIns="91425" lIns="91425" spcFirstLastPara="1" rIns="91425" wrap="square" tIns="91425">
            <a:noAutofit/>
          </a:bodyPr>
          <a:lstStyle>
            <a:lvl1pPr lvl="0" algn="ctr">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ctr">
              <a:lnSpc>
                <a:spcPct val="100000"/>
              </a:lnSpc>
              <a:spcBef>
                <a:spcPts val="0"/>
              </a:spcBef>
              <a:spcAft>
                <a:spcPts val="0"/>
              </a:spcAft>
              <a:buSzPts val="1300"/>
              <a:buFont typeface="Inter"/>
              <a:buNone/>
              <a:defRPr sz="1300">
                <a:latin typeface="Inter"/>
                <a:ea typeface="Inter"/>
                <a:cs typeface="Inter"/>
                <a:sym typeface="Inter"/>
              </a:defRPr>
            </a:lvl2pPr>
            <a:lvl3pPr lvl="2" algn="ctr">
              <a:lnSpc>
                <a:spcPct val="100000"/>
              </a:lnSpc>
              <a:spcBef>
                <a:spcPts val="0"/>
              </a:spcBef>
              <a:spcAft>
                <a:spcPts val="0"/>
              </a:spcAft>
              <a:buSzPts val="1300"/>
              <a:buFont typeface="Inter"/>
              <a:buNone/>
              <a:defRPr sz="1300">
                <a:latin typeface="Inter"/>
                <a:ea typeface="Inter"/>
                <a:cs typeface="Inter"/>
                <a:sym typeface="Inter"/>
              </a:defRPr>
            </a:lvl3pPr>
            <a:lvl4pPr lvl="3" algn="ctr">
              <a:lnSpc>
                <a:spcPct val="100000"/>
              </a:lnSpc>
              <a:spcBef>
                <a:spcPts val="0"/>
              </a:spcBef>
              <a:spcAft>
                <a:spcPts val="0"/>
              </a:spcAft>
              <a:buSzPts val="1300"/>
              <a:buFont typeface="Inter"/>
              <a:buNone/>
              <a:defRPr sz="1300">
                <a:latin typeface="Inter"/>
                <a:ea typeface="Inter"/>
                <a:cs typeface="Inter"/>
                <a:sym typeface="Inter"/>
              </a:defRPr>
            </a:lvl4pPr>
            <a:lvl5pPr lvl="4" algn="ctr">
              <a:lnSpc>
                <a:spcPct val="100000"/>
              </a:lnSpc>
              <a:spcBef>
                <a:spcPts val="0"/>
              </a:spcBef>
              <a:spcAft>
                <a:spcPts val="0"/>
              </a:spcAft>
              <a:buSzPts val="1300"/>
              <a:buFont typeface="Inter"/>
              <a:buNone/>
              <a:defRPr sz="1300">
                <a:latin typeface="Inter"/>
                <a:ea typeface="Inter"/>
                <a:cs typeface="Inter"/>
                <a:sym typeface="Inter"/>
              </a:defRPr>
            </a:lvl5pPr>
            <a:lvl6pPr lvl="5" algn="ctr">
              <a:lnSpc>
                <a:spcPct val="100000"/>
              </a:lnSpc>
              <a:spcBef>
                <a:spcPts val="0"/>
              </a:spcBef>
              <a:spcAft>
                <a:spcPts val="0"/>
              </a:spcAft>
              <a:buSzPts val="1300"/>
              <a:buFont typeface="Inter"/>
              <a:buNone/>
              <a:defRPr sz="1300">
                <a:latin typeface="Inter"/>
                <a:ea typeface="Inter"/>
                <a:cs typeface="Inter"/>
                <a:sym typeface="Inter"/>
              </a:defRPr>
            </a:lvl6pPr>
            <a:lvl7pPr lvl="6" algn="ctr">
              <a:lnSpc>
                <a:spcPct val="100000"/>
              </a:lnSpc>
              <a:spcBef>
                <a:spcPts val="0"/>
              </a:spcBef>
              <a:spcAft>
                <a:spcPts val="0"/>
              </a:spcAft>
              <a:buSzPts val="1300"/>
              <a:buFont typeface="Inter"/>
              <a:buNone/>
              <a:defRPr sz="1300">
                <a:latin typeface="Inter"/>
                <a:ea typeface="Inter"/>
                <a:cs typeface="Inter"/>
                <a:sym typeface="Inter"/>
              </a:defRPr>
            </a:lvl7pPr>
            <a:lvl8pPr lvl="7" algn="ctr">
              <a:lnSpc>
                <a:spcPct val="100000"/>
              </a:lnSpc>
              <a:spcBef>
                <a:spcPts val="0"/>
              </a:spcBef>
              <a:spcAft>
                <a:spcPts val="0"/>
              </a:spcAft>
              <a:buSzPts val="1300"/>
              <a:buFont typeface="Inter"/>
              <a:buNone/>
              <a:defRPr sz="1300">
                <a:latin typeface="Inter"/>
                <a:ea typeface="Inter"/>
                <a:cs typeface="Inter"/>
                <a:sym typeface="Inter"/>
              </a:defRPr>
            </a:lvl8pPr>
            <a:lvl9pPr lvl="8" algn="ctr">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594" name="Google Shape;594;g2d3c537dc00_0_521"/>
          <p:cNvSpPr/>
          <p:nvPr/>
        </p:nvSpPr>
        <p:spPr>
          <a:xfrm>
            <a:off x="7283650" y="4088103"/>
            <a:ext cx="1631700" cy="377400"/>
          </a:xfrm>
          <a:prstGeom prst="roundRect">
            <a:avLst>
              <a:gd fmla="val 3019"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g2d3c537dc00_0_521"/>
          <p:cNvSpPr txBox="1"/>
          <p:nvPr>
            <p:ph idx="34" type="ctrTitle"/>
          </p:nvPr>
        </p:nvSpPr>
        <p:spPr>
          <a:xfrm>
            <a:off x="7283650" y="4088102"/>
            <a:ext cx="1631700" cy="377400"/>
          </a:xfrm>
          <a:prstGeom prst="rect">
            <a:avLst/>
          </a:prstGeom>
          <a:noFill/>
          <a:ln>
            <a:noFill/>
          </a:ln>
        </p:spPr>
        <p:txBody>
          <a:bodyPr anchorCtr="0" anchor="ctr" bIns="91425" lIns="91425" spcFirstLastPara="1" rIns="91425" wrap="square" tIns="91425">
            <a:noAutofit/>
          </a:bodyPr>
          <a:lstStyle>
            <a:lvl1pPr lvl="0" algn="ctr">
              <a:lnSpc>
                <a:spcPct val="85000"/>
              </a:lnSpc>
              <a:spcBef>
                <a:spcPts val="0"/>
              </a:spcBef>
              <a:spcAft>
                <a:spcPts val="0"/>
              </a:spcAft>
              <a:buClr>
                <a:schemeClr val="accent2"/>
              </a:buClr>
              <a:buSzPts val="1000"/>
              <a:buFont typeface="Inter"/>
              <a:buNone/>
              <a:defRPr sz="1000">
                <a:solidFill>
                  <a:schemeClr val="accent2"/>
                </a:solidFill>
                <a:latin typeface="Inter"/>
                <a:ea typeface="Inter"/>
                <a:cs typeface="Inter"/>
                <a:sym typeface="Inter"/>
              </a:defRPr>
            </a:lvl1pPr>
            <a:lvl2pPr lvl="1" algn="ctr">
              <a:lnSpc>
                <a:spcPct val="100000"/>
              </a:lnSpc>
              <a:spcBef>
                <a:spcPts val="0"/>
              </a:spcBef>
              <a:spcAft>
                <a:spcPts val="0"/>
              </a:spcAft>
              <a:buSzPts val="1300"/>
              <a:buFont typeface="Inter"/>
              <a:buNone/>
              <a:defRPr sz="1300">
                <a:latin typeface="Inter"/>
                <a:ea typeface="Inter"/>
                <a:cs typeface="Inter"/>
                <a:sym typeface="Inter"/>
              </a:defRPr>
            </a:lvl2pPr>
            <a:lvl3pPr lvl="2" algn="ctr">
              <a:lnSpc>
                <a:spcPct val="100000"/>
              </a:lnSpc>
              <a:spcBef>
                <a:spcPts val="0"/>
              </a:spcBef>
              <a:spcAft>
                <a:spcPts val="0"/>
              </a:spcAft>
              <a:buSzPts val="1300"/>
              <a:buFont typeface="Inter"/>
              <a:buNone/>
              <a:defRPr sz="1300">
                <a:latin typeface="Inter"/>
                <a:ea typeface="Inter"/>
                <a:cs typeface="Inter"/>
                <a:sym typeface="Inter"/>
              </a:defRPr>
            </a:lvl3pPr>
            <a:lvl4pPr lvl="3" algn="ctr">
              <a:lnSpc>
                <a:spcPct val="100000"/>
              </a:lnSpc>
              <a:spcBef>
                <a:spcPts val="0"/>
              </a:spcBef>
              <a:spcAft>
                <a:spcPts val="0"/>
              </a:spcAft>
              <a:buSzPts val="1300"/>
              <a:buFont typeface="Inter"/>
              <a:buNone/>
              <a:defRPr sz="1300">
                <a:latin typeface="Inter"/>
                <a:ea typeface="Inter"/>
                <a:cs typeface="Inter"/>
                <a:sym typeface="Inter"/>
              </a:defRPr>
            </a:lvl4pPr>
            <a:lvl5pPr lvl="4" algn="ctr">
              <a:lnSpc>
                <a:spcPct val="100000"/>
              </a:lnSpc>
              <a:spcBef>
                <a:spcPts val="0"/>
              </a:spcBef>
              <a:spcAft>
                <a:spcPts val="0"/>
              </a:spcAft>
              <a:buSzPts val="1300"/>
              <a:buFont typeface="Inter"/>
              <a:buNone/>
              <a:defRPr sz="1300">
                <a:latin typeface="Inter"/>
                <a:ea typeface="Inter"/>
                <a:cs typeface="Inter"/>
                <a:sym typeface="Inter"/>
              </a:defRPr>
            </a:lvl5pPr>
            <a:lvl6pPr lvl="5" algn="ctr">
              <a:lnSpc>
                <a:spcPct val="100000"/>
              </a:lnSpc>
              <a:spcBef>
                <a:spcPts val="0"/>
              </a:spcBef>
              <a:spcAft>
                <a:spcPts val="0"/>
              </a:spcAft>
              <a:buSzPts val="1300"/>
              <a:buFont typeface="Inter"/>
              <a:buNone/>
              <a:defRPr sz="1300">
                <a:latin typeface="Inter"/>
                <a:ea typeface="Inter"/>
                <a:cs typeface="Inter"/>
                <a:sym typeface="Inter"/>
              </a:defRPr>
            </a:lvl6pPr>
            <a:lvl7pPr lvl="6" algn="ctr">
              <a:lnSpc>
                <a:spcPct val="100000"/>
              </a:lnSpc>
              <a:spcBef>
                <a:spcPts val="0"/>
              </a:spcBef>
              <a:spcAft>
                <a:spcPts val="0"/>
              </a:spcAft>
              <a:buSzPts val="1300"/>
              <a:buFont typeface="Inter"/>
              <a:buNone/>
              <a:defRPr sz="1300">
                <a:latin typeface="Inter"/>
                <a:ea typeface="Inter"/>
                <a:cs typeface="Inter"/>
                <a:sym typeface="Inter"/>
              </a:defRPr>
            </a:lvl7pPr>
            <a:lvl8pPr lvl="7" algn="ctr">
              <a:lnSpc>
                <a:spcPct val="100000"/>
              </a:lnSpc>
              <a:spcBef>
                <a:spcPts val="0"/>
              </a:spcBef>
              <a:spcAft>
                <a:spcPts val="0"/>
              </a:spcAft>
              <a:buSzPts val="1300"/>
              <a:buFont typeface="Inter"/>
              <a:buNone/>
              <a:defRPr sz="1300">
                <a:latin typeface="Inter"/>
                <a:ea typeface="Inter"/>
                <a:cs typeface="Inter"/>
                <a:sym typeface="Inter"/>
              </a:defRPr>
            </a:lvl8pPr>
            <a:lvl9pPr lvl="8" algn="ctr">
              <a:lnSpc>
                <a:spcPct val="100000"/>
              </a:lnSpc>
              <a:spcBef>
                <a:spcPts val="0"/>
              </a:spcBef>
              <a:spcAft>
                <a:spcPts val="0"/>
              </a:spcAft>
              <a:buSzPts val="1300"/>
              <a:buFont typeface="Inter"/>
              <a:buNone/>
              <a:defRPr sz="1300">
                <a:latin typeface="Inter"/>
                <a:ea typeface="Inter"/>
                <a:cs typeface="Inter"/>
                <a:sym typeface="Inter"/>
              </a:defRPr>
            </a:lvl9pPr>
          </a:lstStyle>
          <a:p/>
        </p:txBody>
      </p:sp>
      <p:sp>
        <p:nvSpPr>
          <p:cNvPr id="596" name="Google Shape;596;g2d3c537dc00_0_521"/>
          <p:cNvSpPr txBox="1"/>
          <p:nvPr>
            <p:ph idx="35" type="ctrTitle"/>
          </p:nvPr>
        </p:nvSpPr>
        <p:spPr>
          <a:xfrm>
            <a:off x="228600" y="1162575"/>
            <a:ext cx="1631700" cy="441000"/>
          </a:xfrm>
          <a:prstGeom prst="rect">
            <a:avLst/>
          </a:prstGeom>
          <a:noFill/>
          <a:ln>
            <a:noFill/>
          </a:ln>
        </p:spPr>
        <p:txBody>
          <a:bodyPr anchorCtr="0" anchor="ctr" bIns="0" lIns="91425" spcFirstLastPara="1" rIns="91425" wrap="square" tIns="0">
            <a:noAutofit/>
          </a:bodyPr>
          <a:lstStyle>
            <a:lvl1pPr lvl="0" algn="ctr">
              <a:lnSpc>
                <a:spcPct val="85000"/>
              </a:lnSpc>
              <a:spcBef>
                <a:spcPts val="0"/>
              </a:spcBef>
              <a:spcAft>
                <a:spcPts val="0"/>
              </a:spcAft>
              <a:buClr>
                <a:schemeClr val="accent2"/>
              </a:buClr>
              <a:buSzPts val="1000"/>
              <a:buNone/>
              <a:defRPr sz="1000">
                <a:solidFill>
                  <a:schemeClr val="accent2"/>
                </a:solidFill>
              </a:defRPr>
            </a:lvl1pPr>
            <a:lvl2pPr lvl="1" algn="ctr">
              <a:lnSpc>
                <a:spcPct val="100000"/>
              </a:lnSpc>
              <a:spcBef>
                <a:spcPts val="0"/>
              </a:spcBef>
              <a:spcAft>
                <a:spcPts val="0"/>
              </a:spcAft>
              <a:buSzPts val="1000"/>
              <a:buNone/>
              <a:defRPr b="1" sz="1000"/>
            </a:lvl2pPr>
            <a:lvl3pPr lvl="2" algn="ctr">
              <a:lnSpc>
                <a:spcPct val="100000"/>
              </a:lnSpc>
              <a:spcBef>
                <a:spcPts val="0"/>
              </a:spcBef>
              <a:spcAft>
                <a:spcPts val="0"/>
              </a:spcAft>
              <a:buSzPts val="1000"/>
              <a:buNone/>
              <a:defRPr b="1" sz="1000"/>
            </a:lvl3pPr>
            <a:lvl4pPr lvl="3" algn="ctr">
              <a:lnSpc>
                <a:spcPct val="100000"/>
              </a:lnSpc>
              <a:spcBef>
                <a:spcPts val="0"/>
              </a:spcBef>
              <a:spcAft>
                <a:spcPts val="0"/>
              </a:spcAft>
              <a:buSzPts val="1000"/>
              <a:buNone/>
              <a:defRPr b="1" sz="1000"/>
            </a:lvl4pPr>
            <a:lvl5pPr lvl="4" algn="ctr">
              <a:lnSpc>
                <a:spcPct val="100000"/>
              </a:lnSpc>
              <a:spcBef>
                <a:spcPts val="0"/>
              </a:spcBef>
              <a:spcAft>
                <a:spcPts val="0"/>
              </a:spcAft>
              <a:buSzPts val="1000"/>
              <a:buNone/>
              <a:defRPr b="1" sz="1000"/>
            </a:lvl5pPr>
            <a:lvl6pPr lvl="5" algn="ctr">
              <a:lnSpc>
                <a:spcPct val="100000"/>
              </a:lnSpc>
              <a:spcBef>
                <a:spcPts val="0"/>
              </a:spcBef>
              <a:spcAft>
                <a:spcPts val="0"/>
              </a:spcAft>
              <a:buSzPts val="1000"/>
              <a:buNone/>
              <a:defRPr b="1" sz="1000"/>
            </a:lvl6pPr>
            <a:lvl7pPr lvl="6" algn="ctr">
              <a:lnSpc>
                <a:spcPct val="100000"/>
              </a:lnSpc>
              <a:spcBef>
                <a:spcPts val="0"/>
              </a:spcBef>
              <a:spcAft>
                <a:spcPts val="0"/>
              </a:spcAft>
              <a:buSzPts val="1000"/>
              <a:buNone/>
              <a:defRPr b="1" sz="1000"/>
            </a:lvl7pPr>
            <a:lvl8pPr lvl="7" algn="ctr">
              <a:lnSpc>
                <a:spcPct val="100000"/>
              </a:lnSpc>
              <a:spcBef>
                <a:spcPts val="0"/>
              </a:spcBef>
              <a:spcAft>
                <a:spcPts val="0"/>
              </a:spcAft>
              <a:buSzPts val="1000"/>
              <a:buNone/>
              <a:defRPr b="1" sz="1000"/>
            </a:lvl8pPr>
            <a:lvl9pPr lvl="8" algn="ctr">
              <a:lnSpc>
                <a:spcPct val="100000"/>
              </a:lnSpc>
              <a:spcBef>
                <a:spcPts val="0"/>
              </a:spcBef>
              <a:spcAft>
                <a:spcPts val="0"/>
              </a:spcAft>
              <a:buSzPts val="1000"/>
              <a:buNone/>
              <a:defRPr b="1" sz="1000"/>
            </a:lvl9pPr>
          </a:lstStyle>
          <a:p/>
        </p:txBody>
      </p:sp>
      <p:sp>
        <p:nvSpPr>
          <p:cNvPr id="597" name="Google Shape;597;g2d3c537dc00_0_521"/>
          <p:cNvSpPr txBox="1"/>
          <p:nvPr>
            <p:ph idx="36" type="ctrTitle"/>
          </p:nvPr>
        </p:nvSpPr>
        <p:spPr>
          <a:xfrm>
            <a:off x="1992400" y="1162575"/>
            <a:ext cx="1631700" cy="441000"/>
          </a:xfrm>
          <a:prstGeom prst="rect">
            <a:avLst/>
          </a:prstGeom>
          <a:noFill/>
          <a:ln>
            <a:noFill/>
          </a:ln>
        </p:spPr>
        <p:txBody>
          <a:bodyPr anchorCtr="0" anchor="ctr" bIns="0" lIns="91425" spcFirstLastPara="1" rIns="91425" wrap="square" tIns="0">
            <a:noAutofit/>
          </a:bodyPr>
          <a:lstStyle>
            <a:lvl1pPr lvl="0" algn="ctr">
              <a:lnSpc>
                <a:spcPct val="85000"/>
              </a:lnSpc>
              <a:spcBef>
                <a:spcPts val="0"/>
              </a:spcBef>
              <a:spcAft>
                <a:spcPts val="0"/>
              </a:spcAft>
              <a:buClr>
                <a:schemeClr val="accent2"/>
              </a:buClr>
              <a:buSzPts val="1000"/>
              <a:buNone/>
              <a:defRPr sz="1000">
                <a:solidFill>
                  <a:schemeClr val="accent2"/>
                </a:solidFill>
              </a:defRPr>
            </a:lvl1pPr>
            <a:lvl2pPr lvl="1" algn="ctr">
              <a:lnSpc>
                <a:spcPct val="100000"/>
              </a:lnSpc>
              <a:spcBef>
                <a:spcPts val="0"/>
              </a:spcBef>
              <a:spcAft>
                <a:spcPts val="0"/>
              </a:spcAft>
              <a:buSzPts val="1000"/>
              <a:buNone/>
              <a:defRPr b="1" sz="1000"/>
            </a:lvl2pPr>
            <a:lvl3pPr lvl="2" algn="ctr">
              <a:lnSpc>
                <a:spcPct val="100000"/>
              </a:lnSpc>
              <a:spcBef>
                <a:spcPts val="0"/>
              </a:spcBef>
              <a:spcAft>
                <a:spcPts val="0"/>
              </a:spcAft>
              <a:buSzPts val="1000"/>
              <a:buNone/>
              <a:defRPr b="1" sz="1000"/>
            </a:lvl3pPr>
            <a:lvl4pPr lvl="3" algn="ctr">
              <a:lnSpc>
                <a:spcPct val="100000"/>
              </a:lnSpc>
              <a:spcBef>
                <a:spcPts val="0"/>
              </a:spcBef>
              <a:spcAft>
                <a:spcPts val="0"/>
              </a:spcAft>
              <a:buSzPts val="1000"/>
              <a:buNone/>
              <a:defRPr b="1" sz="1000"/>
            </a:lvl4pPr>
            <a:lvl5pPr lvl="4" algn="ctr">
              <a:lnSpc>
                <a:spcPct val="100000"/>
              </a:lnSpc>
              <a:spcBef>
                <a:spcPts val="0"/>
              </a:spcBef>
              <a:spcAft>
                <a:spcPts val="0"/>
              </a:spcAft>
              <a:buSzPts val="1000"/>
              <a:buNone/>
              <a:defRPr b="1" sz="1000"/>
            </a:lvl5pPr>
            <a:lvl6pPr lvl="5" algn="ctr">
              <a:lnSpc>
                <a:spcPct val="100000"/>
              </a:lnSpc>
              <a:spcBef>
                <a:spcPts val="0"/>
              </a:spcBef>
              <a:spcAft>
                <a:spcPts val="0"/>
              </a:spcAft>
              <a:buSzPts val="1000"/>
              <a:buNone/>
              <a:defRPr b="1" sz="1000"/>
            </a:lvl6pPr>
            <a:lvl7pPr lvl="6" algn="ctr">
              <a:lnSpc>
                <a:spcPct val="100000"/>
              </a:lnSpc>
              <a:spcBef>
                <a:spcPts val="0"/>
              </a:spcBef>
              <a:spcAft>
                <a:spcPts val="0"/>
              </a:spcAft>
              <a:buSzPts val="1000"/>
              <a:buNone/>
              <a:defRPr b="1" sz="1000"/>
            </a:lvl7pPr>
            <a:lvl8pPr lvl="7" algn="ctr">
              <a:lnSpc>
                <a:spcPct val="100000"/>
              </a:lnSpc>
              <a:spcBef>
                <a:spcPts val="0"/>
              </a:spcBef>
              <a:spcAft>
                <a:spcPts val="0"/>
              </a:spcAft>
              <a:buSzPts val="1000"/>
              <a:buNone/>
              <a:defRPr b="1" sz="1000"/>
            </a:lvl8pPr>
            <a:lvl9pPr lvl="8" algn="ctr">
              <a:lnSpc>
                <a:spcPct val="100000"/>
              </a:lnSpc>
              <a:spcBef>
                <a:spcPts val="0"/>
              </a:spcBef>
              <a:spcAft>
                <a:spcPts val="0"/>
              </a:spcAft>
              <a:buSzPts val="1000"/>
              <a:buNone/>
              <a:defRPr b="1" sz="1000"/>
            </a:lvl9pPr>
          </a:lstStyle>
          <a:p/>
        </p:txBody>
      </p:sp>
      <p:sp>
        <p:nvSpPr>
          <p:cNvPr id="598" name="Google Shape;598;g2d3c537dc00_0_521"/>
          <p:cNvSpPr txBox="1"/>
          <p:nvPr>
            <p:ph idx="37" type="ctrTitle"/>
          </p:nvPr>
        </p:nvSpPr>
        <p:spPr>
          <a:xfrm>
            <a:off x="3756200" y="1162575"/>
            <a:ext cx="1631700" cy="441000"/>
          </a:xfrm>
          <a:prstGeom prst="rect">
            <a:avLst/>
          </a:prstGeom>
          <a:noFill/>
          <a:ln>
            <a:noFill/>
          </a:ln>
        </p:spPr>
        <p:txBody>
          <a:bodyPr anchorCtr="0" anchor="ctr" bIns="0" lIns="91425" spcFirstLastPara="1" rIns="91425" wrap="square" tIns="0">
            <a:noAutofit/>
          </a:bodyPr>
          <a:lstStyle>
            <a:lvl1pPr lvl="0" algn="ctr">
              <a:lnSpc>
                <a:spcPct val="85000"/>
              </a:lnSpc>
              <a:spcBef>
                <a:spcPts val="0"/>
              </a:spcBef>
              <a:spcAft>
                <a:spcPts val="0"/>
              </a:spcAft>
              <a:buClr>
                <a:schemeClr val="accent2"/>
              </a:buClr>
              <a:buSzPts val="1000"/>
              <a:buNone/>
              <a:defRPr sz="1000">
                <a:solidFill>
                  <a:schemeClr val="accent2"/>
                </a:solidFill>
              </a:defRPr>
            </a:lvl1pPr>
            <a:lvl2pPr lvl="1" algn="ctr">
              <a:lnSpc>
                <a:spcPct val="100000"/>
              </a:lnSpc>
              <a:spcBef>
                <a:spcPts val="0"/>
              </a:spcBef>
              <a:spcAft>
                <a:spcPts val="0"/>
              </a:spcAft>
              <a:buSzPts val="1000"/>
              <a:buNone/>
              <a:defRPr b="1" sz="1000"/>
            </a:lvl2pPr>
            <a:lvl3pPr lvl="2" algn="ctr">
              <a:lnSpc>
                <a:spcPct val="100000"/>
              </a:lnSpc>
              <a:spcBef>
                <a:spcPts val="0"/>
              </a:spcBef>
              <a:spcAft>
                <a:spcPts val="0"/>
              </a:spcAft>
              <a:buSzPts val="1000"/>
              <a:buNone/>
              <a:defRPr b="1" sz="1000"/>
            </a:lvl3pPr>
            <a:lvl4pPr lvl="3" algn="ctr">
              <a:lnSpc>
                <a:spcPct val="100000"/>
              </a:lnSpc>
              <a:spcBef>
                <a:spcPts val="0"/>
              </a:spcBef>
              <a:spcAft>
                <a:spcPts val="0"/>
              </a:spcAft>
              <a:buSzPts val="1000"/>
              <a:buNone/>
              <a:defRPr b="1" sz="1000"/>
            </a:lvl4pPr>
            <a:lvl5pPr lvl="4" algn="ctr">
              <a:lnSpc>
                <a:spcPct val="100000"/>
              </a:lnSpc>
              <a:spcBef>
                <a:spcPts val="0"/>
              </a:spcBef>
              <a:spcAft>
                <a:spcPts val="0"/>
              </a:spcAft>
              <a:buSzPts val="1000"/>
              <a:buNone/>
              <a:defRPr b="1" sz="1000"/>
            </a:lvl5pPr>
            <a:lvl6pPr lvl="5" algn="ctr">
              <a:lnSpc>
                <a:spcPct val="100000"/>
              </a:lnSpc>
              <a:spcBef>
                <a:spcPts val="0"/>
              </a:spcBef>
              <a:spcAft>
                <a:spcPts val="0"/>
              </a:spcAft>
              <a:buSzPts val="1000"/>
              <a:buNone/>
              <a:defRPr b="1" sz="1000"/>
            </a:lvl6pPr>
            <a:lvl7pPr lvl="6" algn="ctr">
              <a:lnSpc>
                <a:spcPct val="100000"/>
              </a:lnSpc>
              <a:spcBef>
                <a:spcPts val="0"/>
              </a:spcBef>
              <a:spcAft>
                <a:spcPts val="0"/>
              </a:spcAft>
              <a:buSzPts val="1000"/>
              <a:buNone/>
              <a:defRPr b="1" sz="1000"/>
            </a:lvl7pPr>
            <a:lvl8pPr lvl="7" algn="ctr">
              <a:lnSpc>
                <a:spcPct val="100000"/>
              </a:lnSpc>
              <a:spcBef>
                <a:spcPts val="0"/>
              </a:spcBef>
              <a:spcAft>
                <a:spcPts val="0"/>
              </a:spcAft>
              <a:buSzPts val="1000"/>
              <a:buNone/>
              <a:defRPr b="1" sz="1000"/>
            </a:lvl8pPr>
            <a:lvl9pPr lvl="8" algn="ctr">
              <a:lnSpc>
                <a:spcPct val="100000"/>
              </a:lnSpc>
              <a:spcBef>
                <a:spcPts val="0"/>
              </a:spcBef>
              <a:spcAft>
                <a:spcPts val="0"/>
              </a:spcAft>
              <a:buSzPts val="1000"/>
              <a:buNone/>
              <a:defRPr b="1" sz="1000"/>
            </a:lvl9pPr>
          </a:lstStyle>
          <a:p/>
        </p:txBody>
      </p:sp>
      <p:sp>
        <p:nvSpPr>
          <p:cNvPr id="599" name="Google Shape;599;g2d3c537dc00_0_521"/>
          <p:cNvSpPr txBox="1"/>
          <p:nvPr>
            <p:ph idx="38" type="ctrTitle"/>
          </p:nvPr>
        </p:nvSpPr>
        <p:spPr>
          <a:xfrm>
            <a:off x="5520000" y="1162575"/>
            <a:ext cx="1631700" cy="441000"/>
          </a:xfrm>
          <a:prstGeom prst="rect">
            <a:avLst/>
          </a:prstGeom>
          <a:noFill/>
          <a:ln>
            <a:noFill/>
          </a:ln>
        </p:spPr>
        <p:txBody>
          <a:bodyPr anchorCtr="0" anchor="ctr" bIns="0" lIns="91425" spcFirstLastPara="1" rIns="91425" wrap="square" tIns="0">
            <a:noAutofit/>
          </a:bodyPr>
          <a:lstStyle>
            <a:lvl1pPr lvl="0" algn="ctr">
              <a:lnSpc>
                <a:spcPct val="85000"/>
              </a:lnSpc>
              <a:spcBef>
                <a:spcPts val="0"/>
              </a:spcBef>
              <a:spcAft>
                <a:spcPts val="0"/>
              </a:spcAft>
              <a:buClr>
                <a:schemeClr val="accent2"/>
              </a:buClr>
              <a:buSzPts val="1000"/>
              <a:buNone/>
              <a:defRPr sz="1000">
                <a:solidFill>
                  <a:schemeClr val="accent2"/>
                </a:solidFill>
              </a:defRPr>
            </a:lvl1pPr>
            <a:lvl2pPr lvl="1" algn="ctr">
              <a:lnSpc>
                <a:spcPct val="100000"/>
              </a:lnSpc>
              <a:spcBef>
                <a:spcPts val="0"/>
              </a:spcBef>
              <a:spcAft>
                <a:spcPts val="0"/>
              </a:spcAft>
              <a:buSzPts val="1000"/>
              <a:buNone/>
              <a:defRPr b="1" sz="1000"/>
            </a:lvl2pPr>
            <a:lvl3pPr lvl="2" algn="ctr">
              <a:lnSpc>
                <a:spcPct val="100000"/>
              </a:lnSpc>
              <a:spcBef>
                <a:spcPts val="0"/>
              </a:spcBef>
              <a:spcAft>
                <a:spcPts val="0"/>
              </a:spcAft>
              <a:buSzPts val="1000"/>
              <a:buNone/>
              <a:defRPr b="1" sz="1000"/>
            </a:lvl3pPr>
            <a:lvl4pPr lvl="3" algn="ctr">
              <a:lnSpc>
                <a:spcPct val="100000"/>
              </a:lnSpc>
              <a:spcBef>
                <a:spcPts val="0"/>
              </a:spcBef>
              <a:spcAft>
                <a:spcPts val="0"/>
              </a:spcAft>
              <a:buSzPts val="1000"/>
              <a:buNone/>
              <a:defRPr b="1" sz="1000"/>
            </a:lvl4pPr>
            <a:lvl5pPr lvl="4" algn="ctr">
              <a:lnSpc>
                <a:spcPct val="100000"/>
              </a:lnSpc>
              <a:spcBef>
                <a:spcPts val="0"/>
              </a:spcBef>
              <a:spcAft>
                <a:spcPts val="0"/>
              </a:spcAft>
              <a:buSzPts val="1000"/>
              <a:buNone/>
              <a:defRPr b="1" sz="1000"/>
            </a:lvl5pPr>
            <a:lvl6pPr lvl="5" algn="ctr">
              <a:lnSpc>
                <a:spcPct val="100000"/>
              </a:lnSpc>
              <a:spcBef>
                <a:spcPts val="0"/>
              </a:spcBef>
              <a:spcAft>
                <a:spcPts val="0"/>
              </a:spcAft>
              <a:buSzPts val="1000"/>
              <a:buNone/>
              <a:defRPr b="1" sz="1000"/>
            </a:lvl6pPr>
            <a:lvl7pPr lvl="6" algn="ctr">
              <a:lnSpc>
                <a:spcPct val="100000"/>
              </a:lnSpc>
              <a:spcBef>
                <a:spcPts val="0"/>
              </a:spcBef>
              <a:spcAft>
                <a:spcPts val="0"/>
              </a:spcAft>
              <a:buSzPts val="1000"/>
              <a:buNone/>
              <a:defRPr b="1" sz="1000"/>
            </a:lvl7pPr>
            <a:lvl8pPr lvl="7" algn="ctr">
              <a:lnSpc>
                <a:spcPct val="100000"/>
              </a:lnSpc>
              <a:spcBef>
                <a:spcPts val="0"/>
              </a:spcBef>
              <a:spcAft>
                <a:spcPts val="0"/>
              </a:spcAft>
              <a:buSzPts val="1000"/>
              <a:buNone/>
              <a:defRPr b="1" sz="1000"/>
            </a:lvl8pPr>
            <a:lvl9pPr lvl="8" algn="ctr">
              <a:lnSpc>
                <a:spcPct val="100000"/>
              </a:lnSpc>
              <a:spcBef>
                <a:spcPts val="0"/>
              </a:spcBef>
              <a:spcAft>
                <a:spcPts val="0"/>
              </a:spcAft>
              <a:buSzPts val="1000"/>
              <a:buNone/>
              <a:defRPr b="1" sz="1000"/>
            </a:lvl9pPr>
          </a:lstStyle>
          <a:p/>
        </p:txBody>
      </p:sp>
      <p:sp>
        <p:nvSpPr>
          <p:cNvPr id="600" name="Google Shape;600;g2d3c537dc00_0_521"/>
          <p:cNvSpPr txBox="1"/>
          <p:nvPr>
            <p:ph idx="39" type="ctrTitle"/>
          </p:nvPr>
        </p:nvSpPr>
        <p:spPr>
          <a:xfrm>
            <a:off x="7283800" y="1162575"/>
            <a:ext cx="1631700" cy="441000"/>
          </a:xfrm>
          <a:prstGeom prst="rect">
            <a:avLst/>
          </a:prstGeom>
          <a:noFill/>
          <a:ln>
            <a:noFill/>
          </a:ln>
        </p:spPr>
        <p:txBody>
          <a:bodyPr anchorCtr="0" anchor="ctr" bIns="0" lIns="91425" spcFirstLastPara="1" rIns="91425" wrap="square" tIns="0">
            <a:noAutofit/>
          </a:bodyPr>
          <a:lstStyle>
            <a:lvl1pPr lvl="0" algn="ctr">
              <a:lnSpc>
                <a:spcPct val="85000"/>
              </a:lnSpc>
              <a:spcBef>
                <a:spcPts val="0"/>
              </a:spcBef>
              <a:spcAft>
                <a:spcPts val="0"/>
              </a:spcAft>
              <a:buClr>
                <a:schemeClr val="accent2"/>
              </a:buClr>
              <a:buSzPts val="1000"/>
              <a:buNone/>
              <a:defRPr sz="1000">
                <a:solidFill>
                  <a:schemeClr val="accent2"/>
                </a:solidFill>
              </a:defRPr>
            </a:lvl1pPr>
            <a:lvl2pPr lvl="1" algn="ctr">
              <a:lnSpc>
                <a:spcPct val="100000"/>
              </a:lnSpc>
              <a:spcBef>
                <a:spcPts val="0"/>
              </a:spcBef>
              <a:spcAft>
                <a:spcPts val="0"/>
              </a:spcAft>
              <a:buSzPts val="1000"/>
              <a:buNone/>
              <a:defRPr b="1" sz="1000"/>
            </a:lvl2pPr>
            <a:lvl3pPr lvl="2" algn="ctr">
              <a:lnSpc>
                <a:spcPct val="100000"/>
              </a:lnSpc>
              <a:spcBef>
                <a:spcPts val="0"/>
              </a:spcBef>
              <a:spcAft>
                <a:spcPts val="0"/>
              </a:spcAft>
              <a:buSzPts val="1000"/>
              <a:buNone/>
              <a:defRPr b="1" sz="1000"/>
            </a:lvl3pPr>
            <a:lvl4pPr lvl="3" algn="ctr">
              <a:lnSpc>
                <a:spcPct val="100000"/>
              </a:lnSpc>
              <a:spcBef>
                <a:spcPts val="0"/>
              </a:spcBef>
              <a:spcAft>
                <a:spcPts val="0"/>
              </a:spcAft>
              <a:buSzPts val="1000"/>
              <a:buNone/>
              <a:defRPr b="1" sz="1000"/>
            </a:lvl4pPr>
            <a:lvl5pPr lvl="4" algn="ctr">
              <a:lnSpc>
                <a:spcPct val="100000"/>
              </a:lnSpc>
              <a:spcBef>
                <a:spcPts val="0"/>
              </a:spcBef>
              <a:spcAft>
                <a:spcPts val="0"/>
              </a:spcAft>
              <a:buSzPts val="1000"/>
              <a:buNone/>
              <a:defRPr b="1" sz="1000"/>
            </a:lvl5pPr>
            <a:lvl6pPr lvl="5" algn="ctr">
              <a:lnSpc>
                <a:spcPct val="100000"/>
              </a:lnSpc>
              <a:spcBef>
                <a:spcPts val="0"/>
              </a:spcBef>
              <a:spcAft>
                <a:spcPts val="0"/>
              </a:spcAft>
              <a:buSzPts val="1000"/>
              <a:buNone/>
              <a:defRPr b="1" sz="1000"/>
            </a:lvl6pPr>
            <a:lvl7pPr lvl="6" algn="ctr">
              <a:lnSpc>
                <a:spcPct val="100000"/>
              </a:lnSpc>
              <a:spcBef>
                <a:spcPts val="0"/>
              </a:spcBef>
              <a:spcAft>
                <a:spcPts val="0"/>
              </a:spcAft>
              <a:buSzPts val="1000"/>
              <a:buNone/>
              <a:defRPr b="1" sz="1000"/>
            </a:lvl7pPr>
            <a:lvl8pPr lvl="7" algn="ctr">
              <a:lnSpc>
                <a:spcPct val="100000"/>
              </a:lnSpc>
              <a:spcBef>
                <a:spcPts val="0"/>
              </a:spcBef>
              <a:spcAft>
                <a:spcPts val="0"/>
              </a:spcAft>
              <a:buSzPts val="1000"/>
              <a:buNone/>
              <a:defRPr b="1" sz="1000"/>
            </a:lvl8pPr>
            <a:lvl9pPr lvl="8" algn="ctr">
              <a:lnSpc>
                <a:spcPct val="100000"/>
              </a:lnSpc>
              <a:spcBef>
                <a:spcPts val="0"/>
              </a:spcBef>
              <a:spcAft>
                <a:spcPts val="0"/>
              </a:spcAft>
              <a:buSzPts val="1000"/>
              <a:buNone/>
              <a:defRPr b="1" sz="1000"/>
            </a:lvl9pPr>
          </a:lstStyle>
          <a:p/>
        </p:txBody>
      </p:sp>
    </p:spTree>
  </p:cSld>
  <p:clrMapOvr>
    <a:masterClrMapping/>
  </p:clrMapOvr>
  <p:extLst>
    <p:ext uri="{DCECCB84-F9BA-43D5-87BE-67443E8EF086}">
      <p15:sldGuideLst>
        <p15:guide id="1" orient="horz" pos="732">
          <p15:clr>
            <a:srgbClr val="E46962"/>
          </p15:clr>
        </p15:guide>
      </p15:sldGuideLst>
    </p:ext>
  </p:extLs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01" name="Shape 601"/>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 story">
  <p:cSld name="DEFAULT_1">
    <p:bg>
      <p:bgPr>
        <a:solidFill>
          <a:schemeClr val="lt1"/>
        </a:solidFill>
      </p:bgPr>
    </p:bg>
    <p:spTree>
      <p:nvGrpSpPr>
        <p:cNvPr id="602" name="Shape 602"/>
        <p:cNvGrpSpPr/>
        <p:nvPr/>
      </p:nvGrpSpPr>
      <p:grpSpPr>
        <a:xfrm>
          <a:off x="0" y="0"/>
          <a:ext cx="0" cy="0"/>
          <a:chOff x="0" y="0"/>
          <a:chExt cx="0" cy="0"/>
        </a:xfrm>
      </p:grpSpPr>
      <p:pic>
        <p:nvPicPr>
          <p:cNvPr descr=" " id="603" name="Google Shape;603;g2d3c537dc00_0_597"/>
          <p:cNvPicPr preferRelativeResize="0"/>
          <p:nvPr/>
        </p:nvPicPr>
        <p:blipFill rotWithShape="1">
          <a:blip r:embed="rId2">
            <a:alphaModFix/>
          </a:blip>
          <a:srcRect b="0" l="0" r="0" t="0"/>
          <a:stretch/>
        </p:blipFill>
        <p:spPr>
          <a:xfrm>
            <a:off x="0" y="0"/>
            <a:ext cx="9144010" cy="5142863"/>
          </a:xfrm>
          <a:prstGeom prst="rect">
            <a:avLst/>
          </a:prstGeom>
          <a:noFill/>
          <a:ln>
            <a:noFill/>
          </a:ln>
        </p:spPr>
      </p:pic>
      <p:sp>
        <p:nvSpPr>
          <p:cNvPr id="604" name="Google Shape;604;g2d3c537dc00_0_597"/>
          <p:cNvSpPr/>
          <p:nvPr/>
        </p:nvSpPr>
        <p:spPr>
          <a:xfrm>
            <a:off x="238125" y="1143000"/>
            <a:ext cx="4205400" cy="1428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g2d3c537dc00_0_597"/>
          <p:cNvSpPr/>
          <p:nvPr/>
        </p:nvSpPr>
        <p:spPr>
          <a:xfrm>
            <a:off x="238125" y="1143000"/>
            <a:ext cx="766800" cy="142800"/>
          </a:xfrm>
          <a:prstGeom prst="roundRect">
            <a:avLst>
              <a:gd fmla="val 333600" name="adj"/>
            </a:avLst>
          </a:prstGeom>
          <a:solidFill>
            <a:srgbClr val="FF4F00"/>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g2d3c537dc00_0_597"/>
          <p:cNvSpPr/>
          <p:nvPr/>
        </p:nvSpPr>
        <p:spPr>
          <a:xfrm>
            <a:off x="263525" y="1144587"/>
            <a:ext cx="716100" cy="1398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FFFDF9"/>
              </a:buClr>
              <a:buSzPts val="600"/>
              <a:buFont typeface="Inter"/>
              <a:buNone/>
            </a:pPr>
            <a:r>
              <a:rPr b="1" i="0" lang="en" sz="600" u="none" cap="none" strike="noStrike">
                <a:solidFill>
                  <a:srgbClr val="FFFDF9"/>
                </a:solidFill>
                <a:latin typeface="Inter"/>
                <a:ea typeface="Inter"/>
                <a:cs typeface="Inter"/>
                <a:sym typeface="Inter"/>
              </a:rPr>
              <a:t>Lead management</a:t>
            </a:r>
            <a:endParaRPr b="0" i="0" sz="600" u="none" cap="none" strike="noStrike">
              <a:solidFill>
                <a:schemeClr val="dk1"/>
              </a:solidFill>
              <a:latin typeface="Inter"/>
              <a:ea typeface="Inter"/>
              <a:cs typeface="Inter"/>
              <a:sym typeface="Inter"/>
            </a:endParaRPr>
          </a:p>
        </p:txBody>
      </p:sp>
      <p:sp>
        <p:nvSpPr>
          <p:cNvPr id="607" name="Google Shape;607;g2d3c537dc00_0_597"/>
          <p:cNvSpPr/>
          <p:nvPr/>
        </p:nvSpPr>
        <p:spPr>
          <a:xfrm>
            <a:off x="1100139" y="1143000"/>
            <a:ext cx="1152600" cy="142800"/>
          </a:xfrm>
          <a:prstGeom prst="roundRect">
            <a:avLst>
              <a:gd fmla="val 333600" name="adj"/>
            </a:avLst>
          </a:prstGeom>
          <a:solidFill>
            <a:srgbClr val="FF4F00"/>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g2d3c537dc00_0_597"/>
          <p:cNvSpPr/>
          <p:nvPr/>
        </p:nvSpPr>
        <p:spPr>
          <a:xfrm>
            <a:off x="1125539" y="1144587"/>
            <a:ext cx="1101600" cy="1398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FFFDF9"/>
              </a:buClr>
              <a:buSzPts val="600"/>
              <a:buFont typeface="Inter"/>
              <a:buNone/>
            </a:pPr>
            <a:r>
              <a:rPr b="1" i="0" lang="en" sz="600" u="none" cap="none" strike="noStrike">
                <a:solidFill>
                  <a:srgbClr val="FFFDF9"/>
                </a:solidFill>
                <a:latin typeface="Inter"/>
                <a:ea typeface="Inter"/>
                <a:cs typeface="Inter"/>
                <a:sym typeface="Inter"/>
              </a:rPr>
              <a:t>Advertising list management</a:t>
            </a:r>
            <a:endParaRPr b="0" i="0" sz="600" u="none" cap="none" strike="noStrike">
              <a:solidFill>
                <a:schemeClr val="dk1"/>
              </a:solidFill>
              <a:latin typeface="Inter"/>
              <a:ea typeface="Inter"/>
              <a:cs typeface="Inter"/>
              <a:sym typeface="Inter"/>
            </a:endParaRPr>
          </a:p>
        </p:txBody>
      </p:sp>
      <p:sp>
        <p:nvSpPr>
          <p:cNvPr id="609" name="Google Shape;609;g2d3c537dc00_0_597"/>
          <p:cNvSpPr/>
          <p:nvPr/>
        </p:nvSpPr>
        <p:spPr>
          <a:xfrm>
            <a:off x="2347915" y="1143000"/>
            <a:ext cx="1081200" cy="142800"/>
          </a:xfrm>
          <a:prstGeom prst="roundRect">
            <a:avLst>
              <a:gd fmla="val 333600" name="adj"/>
            </a:avLst>
          </a:prstGeom>
          <a:solidFill>
            <a:srgbClr val="CDE4E1"/>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g2d3c537dc00_0_597"/>
          <p:cNvSpPr/>
          <p:nvPr/>
        </p:nvSpPr>
        <p:spPr>
          <a:xfrm>
            <a:off x="2373315" y="1144587"/>
            <a:ext cx="1030200" cy="1398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403F3E"/>
              </a:buClr>
              <a:buSzPts val="600"/>
              <a:buFont typeface="Inter"/>
              <a:buNone/>
            </a:pPr>
            <a:r>
              <a:rPr b="1" i="0" lang="en" sz="600" u="none" cap="none" strike="noStrike">
                <a:solidFill>
                  <a:srgbClr val="403F3E"/>
                </a:solidFill>
                <a:latin typeface="Inter"/>
                <a:ea typeface="Inter"/>
                <a:cs typeface="Inter"/>
                <a:sym typeface="Inter"/>
              </a:rPr>
              <a:t>Company size: Mid-market</a:t>
            </a:r>
            <a:endParaRPr b="0" i="0" sz="600" u="none" cap="none" strike="noStrike">
              <a:solidFill>
                <a:schemeClr val="dk1"/>
              </a:solidFill>
              <a:latin typeface="Inter"/>
              <a:ea typeface="Inter"/>
              <a:cs typeface="Inter"/>
              <a:sym typeface="Inter"/>
            </a:endParaRPr>
          </a:p>
        </p:txBody>
      </p:sp>
      <p:sp>
        <p:nvSpPr>
          <p:cNvPr id="611" name="Google Shape;611;g2d3c537dc00_0_597"/>
          <p:cNvSpPr/>
          <p:nvPr/>
        </p:nvSpPr>
        <p:spPr>
          <a:xfrm>
            <a:off x="3524253" y="1143000"/>
            <a:ext cx="919200" cy="142800"/>
          </a:xfrm>
          <a:prstGeom prst="roundRect">
            <a:avLst>
              <a:gd fmla="val 333600" name="adj"/>
            </a:avLst>
          </a:prstGeom>
          <a:solidFill>
            <a:srgbClr val="C1B7F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2" name="Google Shape;612;g2d3c537dc00_0_597"/>
          <p:cNvSpPr/>
          <p:nvPr/>
        </p:nvSpPr>
        <p:spPr>
          <a:xfrm>
            <a:off x="3549654" y="1144587"/>
            <a:ext cx="868500" cy="1398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403F3E"/>
              </a:buClr>
              <a:buSzPts val="600"/>
              <a:buFont typeface="Inter"/>
              <a:buNone/>
            </a:pPr>
            <a:r>
              <a:rPr b="1" i="0" lang="en" sz="600" u="none" cap="none" strike="noStrike">
                <a:solidFill>
                  <a:srgbClr val="403F3E"/>
                </a:solidFill>
                <a:latin typeface="Inter"/>
                <a:ea typeface="Inter"/>
                <a:cs typeface="Inter"/>
                <a:sym typeface="Inter"/>
              </a:rPr>
              <a:t>Consumer Technology</a:t>
            </a:r>
            <a:endParaRPr b="0" i="0" sz="600" u="none" cap="none" strike="noStrike">
              <a:solidFill>
                <a:schemeClr val="dk1"/>
              </a:solidFill>
              <a:latin typeface="Inter"/>
              <a:ea typeface="Inter"/>
              <a:cs typeface="Inter"/>
              <a:sym typeface="Inter"/>
            </a:endParaRPr>
          </a:p>
        </p:txBody>
      </p:sp>
      <p:sp>
        <p:nvSpPr>
          <p:cNvPr id="613" name="Google Shape;613;g2d3c537dc00_0_597"/>
          <p:cNvSpPr/>
          <p:nvPr/>
        </p:nvSpPr>
        <p:spPr>
          <a:xfrm>
            <a:off x="204675" y="90475"/>
            <a:ext cx="3372000" cy="304800"/>
          </a:xfrm>
          <a:prstGeom prst="rect">
            <a:avLst/>
          </a:prstGeom>
          <a:noFill/>
          <a:ln>
            <a:noFill/>
          </a:ln>
        </p:spPr>
        <p:txBody>
          <a:bodyPr anchorCtr="0" anchor="t" bIns="0" lIns="0" spcFirstLastPara="1" rIns="0" wrap="square" tIns="0">
            <a:noAutofit/>
          </a:bodyPr>
          <a:lstStyle/>
          <a:p>
            <a:pPr indent="0" lvl="0" marL="0" marR="0" rtl="0" algn="l">
              <a:lnSpc>
                <a:spcPct val="119047"/>
              </a:lnSpc>
              <a:spcBef>
                <a:spcPts val="0"/>
              </a:spcBef>
              <a:spcAft>
                <a:spcPts val="0"/>
              </a:spcAft>
              <a:buClr>
                <a:srgbClr val="201515"/>
              </a:buClr>
              <a:buSzPts val="1600"/>
              <a:buFont typeface="Play"/>
              <a:buNone/>
            </a:pPr>
            <a:r>
              <a:rPr b="0" i="0" lang="en" sz="1600" u="none" cap="none" strike="noStrike">
                <a:solidFill>
                  <a:srgbClr val="201515"/>
                </a:solidFill>
                <a:latin typeface="Inter"/>
                <a:ea typeface="Inter"/>
                <a:cs typeface="Inter"/>
                <a:sym typeface="Inter"/>
              </a:rPr>
              <a:t>Customer Success Story</a:t>
            </a:r>
            <a:endParaRPr b="0" i="0" sz="1600" u="none" cap="none" strike="noStrike">
              <a:solidFill>
                <a:schemeClr val="dk1"/>
              </a:solidFill>
              <a:latin typeface="Inter"/>
              <a:ea typeface="Inter"/>
              <a:cs typeface="Inter"/>
              <a:sym typeface="Inter"/>
            </a:endParaRPr>
          </a:p>
        </p:txBody>
      </p:sp>
      <p:sp>
        <p:nvSpPr>
          <p:cNvPr id="614" name="Google Shape;614;g2d3c537dc00_0_597"/>
          <p:cNvSpPr/>
          <p:nvPr/>
        </p:nvSpPr>
        <p:spPr>
          <a:xfrm>
            <a:off x="238150" y="-515950"/>
            <a:ext cx="1366800"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615" name="Google Shape;615;g2d3c537dc00_0_597"/>
          <p:cNvPicPr preferRelativeResize="0"/>
          <p:nvPr/>
        </p:nvPicPr>
        <p:blipFill rotWithShape="1">
          <a:blip r:embed="rId3">
            <a:alphaModFix/>
          </a:blip>
          <a:srcRect b="0" l="0" r="0" t="0"/>
          <a:stretch/>
        </p:blipFill>
        <p:spPr>
          <a:xfrm>
            <a:off x="238125" y="238125"/>
            <a:ext cx="1366839" cy="571429"/>
          </a:xfrm>
          <a:prstGeom prst="rect">
            <a:avLst/>
          </a:prstGeom>
          <a:noFill/>
          <a:ln>
            <a:noFill/>
          </a:ln>
        </p:spPr>
      </p:pic>
      <p:pic>
        <p:nvPicPr>
          <p:cNvPr descr=" " id="616" name="Google Shape;616;g2d3c537dc00_0_597"/>
          <p:cNvPicPr preferRelativeResize="0"/>
          <p:nvPr/>
        </p:nvPicPr>
        <p:blipFill rotWithShape="1">
          <a:blip r:embed="rId4">
            <a:alphaModFix/>
          </a:blip>
          <a:srcRect b="0" l="0" r="0" t="0"/>
          <a:stretch/>
        </p:blipFill>
        <p:spPr>
          <a:xfrm>
            <a:off x="1652589" y="238125"/>
            <a:ext cx="9525" cy="571429"/>
          </a:xfrm>
          <a:prstGeom prst="rect">
            <a:avLst/>
          </a:prstGeom>
          <a:noFill/>
          <a:ln>
            <a:noFill/>
          </a:ln>
        </p:spPr>
      </p:pic>
      <p:pic>
        <p:nvPicPr>
          <p:cNvPr descr=" " id="617" name="Google Shape;617;g2d3c537dc00_0_597"/>
          <p:cNvPicPr preferRelativeResize="0"/>
          <p:nvPr/>
        </p:nvPicPr>
        <p:blipFill rotWithShape="1">
          <a:blip r:embed="rId5">
            <a:alphaModFix/>
          </a:blip>
          <a:srcRect b="0" l="0" r="0" t="0"/>
          <a:stretch/>
        </p:blipFill>
        <p:spPr>
          <a:xfrm>
            <a:off x="1709739" y="333375"/>
            <a:ext cx="1347789" cy="380953"/>
          </a:xfrm>
          <a:prstGeom prst="rect">
            <a:avLst/>
          </a:prstGeom>
          <a:noFill/>
          <a:ln>
            <a:noFill/>
          </a:ln>
        </p:spPr>
      </p:pic>
      <p:sp>
        <p:nvSpPr>
          <p:cNvPr id="618" name="Google Shape;618;g2d3c537dc00_0_597"/>
          <p:cNvSpPr/>
          <p:nvPr/>
        </p:nvSpPr>
        <p:spPr>
          <a:xfrm>
            <a:off x="238125" y="1524000"/>
            <a:ext cx="1738200" cy="4899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g2d3c537dc00_0_597"/>
          <p:cNvSpPr/>
          <p:nvPr/>
        </p:nvSpPr>
        <p:spPr>
          <a:xfrm>
            <a:off x="238125"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g2d3c537dc00_0_597"/>
          <p:cNvSpPr/>
          <p:nvPr/>
        </p:nvSpPr>
        <p:spPr>
          <a:xfrm>
            <a:off x="238125"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621" name="Google Shape;621;g2d3c537dc00_0_597"/>
          <p:cNvPicPr preferRelativeResize="0"/>
          <p:nvPr/>
        </p:nvPicPr>
        <p:blipFill rotWithShape="1">
          <a:blip r:embed="rId6">
            <a:alphaModFix/>
          </a:blip>
          <a:srcRect b="0" l="0" r="0" t="0"/>
          <a:stretch/>
        </p:blipFill>
        <p:spPr>
          <a:xfrm>
            <a:off x="285750" y="1571625"/>
            <a:ext cx="285750" cy="285715"/>
          </a:xfrm>
          <a:prstGeom prst="rect">
            <a:avLst/>
          </a:prstGeom>
          <a:noFill/>
          <a:ln>
            <a:noFill/>
          </a:ln>
        </p:spPr>
      </p:pic>
      <p:pic>
        <p:nvPicPr>
          <p:cNvPr descr=" " id="622" name="Google Shape;622;g2d3c537dc00_0_597"/>
          <p:cNvPicPr preferRelativeResize="0"/>
          <p:nvPr/>
        </p:nvPicPr>
        <p:blipFill rotWithShape="1">
          <a:blip r:embed="rId7">
            <a:alphaModFix/>
          </a:blip>
          <a:srcRect b="0" l="0" r="0" t="0"/>
          <a:stretch/>
        </p:blipFill>
        <p:spPr>
          <a:xfrm>
            <a:off x="642938" y="1500188"/>
            <a:ext cx="476251" cy="476191"/>
          </a:xfrm>
          <a:prstGeom prst="rect">
            <a:avLst/>
          </a:prstGeom>
          <a:noFill/>
          <a:ln>
            <a:noFill/>
          </a:ln>
        </p:spPr>
      </p:pic>
      <p:sp>
        <p:nvSpPr>
          <p:cNvPr id="623" name="Google Shape;623;g2d3c537dc00_0_597"/>
          <p:cNvSpPr/>
          <p:nvPr/>
        </p:nvSpPr>
        <p:spPr>
          <a:xfrm>
            <a:off x="690563"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624" name="Google Shape;624;g2d3c537dc00_0_597"/>
          <p:cNvPicPr preferRelativeResize="0"/>
          <p:nvPr/>
        </p:nvPicPr>
        <p:blipFill rotWithShape="1">
          <a:blip r:embed="rId8">
            <a:alphaModFix/>
          </a:blip>
          <a:srcRect b="0" l="0" r="0" t="0"/>
          <a:stretch/>
        </p:blipFill>
        <p:spPr>
          <a:xfrm>
            <a:off x="738188" y="1571625"/>
            <a:ext cx="285750" cy="285715"/>
          </a:xfrm>
          <a:prstGeom prst="rect">
            <a:avLst/>
          </a:prstGeom>
          <a:noFill/>
          <a:ln>
            <a:noFill/>
          </a:ln>
        </p:spPr>
      </p:pic>
      <p:sp>
        <p:nvSpPr>
          <p:cNvPr id="625" name="Google Shape;625;g2d3c537dc00_0_597"/>
          <p:cNvSpPr/>
          <p:nvPr/>
        </p:nvSpPr>
        <p:spPr>
          <a:xfrm>
            <a:off x="1143001"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g2d3c537dc00_0_597"/>
          <p:cNvSpPr/>
          <p:nvPr/>
        </p:nvSpPr>
        <p:spPr>
          <a:xfrm>
            <a:off x="1143001"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627" name="Google Shape;627;g2d3c537dc00_0_597"/>
          <p:cNvPicPr preferRelativeResize="0"/>
          <p:nvPr/>
        </p:nvPicPr>
        <p:blipFill rotWithShape="1">
          <a:blip r:embed="rId9">
            <a:alphaModFix/>
          </a:blip>
          <a:srcRect b="0" l="0" r="0" t="0"/>
          <a:stretch/>
        </p:blipFill>
        <p:spPr>
          <a:xfrm>
            <a:off x="1190626" y="1571625"/>
            <a:ext cx="285750" cy="285715"/>
          </a:xfrm>
          <a:prstGeom prst="rect">
            <a:avLst/>
          </a:prstGeom>
          <a:noFill/>
          <a:ln>
            <a:noFill/>
          </a:ln>
        </p:spPr>
      </p:pic>
      <p:sp>
        <p:nvSpPr>
          <p:cNvPr id="628" name="Google Shape;628;g2d3c537dc00_0_597"/>
          <p:cNvSpPr/>
          <p:nvPr/>
        </p:nvSpPr>
        <p:spPr>
          <a:xfrm>
            <a:off x="1595439"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g2d3c537dc00_0_597"/>
          <p:cNvSpPr/>
          <p:nvPr/>
        </p:nvSpPr>
        <p:spPr>
          <a:xfrm>
            <a:off x="1595439"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630" name="Google Shape;630;g2d3c537dc00_0_597"/>
          <p:cNvPicPr preferRelativeResize="0"/>
          <p:nvPr/>
        </p:nvPicPr>
        <p:blipFill rotWithShape="1">
          <a:blip r:embed="rId10">
            <a:alphaModFix/>
          </a:blip>
          <a:srcRect b="0" l="0" r="0" t="0"/>
          <a:stretch/>
        </p:blipFill>
        <p:spPr>
          <a:xfrm>
            <a:off x="1643064" y="1571625"/>
            <a:ext cx="285750" cy="285715"/>
          </a:xfrm>
          <a:prstGeom prst="rect">
            <a:avLst/>
          </a:prstGeom>
          <a:noFill/>
          <a:ln>
            <a:noFill/>
          </a:ln>
        </p:spPr>
      </p:pic>
      <p:sp>
        <p:nvSpPr>
          <p:cNvPr id="631" name="Google Shape;631;g2d3c537dc00_0_597"/>
          <p:cNvSpPr/>
          <p:nvPr/>
        </p:nvSpPr>
        <p:spPr>
          <a:xfrm>
            <a:off x="238125" y="2252041"/>
            <a:ext cx="4095900" cy="10431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g2d3c537dc00_0_597"/>
          <p:cNvSpPr/>
          <p:nvPr/>
        </p:nvSpPr>
        <p:spPr>
          <a:xfrm>
            <a:off x="238125" y="2201241"/>
            <a:ext cx="546000" cy="217500"/>
          </a:xfrm>
          <a:prstGeom prst="rect">
            <a:avLst/>
          </a:prstGeom>
          <a:noFill/>
          <a:ln>
            <a:noFill/>
          </a:ln>
        </p:spPr>
        <p:txBody>
          <a:bodyPr anchorCtr="0" anchor="b" bIns="0" lIns="0" spcFirstLastPara="1" rIns="0" wrap="square" tIns="0">
            <a:noAutofit/>
          </a:bodyPr>
          <a:lstStyle/>
          <a:p>
            <a:pPr indent="0" lvl="0" marL="0" marR="0" rtl="0" algn="l">
              <a:lnSpc>
                <a:spcPct val="109375"/>
              </a:lnSpc>
              <a:spcBef>
                <a:spcPts val="0"/>
              </a:spcBef>
              <a:spcAft>
                <a:spcPts val="0"/>
              </a:spcAft>
              <a:buClr>
                <a:srgbClr val="000000"/>
              </a:buClr>
              <a:buSzPts val="1200"/>
              <a:buFont typeface="Inter"/>
              <a:buNone/>
            </a:pPr>
            <a:r>
              <a:rPr b="1" i="0" lang="en" sz="1200" u="none" cap="none" strike="noStrike">
                <a:solidFill>
                  <a:srgbClr val="000000"/>
                </a:solidFill>
                <a:latin typeface="Inter"/>
                <a:ea typeface="Inter"/>
                <a:cs typeface="Inter"/>
                <a:sym typeface="Inter"/>
              </a:rPr>
              <a:t>Before </a:t>
            </a:r>
            <a:endParaRPr b="0" i="0" sz="1200" u="none" cap="none" strike="noStrike">
              <a:solidFill>
                <a:schemeClr val="dk1"/>
              </a:solidFill>
              <a:latin typeface="Inter"/>
              <a:ea typeface="Inter"/>
              <a:cs typeface="Inter"/>
              <a:sym typeface="Inter"/>
            </a:endParaRPr>
          </a:p>
        </p:txBody>
      </p:sp>
      <p:sp>
        <p:nvSpPr>
          <p:cNvPr id="633" name="Google Shape;633;g2d3c537dc00_0_597"/>
          <p:cNvSpPr/>
          <p:nvPr/>
        </p:nvSpPr>
        <p:spPr>
          <a:xfrm>
            <a:off x="238125" y="2456829"/>
            <a:ext cx="3579900" cy="346200"/>
          </a:xfrm>
          <a:prstGeom prst="rect">
            <a:avLst/>
          </a:prstGeom>
          <a:noFill/>
          <a:ln>
            <a:noFill/>
          </a:ln>
        </p:spPr>
        <p:txBody>
          <a:bodyPr anchorCtr="0" anchor="t"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Valuable hours spent downloading lead list and enrolling in email campaigns.</a:t>
            </a:r>
            <a:endParaRPr b="0" i="0" sz="1000" u="none" cap="none" strike="noStrike">
              <a:solidFill>
                <a:schemeClr val="dk1"/>
              </a:solidFill>
              <a:latin typeface="Inter"/>
              <a:ea typeface="Inter"/>
              <a:cs typeface="Inter"/>
              <a:sym typeface="Inter"/>
            </a:endParaRPr>
          </a:p>
        </p:txBody>
      </p:sp>
      <p:sp>
        <p:nvSpPr>
          <p:cNvPr id="634" name="Google Shape;634;g2d3c537dc00_0_597"/>
          <p:cNvSpPr/>
          <p:nvPr/>
        </p:nvSpPr>
        <p:spPr>
          <a:xfrm>
            <a:off x="238125" y="2799729"/>
            <a:ext cx="3579900" cy="346200"/>
          </a:xfrm>
          <a:prstGeom prst="rect">
            <a:avLst/>
          </a:prstGeom>
          <a:noFill/>
          <a:ln>
            <a:noFill/>
          </a:ln>
        </p:spPr>
        <p:txBody>
          <a:bodyPr anchorCtr="0" anchor="t"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Difficult to identify high quality leads—making it challenging to prioritize them.</a:t>
            </a:r>
            <a:endParaRPr b="0" i="0" sz="1000" u="none" cap="none" strike="noStrike">
              <a:solidFill>
                <a:schemeClr val="dk1"/>
              </a:solidFill>
              <a:latin typeface="Inter"/>
              <a:ea typeface="Inter"/>
              <a:cs typeface="Inter"/>
              <a:sym typeface="Inter"/>
            </a:endParaRPr>
          </a:p>
        </p:txBody>
      </p:sp>
      <p:sp>
        <p:nvSpPr>
          <p:cNvPr id="635" name="Google Shape;635;g2d3c537dc00_0_597"/>
          <p:cNvSpPr/>
          <p:nvPr/>
        </p:nvSpPr>
        <p:spPr>
          <a:xfrm>
            <a:off x="238125" y="3142629"/>
            <a:ext cx="3579900" cy="193800"/>
          </a:xfrm>
          <a:prstGeom prst="rect">
            <a:avLst/>
          </a:prstGeom>
          <a:noFill/>
          <a:ln>
            <a:noFill/>
          </a:ln>
        </p:spPr>
        <p:txBody>
          <a:bodyPr anchorCtr="0" anchor="t"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Not enough resources to customize purchasing journeys. </a:t>
            </a:r>
            <a:endParaRPr b="0" i="0" sz="1000" u="none" cap="none" strike="noStrike">
              <a:solidFill>
                <a:schemeClr val="dk1"/>
              </a:solidFill>
              <a:latin typeface="Inter"/>
              <a:ea typeface="Inter"/>
              <a:cs typeface="Inter"/>
              <a:sym typeface="Inter"/>
            </a:endParaRPr>
          </a:p>
        </p:txBody>
      </p:sp>
      <p:sp>
        <p:nvSpPr>
          <p:cNvPr id="636" name="Google Shape;636;g2d3c537dc00_0_597"/>
          <p:cNvSpPr/>
          <p:nvPr/>
        </p:nvSpPr>
        <p:spPr>
          <a:xfrm>
            <a:off x="238125" y="3533154"/>
            <a:ext cx="4095900" cy="7383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g2d3c537dc00_0_597"/>
          <p:cNvSpPr/>
          <p:nvPr/>
        </p:nvSpPr>
        <p:spPr>
          <a:xfrm>
            <a:off x="238125" y="3482354"/>
            <a:ext cx="1722600" cy="217500"/>
          </a:xfrm>
          <a:prstGeom prst="rect">
            <a:avLst/>
          </a:prstGeom>
          <a:noFill/>
          <a:ln>
            <a:noFill/>
          </a:ln>
        </p:spPr>
        <p:txBody>
          <a:bodyPr anchorCtr="0" anchor="b" bIns="0" lIns="0" spcFirstLastPara="1" rIns="0" wrap="square" tIns="0">
            <a:noAutofit/>
          </a:bodyPr>
          <a:lstStyle/>
          <a:p>
            <a:pPr indent="0" lvl="0" marL="0" marR="0" rtl="0" algn="l">
              <a:lnSpc>
                <a:spcPct val="109375"/>
              </a:lnSpc>
              <a:spcBef>
                <a:spcPts val="0"/>
              </a:spcBef>
              <a:spcAft>
                <a:spcPts val="0"/>
              </a:spcAft>
              <a:buClr>
                <a:srgbClr val="000000"/>
              </a:buClr>
              <a:buSzPts val="1200"/>
              <a:buFont typeface="Inter"/>
              <a:buNone/>
            </a:pPr>
            <a:r>
              <a:rPr b="1" i="0" lang="en" sz="1200" u="none" cap="none" strike="noStrike">
                <a:solidFill>
                  <a:srgbClr val="000000"/>
                </a:solidFill>
                <a:latin typeface="Inter"/>
                <a:ea typeface="Inter"/>
                <a:cs typeface="Inter"/>
                <a:sym typeface="Inter"/>
              </a:rPr>
              <a:t>After</a:t>
            </a:r>
            <a:endParaRPr b="0" i="0" sz="1200" u="none" cap="none" strike="noStrike">
              <a:solidFill>
                <a:schemeClr val="dk1"/>
              </a:solidFill>
              <a:latin typeface="Inter"/>
              <a:ea typeface="Inter"/>
              <a:cs typeface="Inter"/>
              <a:sym typeface="Inter"/>
            </a:endParaRPr>
          </a:p>
        </p:txBody>
      </p:sp>
      <p:sp>
        <p:nvSpPr>
          <p:cNvPr id="638" name="Google Shape;638;g2d3c537dc00_0_597"/>
          <p:cNvSpPr/>
          <p:nvPr/>
        </p:nvSpPr>
        <p:spPr>
          <a:xfrm>
            <a:off x="238125" y="3696666"/>
            <a:ext cx="4137000" cy="193800"/>
          </a:xfrm>
          <a:prstGeom prst="rect">
            <a:avLst/>
          </a:prstGeom>
          <a:noFill/>
          <a:ln>
            <a:noFill/>
          </a:ln>
        </p:spPr>
        <p:txBody>
          <a:bodyPr anchorCtr="0" anchor="b"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Leads created in Salesforce, automatically.</a:t>
            </a:r>
            <a:endParaRPr b="0" i="0" sz="1000" u="none" cap="none" strike="noStrike">
              <a:solidFill>
                <a:schemeClr val="dk1"/>
              </a:solidFill>
              <a:latin typeface="Inter"/>
              <a:ea typeface="Inter"/>
              <a:cs typeface="Inter"/>
              <a:sym typeface="Inter"/>
            </a:endParaRPr>
          </a:p>
        </p:txBody>
      </p:sp>
      <p:sp>
        <p:nvSpPr>
          <p:cNvPr id="639" name="Google Shape;639;g2d3c537dc00_0_597"/>
          <p:cNvSpPr/>
          <p:nvPr/>
        </p:nvSpPr>
        <p:spPr>
          <a:xfrm>
            <a:off x="238125" y="3887166"/>
            <a:ext cx="4137000" cy="193800"/>
          </a:xfrm>
          <a:prstGeom prst="rect">
            <a:avLst/>
          </a:prstGeom>
          <a:noFill/>
          <a:ln>
            <a:noFill/>
          </a:ln>
        </p:spPr>
        <p:txBody>
          <a:bodyPr anchorCtr="0" anchor="b"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Key details extracted from emails and shared with team.</a:t>
            </a:r>
            <a:endParaRPr b="0" i="0" sz="1000" u="none" cap="none" strike="noStrike">
              <a:solidFill>
                <a:schemeClr val="dk1"/>
              </a:solidFill>
              <a:latin typeface="Inter"/>
              <a:ea typeface="Inter"/>
              <a:cs typeface="Inter"/>
              <a:sym typeface="Inter"/>
            </a:endParaRPr>
          </a:p>
        </p:txBody>
      </p:sp>
      <p:sp>
        <p:nvSpPr>
          <p:cNvPr id="640" name="Google Shape;640;g2d3c537dc00_0_597"/>
          <p:cNvSpPr/>
          <p:nvPr/>
        </p:nvSpPr>
        <p:spPr>
          <a:xfrm>
            <a:off x="238125" y="4115906"/>
            <a:ext cx="4137000" cy="346200"/>
          </a:xfrm>
          <a:prstGeom prst="rect">
            <a:avLst/>
          </a:prstGeom>
          <a:noFill/>
          <a:ln>
            <a:noFill/>
          </a:ln>
        </p:spPr>
        <p:txBody>
          <a:bodyPr anchorCtr="0" anchor="b"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Over 50 custom purchasing journeys, increasing conversion rates. </a:t>
            </a:r>
            <a:endParaRPr b="0" i="0" sz="1000" u="none" cap="none" strike="noStrike">
              <a:solidFill>
                <a:schemeClr val="dk1"/>
              </a:solidFill>
              <a:latin typeface="Inter"/>
              <a:ea typeface="Inter"/>
              <a:cs typeface="Inter"/>
              <a:sym typeface="Inter"/>
            </a:endParaRPr>
          </a:p>
        </p:txBody>
      </p:sp>
      <p:sp>
        <p:nvSpPr>
          <p:cNvPr id="641" name="Google Shape;641;g2d3c537dc00_0_597"/>
          <p:cNvSpPr/>
          <p:nvPr/>
        </p:nvSpPr>
        <p:spPr>
          <a:xfrm>
            <a:off x="4876805" y="304800"/>
            <a:ext cx="3962400" cy="45339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2" name="Google Shape;642;g2d3c537dc00_0_597"/>
          <p:cNvSpPr/>
          <p:nvPr/>
        </p:nvSpPr>
        <p:spPr>
          <a:xfrm>
            <a:off x="4876805" y="304800"/>
            <a:ext cx="3962400" cy="1384200"/>
          </a:xfrm>
          <a:prstGeom prst="roundRect">
            <a:avLst>
              <a:gd fmla="val 3468"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g2d3c537dc00_0_597"/>
          <p:cNvSpPr/>
          <p:nvPr/>
        </p:nvSpPr>
        <p:spPr>
          <a:xfrm>
            <a:off x="5048255" y="476250"/>
            <a:ext cx="1490400" cy="10413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644" name="Google Shape;644;g2d3c537dc00_0_597"/>
          <p:cNvPicPr preferRelativeResize="0"/>
          <p:nvPr/>
        </p:nvPicPr>
        <p:blipFill rotWithShape="1">
          <a:blip r:embed="rId11">
            <a:alphaModFix/>
          </a:blip>
          <a:srcRect b="0" l="0" r="0" t="0"/>
          <a:stretch/>
        </p:blipFill>
        <p:spPr>
          <a:xfrm>
            <a:off x="5095880" y="787400"/>
            <a:ext cx="419100" cy="419048"/>
          </a:xfrm>
          <a:prstGeom prst="rect">
            <a:avLst/>
          </a:prstGeom>
          <a:noFill/>
          <a:ln>
            <a:noFill/>
          </a:ln>
        </p:spPr>
      </p:pic>
      <p:pic>
        <p:nvPicPr>
          <p:cNvPr descr=" " id="645" name="Google Shape;645;g2d3c537dc00_0_597"/>
          <p:cNvPicPr preferRelativeResize="0"/>
          <p:nvPr/>
        </p:nvPicPr>
        <p:blipFill rotWithShape="1">
          <a:blip r:embed="rId12">
            <a:alphaModFix/>
          </a:blip>
          <a:srcRect b="0" l="0" r="0" t="0"/>
          <a:stretch/>
        </p:blipFill>
        <p:spPr>
          <a:xfrm>
            <a:off x="5183193" y="857250"/>
            <a:ext cx="244476" cy="284604"/>
          </a:xfrm>
          <a:prstGeom prst="rect">
            <a:avLst/>
          </a:prstGeom>
          <a:noFill/>
          <a:ln>
            <a:noFill/>
          </a:ln>
        </p:spPr>
      </p:pic>
      <p:sp>
        <p:nvSpPr>
          <p:cNvPr id="646" name="Google Shape;646;g2d3c537dc00_0_597"/>
          <p:cNvSpPr/>
          <p:nvPr/>
        </p:nvSpPr>
        <p:spPr>
          <a:xfrm>
            <a:off x="5514980" y="570706"/>
            <a:ext cx="975900" cy="8526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7" name="Google Shape;647;g2d3c537dc00_0_597"/>
          <p:cNvSpPr/>
          <p:nvPr/>
        </p:nvSpPr>
        <p:spPr>
          <a:xfrm>
            <a:off x="5514980" y="570706"/>
            <a:ext cx="804900" cy="1043100"/>
          </a:xfrm>
          <a:prstGeom prst="rect">
            <a:avLst/>
          </a:prstGeom>
          <a:noFill/>
          <a:ln>
            <a:noFill/>
          </a:ln>
        </p:spPr>
        <p:txBody>
          <a:bodyPr anchorCtr="0" anchor="t" bIns="0" lIns="0" spcFirstLastPara="1" rIns="0" wrap="square" tIns="0">
            <a:noAutofit/>
          </a:bodyPr>
          <a:lstStyle/>
          <a:p>
            <a:pPr indent="0" lvl="0" marL="0" marR="0" rtl="0" algn="l">
              <a:lnSpc>
                <a:spcPct val="149141"/>
              </a:lnSpc>
              <a:spcBef>
                <a:spcPts val="0"/>
              </a:spcBef>
              <a:spcAft>
                <a:spcPts val="0"/>
              </a:spcAft>
              <a:buClr>
                <a:srgbClr val="2B2358"/>
              </a:buClr>
              <a:buSzPts val="4500"/>
              <a:buFont typeface="Arial"/>
              <a:buNone/>
            </a:pPr>
            <a:r>
              <a:rPr b="1" i="0" lang="en" sz="4500" u="none" cap="none" strike="noStrike">
                <a:solidFill>
                  <a:srgbClr val="2B2358"/>
                </a:solidFill>
                <a:latin typeface="Inter"/>
                <a:ea typeface="Inter"/>
                <a:cs typeface="Inter"/>
                <a:sym typeface="Inter"/>
              </a:rPr>
              <a:t>20</a:t>
            </a:r>
            <a:endParaRPr b="1" i="0" sz="4500" u="none" cap="none" strike="noStrike">
              <a:solidFill>
                <a:schemeClr val="dk1"/>
              </a:solidFill>
              <a:latin typeface="Inter"/>
              <a:ea typeface="Inter"/>
              <a:cs typeface="Inter"/>
              <a:sym typeface="Inter"/>
            </a:endParaRPr>
          </a:p>
        </p:txBody>
      </p:sp>
      <p:sp>
        <p:nvSpPr>
          <p:cNvPr id="648" name="Google Shape;648;g2d3c537dc00_0_597"/>
          <p:cNvSpPr/>
          <p:nvPr/>
        </p:nvSpPr>
        <p:spPr>
          <a:xfrm>
            <a:off x="6224593" y="476244"/>
            <a:ext cx="485400" cy="5526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2B2358"/>
              </a:buClr>
              <a:buSzPts val="3400"/>
              <a:buFont typeface="Arial"/>
              <a:buNone/>
            </a:pPr>
            <a:r>
              <a:rPr b="1" i="0" lang="en" sz="3400" u="none" cap="none" strike="noStrike">
                <a:solidFill>
                  <a:srgbClr val="2B2358"/>
                </a:solidFill>
                <a:latin typeface="Arial"/>
                <a:ea typeface="Arial"/>
                <a:cs typeface="Arial"/>
                <a:sym typeface="Arial"/>
              </a:rPr>
              <a:t>%</a:t>
            </a:r>
            <a:endParaRPr b="1" i="0" sz="3400" u="none" cap="none" strike="noStrike">
              <a:solidFill>
                <a:schemeClr val="dk1"/>
              </a:solidFill>
              <a:latin typeface="Calibri"/>
              <a:ea typeface="Calibri"/>
              <a:cs typeface="Calibri"/>
              <a:sym typeface="Calibri"/>
            </a:endParaRPr>
          </a:p>
        </p:txBody>
      </p:sp>
      <p:sp>
        <p:nvSpPr>
          <p:cNvPr id="649" name="Google Shape;649;g2d3c537dc00_0_597"/>
          <p:cNvSpPr/>
          <p:nvPr/>
        </p:nvSpPr>
        <p:spPr>
          <a:xfrm>
            <a:off x="6709969" y="641350"/>
            <a:ext cx="2040300" cy="711300"/>
          </a:xfrm>
          <a:prstGeom prst="rect">
            <a:avLst/>
          </a:prstGeom>
          <a:noFill/>
          <a:ln>
            <a:noFill/>
          </a:ln>
        </p:spPr>
        <p:txBody>
          <a:bodyPr anchorCtr="0" anchor="ctr" bIns="0" lIns="0" spcFirstLastPara="1" rIns="0" wrap="square" tIns="0">
            <a:noAutofit/>
          </a:bodyPr>
          <a:lstStyle/>
          <a:p>
            <a:pPr indent="0" lvl="0" marL="0" marR="0" rtl="0" algn="l">
              <a:lnSpc>
                <a:spcPct val="115384"/>
              </a:lnSpc>
              <a:spcBef>
                <a:spcPts val="0"/>
              </a:spcBef>
              <a:spcAft>
                <a:spcPts val="0"/>
              </a:spcAft>
              <a:buClr>
                <a:srgbClr val="201515"/>
              </a:buClr>
              <a:buSzPts val="1900"/>
              <a:buFont typeface="Play"/>
              <a:buNone/>
            </a:pPr>
            <a:r>
              <a:rPr b="1" i="0" lang="en" sz="1900" u="none" cap="none" strike="noStrike">
                <a:solidFill>
                  <a:srgbClr val="201515"/>
                </a:solidFill>
                <a:latin typeface="Inter"/>
                <a:ea typeface="Inter"/>
                <a:cs typeface="Inter"/>
                <a:sym typeface="Inter"/>
              </a:rPr>
              <a:t>reduction in cost per lead</a:t>
            </a:r>
            <a:endParaRPr b="0" i="0" sz="1900" u="none" cap="none" strike="noStrike">
              <a:solidFill>
                <a:schemeClr val="dk1"/>
              </a:solidFill>
              <a:latin typeface="Inter"/>
              <a:ea typeface="Inter"/>
              <a:cs typeface="Inter"/>
              <a:sym typeface="Inter"/>
            </a:endParaRPr>
          </a:p>
        </p:txBody>
      </p:sp>
      <p:sp>
        <p:nvSpPr>
          <p:cNvPr id="650" name="Google Shape;650;g2d3c537dc00_0_597"/>
          <p:cNvSpPr/>
          <p:nvPr/>
        </p:nvSpPr>
        <p:spPr>
          <a:xfrm>
            <a:off x="4876805" y="1879600"/>
            <a:ext cx="3962400" cy="1384200"/>
          </a:xfrm>
          <a:prstGeom prst="roundRect">
            <a:avLst>
              <a:gd fmla="val 3468"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1" name="Google Shape;651;g2d3c537dc00_0_597"/>
          <p:cNvSpPr/>
          <p:nvPr/>
        </p:nvSpPr>
        <p:spPr>
          <a:xfrm>
            <a:off x="5048255" y="2051050"/>
            <a:ext cx="1090500" cy="10413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652" name="Google Shape;652;g2d3c537dc00_0_597"/>
          <p:cNvPicPr preferRelativeResize="0"/>
          <p:nvPr/>
        </p:nvPicPr>
        <p:blipFill rotWithShape="1">
          <a:blip r:embed="rId13">
            <a:alphaModFix/>
          </a:blip>
          <a:srcRect b="0" l="0" r="0" t="0"/>
          <a:stretch/>
        </p:blipFill>
        <p:spPr>
          <a:xfrm>
            <a:off x="5095880" y="2362200"/>
            <a:ext cx="419100" cy="419048"/>
          </a:xfrm>
          <a:prstGeom prst="rect">
            <a:avLst/>
          </a:prstGeom>
          <a:noFill/>
          <a:ln>
            <a:noFill/>
          </a:ln>
        </p:spPr>
      </p:pic>
      <p:sp>
        <p:nvSpPr>
          <p:cNvPr id="653" name="Google Shape;653;g2d3c537dc00_0_597"/>
          <p:cNvSpPr/>
          <p:nvPr/>
        </p:nvSpPr>
        <p:spPr>
          <a:xfrm>
            <a:off x="5514980" y="2145506"/>
            <a:ext cx="576300" cy="8526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4" name="Google Shape;654;g2d3c537dc00_0_597"/>
          <p:cNvSpPr/>
          <p:nvPr/>
        </p:nvSpPr>
        <p:spPr>
          <a:xfrm>
            <a:off x="5514980" y="2145506"/>
            <a:ext cx="766800" cy="1043100"/>
          </a:xfrm>
          <a:prstGeom prst="rect">
            <a:avLst/>
          </a:prstGeom>
          <a:noFill/>
          <a:ln>
            <a:noFill/>
          </a:ln>
        </p:spPr>
        <p:txBody>
          <a:bodyPr anchorCtr="0" anchor="t" bIns="0" lIns="0" spcFirstLastPara="1" rIns="0" wrap="square" tIns="0">
            <a:noAutofit/>
          </a:bodyPr>
          <a:lstStyle/>
          <a:p>
            <a:pPr indent="0" lvl="0" marL="0" marR="0" rtl="0" algn="l">
              <a:lnSpc>
                <a:spcPct val="149141"/>
              </a:lnSpc>
              <a:spcBef>
                <a:spcPts val="0"/>
              </a:spcBef>
              <a:spcAft>
                <a:spcPts val="0"/>
              </a:spcAft>
              <a:buClr>
                <a:srgbClr val="2B2358"/>
              </a:buClr>
              <a:buSzPts val="4500"/>
              <a:buFont typeface="Arial"/>
              <a:buNone/>
            </a:pPr>
            <a:r>
              <a:rPr b="1" i="0" lang="en" sz="4500" u="none" cap="none" strike="noStrike">
                <a:solidFill>
                  <a:srgbClr val="2B2358"/>
                </a:solidFill>
                <a:latin typeface="Inter"/>
                <a:ea typeface="Inter"/>
                <a:cs typeface="Inter"/>
                <a:sym typeface="Inter"/>
              </a:rPr>
              <a:t>5x</a:t>
            </a:r>
            <a:endParaRPr b="1" i="0" sz="4500" u="none" cap="none" strike="noStrike">
              <a:solidFill>
                <a:schemeClr val="dk1"/>
              </a:solidFill>
              <a:latin typeface="Inter"/>
              <a:ea typeface="Inter"/>
              <a:cs typeface="Inter"/>
              <a:sym typeface="Inter"/>
            </a:endParaRPr>
          </a:p>
        </p:txBody>
      </p:sp>
      <p:sp>
        <p:nvSpPr>
          <p:cNvPr id="655" name="Google Shape;655;g2d3c537dc00_0_597"/>
          <p:cNvSpPr/>
          <p:nvPr/>
        </p:nvSpPr>
        <p:spPr>
          <a:xfrm>
            <a:off x="6310318" y="2216150"/>
            <a:ext cx="2439900" cy="711300"/>
          </a:xfrm>
          <a:prstGeom prst="rect">
            <a:avLst/>
          </a:prstGeom>
          <a:noFill/>
          <a:ln>
            <a:noFill/>
          </a:ln>
        </p:spPr>
        <p:txBody>
          <a:bodyPr anchorCtr="0" anchor="ctr" bIns="0" lIns="0" spcFirstLastPara="1" rIns="0" wrap="square" tIns="0">
            <a:noAutofit/>
          </a:bodyPr>
          <a:lstStyle/>
          <a:p>
            <a:pPr indent="0" lvl="0" marL="0" marR="0" rtl="0" algn="l">
              <a:lnSpc>
                <a:spcPct val="115384"/>
              </a:lnSpc>
              <a:spcBef>
                <a:spcPts val="0"/>
              </a:spcBef>
              <a:spcAft>
                <a:spcPts val="0"/>
              </a:spcAft>
              <a:buClr>
                <a:srgbClr val="201515"/>
              </a:buClr>
              <a:buSzPts val="1900"/>
              <a:buFont typeface="Play"/>
              <a:buNone/>
            </a:pPr>
            <a:r>
              <a:rPr b="1" i="0" lang="en" sz="1900" u="none" cap="none" strike="noStrike">
                <a:solidFill>
                  <a:srgbClr val="201515"/>
                </a:solidFill>
                <a:latin typeface="Inter"/>
                <a:ea typeface="Inter"/>
                <a:cs typeface="Inter"/>
                <a:sym typeface="Inter"/>
              </a:rPr>
              <a:t>the number of email journeys</a:t>
            </a:r>
            <a:endParaRPr b="0" i="0" sz="1900" u="none" cap="none" strike="noStrike">
              <a:solidFill>
                <a:schemeClr val="dk1"/>
              </a:solidFill>
              <a:latin typeface="Inter"/>
              <a:ea typeface="Inter"/>
              <a:cs typeface="Inter"/>
              <a:sym typeface="Inter"/>
            </a:endParaRPr>
          </a:p>
        </p:txBody>
      </p:sp>
      <p:sp>
        <p:nvSpPr>
          <p:cNvPr id="656" name="Google Shape;656;g2d3c537dc00_0_597"/>
          <p:cNvSpPr/>
          <p:nvPr/>
        </p:nvSpPr>
        <p:spPr>
          <a:xfrm>
            <a:off x="4876805" y="3454400"/>
            <a:ext cx="3962400" cy="1384200"/>
          </a:xfrm>
          <a:prstGeom prst="roundRect">
            <a:avLst>
              <a:gd fmla="val 3468"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7" name="Google Shape;657;g2d3c537dc00_0_597"/>
          <p:cNvSpPr/>
          <p:nvPr/>
        </p:nvSpPr>
        <p:spPr>
          <a:xfrm>
            <a:off x="5048255" y="3746500"/>
            <a:ext cx="3619500" cy="8001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g2d3c537dc00_0_597"/>
          <p:cNvSpPr/>
          <p:nvPr/>
        </p:nvSpPr>
        <p:spPr>
          <a:xfrm>
            <a:off x="5048255" y="3746500"/>
            <a:ext cx="3619500" cy="8001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9" name="Google Shape;659;g2d3c537dc00_0_597"/>
          <p:cNvSpPr/>
          <p:nvPr/>
        </p:nvSpPr>
        <p:spPr>
          <a:xfrm>
            <a:off x="5048255" y="3825082"/>
            <a:ext cx="3619500" cy="6429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660" name="Google Shape;660;g2d3c537dc00_0_597"/>
          <p:cNvPicPr preferRelativeResize="0"/>
          <p:nvPr/>
        </p:nvPicPr>
        <p:blipFill rotWithShape="1">
          <a:blip r:embed="rId14">
            <a:alphaModFix/>
          </a:blip>
          <a:srcRect b="0" l="0" r="0" t="0"/>
          <a:stretch/>
        </p:blipFill>
        <p:spPr>
          <a:xfrm>
            <a:off x="5048255" y="3825082"/>
            <a:ext cx="619125" cy="619048"/>
          </a:xfrm>
          <a:prstGeom prst="rect">
            <a:avLst/>
          </a:prstGeom>
          <a:noFill/>
          <a:ln>
            <a:noFill/>
          </a:ln>
        </p:spPr>
      </p:pic>
      <p:sp>
        <p:nvSpPr>
          <p:cNvPr id="661" name="Google Shape;661;g2d3c537dc00_0_597"/>
          <p:cNvSpPr/>
          <p:nvPr/>
        </p:nvSpPr>
        <p:spPr>
          <a:xfrm>
            <a:off x="5781680" y="3825082"/>
            <a:ext cx="2886000" cy="6333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g2d3c537dc00_0_597"/>
          <p:cNvSpPr/>
          <p:nvPr/>
        </p:nvSpPr>
        <p:spPr>
          <a:xfrm>
            <a:off x="5781680" y="3825082"/>
            <a:ext cx="2914800" cy="471600"/>
          </a:xfrm>
          <a:prstGeom prst="rect">
            <a:avLst/>
          </a:prstGeom>
          <a:noFill/>
          <a:ln>
            <a:noFill/>
          </a:ln>
        </p:spPr>
        <p:txBody>
          <a:bodyPr anchorCtr="0" anchor="t" bIns="0" lIns="0" spcFirstLastPara="1" rIns="0" wrap="square" tIns="0">
            <a:noAutofit/>
          </a:bodyPr>
          <a:lstStyle/>
          <a:p>
            <a:pPr indent="0" lvl="0" marL="0" marR="0" rtl="0" algn="l">
              <a:lnSpc>
                <a:spcPct val="172222"/>
              </a:lnSpc>
              <a:spcBef>
                <a:spcPts val="0"/>
              </a:spcBef>
              <a:spcAft>
                <a:spcPts val="0"/>
              </a:spcAft>
              <a:buClr>
                <a:srgbClr val="2D2E2E"/>
              </a:buClr>
              <a:buSzPts val="700"/>
              <a:buFont typeface="Inter"/>
              <a:buNone/>
            </a:pPr>
            <a:r>
              <a:rPr b="1" i="0" lang="en" sz="700" u="none" cap="none" strike="noStrike">
                <a:solidFill>
                  <a:srgbClr val="2D2E2E"/>
                </a:solidFill>
                <a:latin typeface="Inter"/>
                <a:ea typeface="Inter"/>
                <a:cs typeface="Inter"/>
                <a:sym typeface="Inter"/>
              </a:rPr>
              <a:t>"[Zapier has] helped us accelerate our sales cycle like crazy — and saved us thousands of hours, and costs, because we didn't have to hire a developer to make multiple systems talk to each other."</a:t>
            </a:r>
            <a:endParaRPr b="0" i="0" sz="700" u="none" cap="none" strike="noStrike">
              <a:solidFill>
                <a:schemeClr val="dk1"/>
              </a:solidFill>
              <a:latin typeface="Inter"/>
              <a:ea typeface="Inter"/>
              <a:cs typeface="Inter"/>
              <a:sym typeface="Inter"/>
            </a:endParaRPr>
          </a:p>
        </p:txBody>
      </p:sp>
      <p:sp>
        <p:nvSpPr>
          <p:cNvPr id="663" name="Google Shape;663;g2d3c537dc00_0_597"/>
          <p:cNvSpPr/>
          <p:nvPr/>
        </p:nvSpPr>
        <p:spPr>
          <a:xfrm>
            <a:off x="5781680" y="4363244"/>
            <a:ext cx="1531800" cy="1176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2D2E2E"/>
              </a:buClr>
              <a:buSzPts val="500"/>
              <a:buFont typeface="Inter"/>
              <a:buNone/>
            </a:pPr>
            <a:r>
              <a:rPr b="0" i="0" lang="en" sz="500" u="none" cap="none" strike="noStrike">
                <a:solidFill>
                  <a:srgbClr val="2D2E2E"/>
                </a:solidFill>
                <a:latin typeface="Inter"/>
                <a:ea typeface="Inter"/>
                <a:cs typeface="Inter"/>
                <a:sym typeface="Inter"/>
              </a:rPr>
              <a:t>—Lars Christensen, Social Ads Specialist at Veo</a:t>
            </a:r>
            <a:endParaRPr b="0" i="0" sz="500" u="none" cap="none" strike="noStrike">
              <a:solidFill>
                <a:schemeClr val="dk1"/>
              </a:solidFill>
              <a:latin typeface="Inter"/>
              <a:ea typeface="Inter"/>
              <a:cs typeface="Inter"/>
              <a:sym typeface="Inter"/>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65" name="Shape 66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slideLayout" Target="../slideLayouts/slideLayout46.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48" Type="http://schemas.openxmlformats.org/officeDocument/2006/relationships/theme" Target="../theme/theme3.xml"/><Relationship Id="rId25" Type="http://schemas.openxmlformats.org/officeDocument/2006/relationships/slideLayout" Target="../slideLayouts/slideLayout25.xml"/><Relationship Id="rId47" Type="http://schemas.openxmlformats.org/officeDocument/2006/relationships/slideLayout" Target="../slideLayouts/slideLayout47.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g2d3c537dc00_0_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Inter SemiBold"/>
              <a:buNone/>
              <a:defRPr b="0" i="0" sz="2800" u="none" cap="none" strike="noStrike">
                <a:solidFill>
                  <a:schemeClr val="dk1"/>
                </a:solidFill>
                <a:latin typeface="Inter SemiBold"/>
                <a:ea typeface="Inter SemiBold"/>
                <a:cs typeface="Inter SemiBold"/>
                <a:sym typeface="Inter SemiBold"/>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g2d3c537dc00_0_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23850" lvl="0" marL="457200" marR="0" rtl="0" algn="l">
              <a:lnSpc>
                <a:spcPct val="115000"/>
              </a:lnSpc>
              <a:spcBef>
                <a:spcPts val="0"/>
              </a:spcBef>
              <a:spcAft>
                <a:spcPts val="0"/>
              </a:spcAft>
              <a:buClr>
                <a:schemeClr val="accent2"/>
              </a:buClr>
              <a:buSzPts val="1500"/>
              <a:buFont typeface="Inter"/>
              <a:buChar char="●"/>
              <a:defRPr b="0" i="0" sz="1500" u="none" cap="none" strike="noStrike">
                <a:solidFill>
                  <a:schemeClr val="accent2"/>
                </a:solidFill>
                <a:latin typeface="Inter"/>
                <a:ea typeface="Inter"/>
                <a:cs typeface="Inter"/>
                <a:sym typeface="Inter"/>
              </a:defRPr>
            </a:lvl1pPr>
            <a:lvl2pPr indent="-323850" lvl="1" marL="914400" marR="0" rtl="0" algn="l">
              <a:lnSpc>
                <a:spcPct val="115000"/>
              </a:lnSpc>
              <a:spcBef>
                <a:spcPts val="0"/>
              </a:spcBef>
              <a:spcAft>
                <a:spcPts val="0"/>
              </a:spcAft>
              <a:buClr>
                <a:schemeClr val="accent2"/>
              </a:buClr>
              <a:buSzPts val="1500"/>
              <a:buFont typeface="Inter"/>
              <a:buChar char="○"/>
              <a:defRPr b="0" i="0" sz="1500" u="none" cap="none" strike="noStrike">
                <a:solidFill>
                  <a:schemeClr val="accent2"/>
                </a:solidFill>
                <a:latin typeface="Inter"/>
                <a:ea typeface="Inter"/>
                <a:cs typeface="Inter"/>
                <a:sym typeface="Inter"/>
              </a:defRPr>
            </a:lvl2pPr>
            <a:lvl3pPr indent="-323850" lvl="2" marL="1371600" marR="0" rtl="0" algn="l">
              <a:lnSpc>
                <a:spcPct val="115000"/>
              </a:lnSpc>
              <a:spcBef>
                <a:spcPts val="0"/>
              </a:spcBef>
              <a:spcAft>
                <a:spcPts val="0"/>
              </a:spcAft>
              <a:buClr>
                <a:schemeClr val="accent2"/>
              </a:buClr>
              <a:buSzPts val="1500"/>
              <a:buFont typeface="Inter"/>
              <a:buChar char="■"/>
              <a:defRPr b="0" i="0" sz="1500" u="none" cap="none" strike="noStrike">
                <a:solidFill>
                  <a:schemeClr val="accent2"/>
                </a:solidFill>
                <a:latin typeface="Inter"/>
                <a:ea typeface="Inter"/>
                <a:cs typeface="Inter"/>
                <a:sym typeface="Inter"/>
              </a:defRPr>
            </a:lvl3pPr>
            <a:lvl4pPr indent="-323850" lvl="3" marL="1828800" marR="0" rtl="0" algn="l">
              <a:lnSpc>
                <a:spcPct val="115000"/>
              </a:lnSpc>
              <a:spcBef>
                <a:spcPts val="0"/>
              </a:spcBef>
              <a:spcAft>
                <a:spcPts val="0"/>
              </a:spcAft>
              <a:buClr>
                <a:schemeClr val="accent2"/>
              </a:buClr>
              <a:buSzPts val="1500"/>
              <a:buFont typeface="Inter"/>
              <a:buChar char="●"/>
              <a:defRPr b="0" i="0" sz="1500" u="none" cap="none" strike="noStrike">
                <a:solidFill>
                  <a:schemeClr val="accent2"/>
                </a:solidFill>
                <a:latin typeface="Inter"/>
                <a:ea typeface="Inter"/>
                <a:cs typeface="Inter"/>
                <a:sym typeface="Inter"/>
              </a:defRPr>
            </a:lvl4pPr>
            <a:lvl5pPr indent="-323850" lvl="4" marL="2286000" marR="0" rtl="0" algn="l">
              <a:lnSpc>
                <a:spcPct val="115000"/>
              </a:lnSpc>
              <a:spcBef>
                <a:spcPts val="0"/>
              </a:spcBef>
              <a:spcAft>
                <a:spcPts val="0"/>
              </a:spcAft>
              <a:buClr>
                <a:schemeClr val="accent2"/>
              </a:buClr>
              <a:buSzPts val="1500"/>
              <a:buFont typeface="Inter"/>
              <a:buChar char="○"/>
              <a:defRPr b="0" i="0" sz="1500" u="none" cap="none" strike="noStrike">
                <a:solidFill>
                  <a:schemeClr val="accent2"/>
                </a:solidFill>
                <a:latin typeface="Inter"/>
                <a:ea typeface="Inter"/>
                <a:cs typeface="Inter"/>
                <a:sym typeface="Inter"/>
              </a:defRPr>
            </a:lvl5pPr>
            <a:lvl6pPr indent="-323850" lvl="5" marL="2743200" marR="0" rtl="0" algn="l">
              <a:lnSpc>
                <a:spcPct val="115000"/>
              </a:lnSpc>
              <a:spcBef>
                <a:spcPts val="0"/>
              </a:spcBef>
              <a:spcAft>
                <a:spcPts val="0"/>
              </a:spcAft>
              <a:buClr>
                <a:schemeClr val="accent2"/>
              </a:buClr>
              <a:buSzPts val="1500"/>
              <a:buFont typeface="Inter"/>
              <a:buChar char="■"/>
              <a:defRPr b="0" i="0" sz="1500" u="none" cap="none" strike="noStrike">
                <a:solidFill>
                  <a:schemeClr val="accent2"/>
                </a:solidFill>
                <a:latin typeface="Inter"/>
                <a:ea typeface="Inter"/>
                <a:cs typeface="Inter"/>
                <a:sym typeface="Inter"/>
              </a:defRPr>
            </a:lvl6pPr>
            <a:lvl7pPr indent="-323850" lvl="6" marL="3200400" marR="0" rtl="0" algn="l">
              <a:lnSpc>
                <a:spcPct val="115000"/>
              </a:lnSpc>
              <a:spcBef>
                <a:spcPts val="0"/>
              </a:spcBef>
              <a:spcAft>
                <a:spcPts val="0"/>
              </a:spcAft>
              <a:buClr>
                <a:schemeClr val="accent2"/>
              </a:buClr>
              <a:buSzPts val="1500"/>
              <a:buFont typeface="Inter"/>
              <a:buChar char="●"/>
              <a:defRPr b="0" i="0" sz="1500" u="none" cap="none" strike="noStrike">
                <a:solidFill>
                  <a:schemeClr val="accent2"/>
                </a:solidFill>
                <a:latin typeface="Inter"/>
                <a:ea typeface="Inter"/>
                <a:cs typeface="Inter"/>
                <a:sym typeface="Inter"/>
              </a:defRPr>
            </a:lvl7pPr>
            <a:lvl8pPr indent="-323850" lvl="7" marL="3657600" marR="0" rtl="0" algn="l">
              <a:lnSpc>
                <a:spcPct val="115000"/>
              </a:lnSpc>
              <a:spcBef>
                <a:spcPts val="0"/>
              </a:spcBef>
              <a:spcAft>
                <a:spcPts val="0"/>
              </a:spcAft>
              <a:buClr>
                <a:schemeClr val="accent2"/>
              </a:buClr>
              <a:buSzPts val="1500"/>
              <a:buFont typeface="Inter"/>
              <a:buChar char="○"/>
              <a:defRPr b="0" i="0" sz="1500" u="none" cap="none" strike="noStrike">
                <a:solidFill>
                  <a:schemeClr val="accent2"/>
                </a:solidFill>
                <a:latin typeface="Inter"/>
                <a:ea typeface="Inter"/>
                <a:cs typeface="Inter"/>
                <a:sym typeface="Inter"/>
              </a:defRPr>
            </a:lvl8pPr>
            <a:lvl9pPr indent="-323850" lvl="8" marL="4114800" marR="0" rtl="0" algn="l">
              <a:lnSpc>
                <a:spcPct val="115000"/>
              </a:lnSpc>
              <a:spcBef>
                <a:spcPts val="0"/>
              </a:spcBef>
              <a:spcAft>
                <a:spcPts val="0"/>
              </a:spcAft>
              <a:buClr>
                <a:schemeClr val="accent2"/>
              </a:buClr>
              <a:buSzPts val="1500"/>
              <a:buFont typeface="Inter"/>
              <a:buChar char="■"/>
              <a:defRPr b="0" i="0" sz="1500" u="none" cap="none" strike="noStrike">
                <a:solidFill>
                  <a:schemeClr val="accent2"/>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44">
          <p15:clr>
            <a:srgbClr val="EA4335"/>
          </p15:clr>
        </p15:guide>
        <p15:guide id="2" pos="5616">
          <p15:clr>
            <a:srgbClr val="EA4335"/>
          </p15:clr>
        </p15:guide>
        <p15:guide id="3" orient="horz" pos="144">
          <p15:clr>
            <a:srgbClr val="EA4335"/>
          </p15:clr>
        </p15:guide>
        <p15:guide id="4" orient="horz" pos="3096">
          <p15:clr>
            <a:srgbClr val="EA4335"/>
          </p15:clr>
        </p15:guide>
        <p15:guide id="5" pos="505">
          <p15:clr>
            <a:srgbClr val="E46962"/>
          </p15:clr>
        </p15:guide>
        <p15:guide id="6" pos="609">
          <p15:clr>
            <a:srgbClr val="E46962"/>
          </p15:clr>
        </p15:guide>
        <p15:guide id="7" pos="969">
          <p15:clr>
            <a:srgbClr val="E46962"/>
          </p15:clr>
        </p15:guide>
        <p15:guide id="8" pos="1073">
          <p15:clr>
            <a:srgbClr val="E46962"/>
          </p15:clr>
        </p15:guide>
        <p15:guide id="9" pos="1434">
          <p15:clr>
            <a:srgbClr val="E46962"/>
          </p15:clr>
        </p15:guide>
        <p15:guide id="10" pos="1538">
          <p15:clr>
            <a:srgbClr val="E46962"/>
          </p15:clr>
        </p15:guide>
        <p15:guide id="11" pos="2003">
          <p15:clr>
            <a:srgbClr val="E46962"/>
          </p15:clr>
        </p15:guide>
        <p15:guide id="12" pos="1899">
          <p15:clr>
            <a:srgbClr val="E46962"/>
          </p15:clr>
        </p15:guide>
        <p15:guide id="13" pos="2363">
          <p15:clr>
            <a:srgbClr val="E46962"/>
          </p15:clr>
        </p15:guide>
        <p15:guide id="14" pos="2467">
          <p15:clr>
            <a:srgbClr val="E46962"/>
          </p15:clr>
        </p15:guide>
        <p15:guide id="15" pos="2828">
          <p15:clr>
            <a:srgbClr val="E46962"/>
          </p15:clr>
        </p15:guide>
        <p15:guide id="16" pos="2932">
          <p15:clr>
            <a:srgbClr val="E46962"/>
          </p15:clr>
        </p15:guide>
        <p15:guide id="17" pos="3293">
          <p15:clr>
            <a:srgbClr val="E46962"/>
          </p15:clr>
        </p15:guide>
        <p15:guide id="18" pos="3397">
          <p15:clr>
            <a:srgbClr val="E46962"/>
          </p15:clr>
        </p15:guide>
        <p15:guide id="19" pos="3757">
          <p15:clr>
            <a:srgbClr val="E46962"/>
          </p15:clr>
        </p15:guide>
        <p15:guide id="20" pos="3861">
          <p15:clr>
            <a:srgbClr val="E46962"/>
          </p15:clr>
        </p15:guide>
        <p15:guide id="21" pos="4222">
          <p15:clr>
            <a:srgbClr val="E46962"/>
          </p15:clr>
        </p15:guide>
        <p15:guide id="22" pos="4326">
          <p15:clr>
            <a:srgbClr val="E46962"/>
          </p15:clr>
        </p15:guide>
        <p15:guide id="23" pos="4687">
          <p15:clr>
            <a:srgbClr val="E46962"/>
          </p15:clr>
        </p15:guide>
        <p15:guide id="24" pos="4791">
          <p15:clr>
            <a:srgbClr val="E46962"/>
          </p15:clr>
        </p15:guide>
        <p15:guide id="25" pos="5151">
          <p15:clr>
            <a:srgbClr val="E46962"/>
          </p15:clr>
        </p15:guide>
        <p15:guide id="26" pos="5255">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97"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image" Target="../media/image57.png"/><Relationship Id="rId4" Type="http://schemas.openxmlformats.org/officeDocument/2006/relationships/hyperlink" Target="https://www.g2.com/products/zapier/reviews?utf8=%E2%9C%93&amp;order=g2_default&amp;filters%5Bcompany_segment%5D%5B%5D=180&amp;filters%5Bcompany_segment%5D%5B%5D=181"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xml"/><Relationship Id="rId3" Type="http://schemas.openxmlformats.org/officeDocument/2006/relationships/image" Target="../media/image49.png"/><Relationship Id="rId4" Type="http://schemas.openxmlformats.org/officeDocument/2006/relationships/image" Target="../media/image12.png"/><Relationship Id="rId9" Type="http://schemas.openxmlformats.org/officeDocument/2006/relationships/image" Target="../media/image17.png"/><Relationship Id="rId5" Type="http://schemas.openxmlformats.org/officeDocument/2006/relationships/image" Target="../media/image24.png"/><Relationship Id="rId6" Type="http://schemas.openxmlformats.org/officeDocument/2006/relationships/image" Target="../media/image15.png"/><Relationship Id="rId7" Type="http://schemas.openxmlformats.org/officeDocument/2006/relationships/image" Target="../media/image23.png"/><Relationship Id="rId8" Type="http://schemas.openxmlformats.org/officeDocument/2006/relationships/image" Target="../media/image18.png"/><Relationship Id="rId11" Type="http://schemas.openxmlformats.org/officeDocument/2006/relationships/image" Target="../media/image25.png"/><Relationship Id="rId10" Type="http://schemas.openxmlformats.org/officeDocument/2006/relationships/image" Target="../media/image19.png"/><Relationship Id="rId12"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11.png"/><Relationship Id="rId9" Type="http://schemas.openxmlformats.org/officeDocument/2006/relationships/image" Target="../media/image28.png"/><Relationship Id="rId5" Type="http://schemas.openxmlformats.org/officeDocument/2006/relationships/image" Target="../media/image32.png"/><Relationship Id="rId6" Type="http://schemas.openxmlformats.org/officeDocument/2006/relationships/image" Target="../media/image56.png"/><Relationship Id="rId7" Type="http://schemas.openxmlformats.org/officeDocument/2006/relationships/image" Target="../media/image33.png"/><Relationship Id="rId8" Type="http://schemas.openxmlformats.org/officeDocument/2006/relationships/image" Target="../media/image2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xml"/><Relationship Id="rId3" Type="http://schemas.openxmlformats.org/officeDocument/2006/relationships/image" Target="../media/image49.png"/><Relationship Id="rId4" Type="http://schemas.openxmlformats.org/officeDocument/2006/relationships/image" Target="../media/image12.png"/><Relationship Id="rId9" Type="http://schemas.openxmlformats.org/officeDocument/2006/relationships/image" Target="../media/image40.png"/><Relationship Id="rId5" Type="http://schemas.openxmlformats.org/officeDocument/2006/relationships/image" Target="../media/image39.png"/><Relationship Id="rId6" Type="http://schemas.openxmlformats.org/officeDocument/2006/relationships/image" Target="../media/image31.png"/><Relationship Id="rId7" Type="http://schemas.openxmlformats.org/officeDocument/2006/relationships/image" Target="../media/image38.png"/><Relationship Id="rId8" Type="http://schemas.openxmlformats.org/officeDocument/2006/relationships/image" Target="../media/image18.png"/><Relationship Id="rId10"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xml"/><Relationship Id="rId3" Type="http://schemas.openxmlformats.org/officeDocument/2006/relationships/image" Target="../media/image49.png"/><Relationship Id="rId4" Type="http://schemas.openxmlformats.org/officeDocument/2006/relationships/image" Target="../media/image12.png"/><Relationship Id="rId9" Type="http://schemas.openxmlformats.org/officeDocument/2006/relationships/image" Target="../media/image44.png"/><Relationship Id="rId5" Type="http://schemas.openxmlformats.org/officeDocument/2006/relationships/image" Target="../media/image46.png"/><Relationship Id="rId6" Type="http://schemas.openxmlformats.org/officeDocument/2006/relationships/image" Target="../media/image10.png"/><Relationship Id="rId7" Type="http://schemas.openxmlformats.org/officeDocument/2006/relationships/image" Target="../media/image36.png"/><Relationship Id="rId8" Type="http://schemas.openxmlformats.org/officeDocument/2006/relationships/image" Target="../media/image98.png"/><Relationship Id="rId11" Type="http://schemas.openxmlformats.org/officeDocument/2006/relationships/image" Target="../media/image88.png"/><Relationship Id="rId10" Type="http://schemas.openxmlformats.org/officeDocument/2006/relationships/image" Target="../media/image4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7.xml"/><Relationship Id="rId3" Type="http://schemas.openxmlformats.org/officeDocument/2006/relationships/image" Target="../media/image49.png"/><Relationship Id="rId4" Type="http://schemas.openxmlformats.org/officeDocument/2006/relationships/image" Target="../media/image12.png"/><Relationship Id="rId5" Type="http://schemas.openxmlformats.org/officeDocument/2006/relationships/image" Target="../media/image125.png"/><Relationship Id="rId6" Type="http://schemas.openxmlformats.org/officeDocument/2006/relationships/image" Target="../media/image27.png"/><Relationship Id="rId7" Type="http://schemas.openxmlformats.org/officeDocument/2006/relationships/image" Target="../media/image45.png"/><Relationship Id="rId8" Type="http://schemas.openxmlformats.org/officeDocument/2006/relationships/image" Target="../media/image7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8.xml"/><Relationship Id="rId3" Type="http://schemas.openxmlformats.org/officeDocument/2006/relationships/image" Target="../media/image49.png"/><Relationship Id="rId4" Type="http://schemas.openxmlformats.org/officeDocument/2006/relationships/image" Target="../media/image12.png"/><Relationship Id="rId9" Type="http://schemas.openxmlformats.org/officeDocument/2006/relationships/image" Target="../media/image50.png"/><Relationship Id="rId5" Type="http://schemas.openxmlformats.org/officeDocument/2006/relationships/image" Target="../media/image43.png"/><Relationship Id="rId6" Type="http://schemas.openxmlformats.org/officeDocument/2006/relationships/image" Target="../media/image65.png"/><Relationship Id="rId7" Type="http://schemas.openxmlformats.org/officeDocument/2006/relationships/image" Target="../media/image47.png"/><Relationship Id="rId8" Type="http://schemas.openxmlformats.org/officeDocument/2006/relationships/image" Target="../media/image51.png"/><Relationship Id="rId10" Type="http://schemas.openxmlformats.org/officeDocument/2006/relationships/image" Target="../media/image5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49.png"/><Relationship Id="rId9" Type="http://schemas.openxmlformats.org/officeDocument/2006/relationships/image" Target="../media/image75.png"/><Relationship Id="rId5" Type="http://schemas.openxmlformats.org/officeDocument/2006/relationships/image" Target="../media/image12.png"/><Relationship Id="rId6" Type="http://schemas.openxmlformats.org/officeDocument/2006/relationships/image" Target="../media/image58.png"/><Relationship Id="rId7" Type="http://schemas.openxmlformats.org/officeDocument/2006/relationships/image" Target="../media/image101.png"/><Relationship Id="rId8" Type="http://schemas.openxmlformats.org/officeDocument/2006/relationships/image" Target="../media/image60.png"/><Relationship Id="rId11" Type="http://schemas.openxmlformats.org/officeDocument/2006/relationships/image" Target="../media/image88.png"/><Relationship Id="rId10" Type="http://schemas.openxmlformats.org/officeDocument/2006/relationships/image" Target="../media/image4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9.png"/><Relationship Id="rId5" Type="http://schemas.openxmlformats.org/officeDocument/2006/relationships/image" Target="../media/image11.png"/><Relationship Id="rId6" Type="http://schemas.openxmlformats.org/officeDocument/2006/relationships/image" Target="../media/image13.png"/><Relationship Id="rId7" Type="http://schemas.openxmlformats.org/officeDocument/2006/relationships/image" Target="../media/image10.png"/><Relationship Id="rId8" Type="http://schemas.openxmlformats.org/officeDocument/2006/relationships/image" Target="../media/image73.png"/><Relationship Id="rId11" Type="http://schemas.openxmlformats.org/officeDocument/2006/relationships/image" Target="../media/image36.png"/><Relationship Id="rId10" Type="http://schemas.openxmlformats.org/officeDocument/2006/relationships/image" Target="../media/image16.png"/><Relationship Id="rId13" Type="http://schemas.openxmlformats.org/officeDocument/2006/relationships/image" Target="../media/image25.png"/><Relationship Id="rId12" Type="http://schemas.openxmlformats.org/officeDocument/2006/relationships/image" Target="../media/image19.png"/><Relationship Id="rId15" Type="http://schemas.openxmlformats.org/officeDocument/2006/relationships/image" Target="../media/image14.png"/><Relationship Id="rId1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66.png"/><Relationship Id="rId9" Type="http://schemas.openxmlformats.org/officeDocument/2006/relationships/image" Target="../media/image51.png"/><Relationship Id="rId5" Type="http://schemas.openxmlformats.org/officeDocument/2006/relationships/image" Target="../media/image11.png"/><Relationship Id="rId6" Type="http://schemas.openxmlformats.org/officeDocument/2006/relationships/image" Target="../media/image79.png"/><Relationship Id="rId7" Type="http://schemas.openxmlformats.org/officeDocument/2006/relationships/image" Target="../media/image15.png"/><Relationship Id="rId8" Type="http://schemas.openxmlformats.org/officeDocument/2006/relationships/image" Target="../media/image84.png"/><Relationship Id="rId11" Type="http://schemas.openxmlformats.org/officeDocument/2006/relationships/image" Target="../media/image8.png"/><Relationship Id="rId10" Type="http://schemas.openxmlformats.org/officeDocument/2006/relationships/image" Target="../media/image2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78.png"/><Relationship Id="rId9" Type="http://schemas.openxmlformats.org/officeDocument/2006/relationships/image" Target="../media/image74.png"/><Relationship Id="rId5" Type="http://schemas.openxmlformats.org/officeDocument/2006/relationships/image" Target="../media/image11.png"/><Relationship Id="rId6" Type="http://schemas.openxmlformats.org/officeDocument/2006/relationships/image" Target="../media/image76.png"/><Relationship Id="rId7" Type="http://schemas.openxmlformats.org/officeDocument/2006/relationships/image" Target="../media/image10.png"/><Relationship Id="rId8" Type="http://schemas.openxmlformats.org/officeDocument/2006/relationships/image" Target="../media/image83.png"/><Relationship Id="rId10" Type="http://schemas.openxmlformats.org/officeDocument/2006/relationships/image" Target="../media/image9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49.png"/><Relationship Id="rId9" Type="http://schemas.openxmlformats.org/officeDocument/2006/relationships/image" Target="../media/image27.png"/><Relationship Id="rId5" Type="http://schemas.openxmlformats.org/officeDocument/2006/relationships/image" Target="../media/image12.png"/><Relationship Id="rId6" Type="http://schemas.openxmlformats.org/officeDocument/2006/relationships/image" Target="../media/image71.png"/><Relationship Id="rId7" Type="http://schemas.openxmlformats.org/officeDocument/2006/relationships/image" Target="../media/image86.png"/><Relationship Id="rId8" Type="http://schemas.openxmlformats.org/officeDocument/2006/relationships/image" Target="../media/image72.png"/><Relationship Id="rId11" Type="http://schemas.openxmlformats.org/officeDocument/2006/relationships/image" Target="../media/image100.png"/><Relationship Id="rId10" Type="http://schemas.openxmlformats.org/officeDocument/2006/relationships/image" Target="../media/image8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66.png"/><Relationship Id="rId5" Type="http://schemas.openxmlformats.org/officeDocument/2006/relationships/image" Target="../media/image11.png"/><Relationship Id="rId6" Type="http://schemas.openxmlformats.org/officeDocument/2006/relationships/image" Target="../media/image95.png"/><Relationship Id="rId7" Type="http://schemas.openxmlformats.org/officeDocument/2006/relationships/image" Target="../media/image93.png"/><Relationship Id="rId8" Type="http://schemas.openxmlformats.org/officeDocument/2006/relationships/image" Target="../media/image8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49.png"/><Relationship Id="rId9" Type="http://schemas.openxmlformats.org/officeDocument/2006/relationships/image" Target="../media/image93.png"/><Relationship Id="rId5" Type="http://schemas.openxmlformats.org/officeDocument/2006/relationships/image" Target="../media/image12.png"/><Relationship Id="rId6" Type="http://schemas.openxmlformats.org/officeDocument/2006/relationships/image" Target="../media/image72.png"/><Relationship Id="rId7" Type="http://schemas.openxmlformats.org/officeDocument/2006/relationships/image" Target="../media/image82.png"/><Relationship Id="rId8" Type="http://schemas.openxmlformats.org/officeDocument/2006/relationships/image" Target="../media/image96.png"/><Relationship Id="rId11" Type="http://schemas.openxmlformats.org/officeDocument/2006/relationships/image" Target="../media/image15.png"/><Relationship Id="rId10" Type="http://schemas.openxmlformats.org/officeDocument/2006/relationships/image" Target="../media/image51.png"/><Relationship Id="rId12" Type="http://schemas.openxmlformats.org/officeDocument/2006/relationships/image" Target="../media/image8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91.png"/><Relationship Id="rId5" Type="http://schemas.openxmlformats.org/officeDocument/2006/relationships/image" Target="../media/image11.png"/><Relationship Id="rId6" Type="http://schemas.openxmlformats.org/officeDocument/2006/relationships/image" Target="../media/image73.png"/><Relationship Id="rId7" Type="http://schemas.openxmlformats.org/officeDocument/2006/relationships/image" Target="../media/image19.png"/><Relationship Id="rId8" Type="http://schemas.openxmlformats.org/officeDocument/2006/relationships/image" Target="../media/image115.jpg"/><Relationship Id="rId11" Type="http://schemas.openxmlformats.org/officeDocument/2006/relationships/image" Target="../media/image44.png"/><Relationship Id="rId10" Type="http://schemas.openxmlformats.org/officeDocument/2006/relationships/image" Target="../media/image60.png"/><Relationship Id="rId13" Type="http://schemas.openxmlformats.org/officeDocument/2006/relationships/image" Target="../media/image99.png"/><Relationship Id="rId12" Type="http://schemas.openxmlformats.org/officeDocument/2006/relationships/image" Target="../media/image9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7.xml"/><Relationship Id="rId3"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hyperlink" Target="https://zapier.com/customer-stories/brightspot" TargetMode="External"/><Relationship Id="rId5" Type="http://schemas.openxmlformats.org/officeDocument/2006/relationships/image" Target="../media/image11.png"/><Relationship Id="rId6" Type="http://schemas.openxmlformats.org/officeDocument/2006/relationships/image" Target="../media/image19.png"/><Relationship Id="rId7" Type="http://schemas.openxmlformats.org/officeDocument/2006/relationships/image" Target="../media/image135.png"/><Relationship Id="rId8" Type="http://schemas.openxmlformats.org/officeDocument/2006/relationships/image" Target="../media/image12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8.xml"/><Relationship Id="rId3"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2.jpg"/><Relationship Id="rId5" Type="http://schemas.openxmlformats.org/officeDocument/2006/relationships/image" Target="../media/image11.png"/><Relationship Id="rId6" Type="http://schemas.openxmlformats.org/officeDocument/2006/relationships/image" Target="../media/image10.png"/><Relationship Id="rId7" Type="http://schemas.openxmlformats.org/officeDocument/2006/relationships/image" Target="../media/image73.png"/><Relationship Id="rId8" Type="http://schemas.openxmlformats.org/officeDocument/2006/relationships/image" Target="../media/image19.png"/><Relationship Id="rId11" Type="http://schemas.openxmlformats.org/officeDocument/2006/relationships/image" Target="../media/image104.png"/><Relationship Id="rId10" Type="http://schemas.openxmlformats.org/officeDocument/2006/relationships/hyperlink" Target="https://zapier.com/blog/enterprise-okta-supportops/" TargetMode="External"/><Relationship Id="rId12" Type="http://schemas.openxmlformats.org/officeDocument/2006/relationships/image" Target="../media/image4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9.xml"/><Relationship Id="rId3" Type="http://schemas.openxmlformats.org/officeDocument/2006/relationships/image" Target="../media/image10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0.xml"/><Relationship Id="rId3" Type="http://schemas.openxmlformats.org/officeDocument/2006/relationships/image" Target="../media/image10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1.xml"/><Relationship Id="rId3" Type="http://schemas.openxmlformats.org/officeDocument/2006/relationships/image" Target="../media/image10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2.xml"/><Relationship Id="rId3" Type="http://schemas.openxmlformats.org/officeDocument/2006/relationships/image" Target="../media/image1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3.xml"/><Relationship Id="rId3" Type="http://schemas.openxmlformats.org/officeDocument/2006/relationships/image" Target="../media/image10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4.xml"/><Relationship Id="rId3" Type="http://schemas.openxmlformats.org/officeDocument/2006/relationships/image" Target="../media/image10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5.xml"/><Relationship Id="rId3" Type="http://schemas.openxmlformats.org/officeDocument/2006/relationships/image" Target="../media/image1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6.xml"/><Relationship Id="rId3" Type="http://schemas.openxmlformats.org/officeDocument/2006/relationships/image" Target="../media/image10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7.xml"/><Relationship Id="rId3" Type="http://schemas.openxmlformats.org/officeDocument/2006/relationships/image" Target="../media/image13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8.xml"/><Relationship Id="rId3" Type="http://schemas.openxmlformats.org/officeDocument/2006/relationships/image" Target="../media/image10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9.xml"/><Relationship Id="rId3" Type="http://schemas.openxmlformats.org/officeDocument/2006/relationships/image" Target="../media/image1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0.xml"/><Relationship Id="rId3" Type="http://schemas.openxmlformats.org/officeDocument/2006/relationships/image" Target="../media/image1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1.xml"/><Relationship Id="rId3" Type="http://schemas.openxmlformats.org/officeDocument/2006/relationships/image" Target="../media/image12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2.xml"/><Relationship Id="rId3" Type="http://schemas.openxmlformats.org/officeDocument/2006/relationships/image" Target="../media/image13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3.xml"/><Relationship Id="rId3" Type="http://schemas.openxmlformats.org/officeDocument/2006/relationships/image" Target="../media/image1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4.xml"/><Relationship Id="rId3" Type="http://schemas.openxmlformats.org/officeDocument/2006/relationships/image" Target="../media/image12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5.xml"/><Relationship Id="rId3" Type="http://schemas.openxmlformats.org/officeDocument/2006/relationships/image" Target="../media/image11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6.xml"/><Relationship Id="rId3" Type="http://schemas.openxmlformats.org/officeDocument/2006/relationships/image" Target="../media/image11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7.xml"/><Relationship Id="rId3" Type="http://schemas.openxmlformats.org/officeDocument/2006/relationships/image" Target="../media/image12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8.xml"/><Relationship Id="rId3" Type="http://schemas.openxmlformats.org/officeDocument/2006/relationships/image" Target="../media/image12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9.xml"/><Relationship Id="rId3" Type="http://schemas.openxmlformats.org/officeDocument/2006/relationships/image" Target="../media/image13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0.xml"/><Relationship Id="rId3" Type="http://schemas.openxmlformats.org/officeDocument/2006/relationships/image" Target="../media/image12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1.xml"/><Relationship Id="rId3" Type="http://schemas.openxmlformats.org/officeDocument/2006/relationships/image" Target="../media/image10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2.xml"/><Relationship Id="rId3" Type="http://schemas.openxmlformats.org/officeDocument/2006/relationships/image" Target="../media/image12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3.xml"/><Relationship Id="rId3" Type="http://schemas.openxmlformats.org/officeDocument/2006/relationships/image" Target="../media/image12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4.xml"/><Relationship Id="rId3" Type="http://schemas.openxmlformats.org/officeDocument/2006/relationships/image" Target="../media/image13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5.xml"/><Relationship Id="rId3" Type="http://schemas.openxmlformats.org/officeDocument/2006/relationships/image" Target="../media/image13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69" name="Shape 669"/>
        <p:cNvGrpSpPr/>
        <p:nvPr/>
      </p:nvGrpSpPr>
      <p:grpSpPr>
        <a:xfrm>
          <a:off x="0" y="0"/>
          <a:ext cx="0" cy="0"/>
          <a:chOff x="0" y="0"/>
          <a:chExt cx="0" cy="0"/>
        </a:xfrm>
      </p:grpSpPr>
      <p:sp>
        <p:nvSpPr>
          <p:cNvPr id="670" name="Google Shape;670;g2e129e1ccc7_0_1458"/>
          <p:cNvSpPr txBox="1"/>
          <p:nvPr>
            <p:ph type="ctrTitle"/>
          </p:nvPr>
        </p:nvSpPr>
        <p:spPr>
          <a:xfrm>
            <a:off x="394075" y="-872100"/>
            <a:ext cx="8520600" cy="3057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n" sz="500"/>
              <a:t>Modern businesses trust Zapier</a:t>
            </a:r>
            <a:endParaRPr sz="500"/>
          </a:p>
        </p:txBody>
      </p:sp>
      <p:sp>
        <p:nvSpPr>
          <p:cNvPr id="671" name="Google Shape;671;g2e129e1ccc7_0_1458">
            <a:hlinkClick r:id="rId4"/>
          </p:cNvPr>
          <p:cNvSpPr/>
          <p:nvPr/>
        </p:nvSpPr>
        <p:spPr>
          <a:xfrm>
            <a:off x="1440850" y="2203175"/>
            <a:ext cx="2303700" cy="234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3121"/>
        </a:solidFill>
      </p:bgPr>
    </p:bg>
    <p:spTree>
      <p:nvGrpSpPr>
        <p:cNvPr id="675" name="Shape 675"/>
        <p:cNvGrpSpPr/>
        <p:nvPr/>
      </p:nvGrpSpPr>
      <p:grpSpPr>
        <a:xfrm>
          <a:off x="0" y="0"/>
          <a:ext cx="0" cy="0"/>
          <a:chOff x="0" y="0"/>
          <a:chExt cx="0" cy="0"/>
        </a:xfrm>
      </p:grpSpPr>
      <p:sp>
        <p:nvSpPr>
          <p:cNvPr id="676" name="Google Shape;676;g17829dcb1a3_1_0"/>
          <p:cNvSpPr txBox="1"/>
          <p:nvPr>
            <p:ph type="title"/>
          </p:nvPr>
        </p:nvSpPr>
        <p:spPr>
          <a:xfrm>
            <a:off x="311700" y="1928825"/>
            <a:ext cx="8520600" cy="28596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2800"/>
              <a:buNone/>
            </a:pPr>
            <a:r>
              <a:rPr i="1" lang="en" sz="9600">
                <a:solidFill>
                  <a:schemeClr val="lt1"/>
                </a:solidFill>
                <a:latin typeface="Inter Black"/>
                <a:ea typeface="Inter Black"/>
                <a:cs typeface="Inter Black"/>
                <a:sym typeface="Inter Black"/>
                <a:extLst>
                  <a:ext uri="http://customooxmlschemas.google.com/">
                    <go:slidesCustomData xmlns:go="http://customooxmlschemas.google.com/" textRoundtripDataId="0"/>
                  </a:ext>
                </a:extLst>
              </a:rPr>
              <a:t>Customer</a:t>
            </a:r>
            <a:r>
              <a:rPr i="1" lang="en" sz="9600">
                <a:solidFill>
                  <a:schemeClr val="lt1"/>
                </a:solidFill>
                <a:latin typeface="Inter Black"/>
                <a:ea typeface="Inter Black"/>
                <a:cs typeface="Inter Black"/>
                <a:sym typeface="Inter Black"/>
              </a:rPr>
              <a:t> Stories</a:t>
            </a:r>
            <a:endParaRPr i="1" sz="9600">
              <a:solidFill>
                <a:schemeClr val="lt1"/>
              </a:solidFill>
              <a:latin typeface="Inter Black"/>
              <a:ea typeface="Inter Black"/>
              <a:cs typeface="Inter Black"/>
              <a:sym typeface="Inter Black"/>
            </a:endParaRPr>
          </a:p>
        </p:txBody>
      </p:sp>
      <p:pic>
        <p:nvPicPr>
          <p:cNvPr id="677" name="Google Shape;677;g17829dcb1a3_1_0"/>
          <p:cNvPicPr preferRelativeResize="0"/>
          <p:nvPr/>
        </p:nvPicPr>
        <p:blipFill rotWithShape="1">
          <a:blip r:embed="rId3">
            <a:alphaModFix/>
          </a:blip>
          <a:srcRect b="0" l="0" r="0" t="0"/>
          <a:stretch/>
        </p:blipFill>
        <p:spPr>
          <a:xfrm>
            <a:off x="7573775" y="293100"/>
            <a:ext cx="1218425" cy="3307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9"/>
        </a:solidFill>
      </p:bgPr>
    </p:bg>
    <p:spTree>
      <p:nvGrpSpPr>
        <p:cNvPr id="682" name="Shape 682"/>
        <p:cNvGrpSpPr/>
        <p:nvPr/>
      </p:nvGrpSpPr>
      <p:grpSpPr>
        <a:xfrm>
          <a:off x="0" y="0"/>
          <a:ext cx="0" cy="0"/>
          <a:chOff x="0" y="0"/>
          <a:chExt cx="0" cy="0"/>
        </a:xfrm>
      </p:grpSpPr>
      <p:sp>
        <p:nvSpPr>
          <p:cNvPr id="683" name="Google Shape;683;g2d3c64ac7e6_8_2"/>
          <p:cNvSpPr/>
          <p:nvPr/>
        </p:nvSpPr>
        <p:spPr>
          <a:xfrm>
            <a:off x="238125" y="1143000"/>
            <a:ext cx="2209802" cy="142875"/>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4" name="Google Shape;684;g2d3c64ac7e6_8_2"/>
          <p:cNvSpPr/>
          <p:nvPr/>
        </p:nvSpPr>
        <p:spPr>
          <a:xfrm>
            <a:off x="238125" y="1143000"/>
            <a:ext cx="762001" cy="142875"/>
          </a:xfrm>
          <a:prstGeom prst="roundRect">
            <a:avLst>
              <a:gd fmla="val 333600" name="adj"/>
            </a:avLst>
          </a:prstGeom>
          <a:solidFill>
            <a:srgbClr val="FF4F00"/>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5" name="Google Shape;685;g2d3c64ac7e6_8_2"/>
          <p:cNvSpPr/>
          <p:nvPr/>
        </p:nvSpPr>
        <p:spPr>
          <a:xfrm>
            <a:off x="263525" y="1144587"/>
            <a:ext cx="711201"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FFFDF9"/>
              </a:buClr>
              <a:buSzPts val="600"/>
              <a:buFont typeface="Inter"/>
              <a:buNone/>
            </a:pPr>
            <a:r>
              <a:rPr b="1" i="0" lang="en" sz="600" u="none" cap="none" strike="noStrike">
                <a:solidFill>
                  <a:srgbClr val="FFFDF9"/>
                </a:solidFill>
                <a:latin typeface="Inter"/>
                <a:ea typeface="Inter"/>
                <a:cs typeface="Inter"/>
                <a:sym typeface="Inter"/>
              </a:rPr>
              <a:t>Customer support</a:t>
            </a:r>
            <a:endParaRPr b="0" i="0" sz="600" u="none" cap="none" strike="noStrike">
              <a:solidFill>
                <a:schemeClr val="dk1"/>
              </a:solidFill>
              <a:latin typeface="Inter"/>
              <a:ea typeface="Inter"/>
              <a:cs typeface="Inter"/>
              <a:sym typeface="Inter"/>
            </a:endParaRPr>
          </a:p>
        </p:txBody>
      </p:sp>
      <p:sp>
        <p:nvSpPr>
          <p:cNvPr id="686" name="Google Shape;686;g2d3c64ac7e6_8_2"/>
          <p:cNvSpPr/>
          <p:nvPr/>
        </p:nvSpPr>
        <p:spPr>
          <a:xfrm>
            <a:off x="1095376" y="1143000"/>
            <a:ext cx="762001" cy="142875"/>
          </a:xfrm>
          <a:prstGeom prst="roundRect">
            <a:avLst>
              <a:gd fmla="val 333600" name="adj"/>
            </a:avLst>
          </a:prstGeom>
          <a:solidFill>
            <a:srgbClr val="FF4F00"/>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g2d3c64ac7e6_8_2"/>
          <p:cNvSpPr/>
          <p:nvPr/>
        </p:nvSpPr>
        <p:spPr>
          <a:xfrm>
            <a:off x="1120776" y="1144587"/>
            <a:ext cx="711201"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FFFDF9"/>
              </a:buClr>
              <a:buSzPts val="600"/>
              <a:buFont typeface="Inter"/>
              <a:buNone/>
            </a:pPr>
            <a:r>
              <a:rPr b="1" i="0" lang="en" sz="600" u="none" cap="none" strike="noStrike">
                <a:solidFill>
                  <a:srgbClr val="FFFDF9"/>
                </a:solidFill>
                <a:latin typeface="Inter"/>
                <a:ea typeface="Inter"/>
                <a:cs typeface="Inter"/>
                <a:sym typeface="Inter"/>
              </a:rPr>
              <a:t>Data management</a:t>
            </a:r>
            <a:endParaRPr b="0" i="0" sz="600" u="none" cap="none" strike="noStrike">
              <a:solidFill>
                <a:schemeClr val="dk1"/>
              </a:solidFill>
              <a:latin typeface="Inter"/>
              <a:ea typeface="Inter"/>
              <a:cs typeface="Inter"/>
              <a:sym typeface="Inter"/>
            </a:endParaRPr>
          </a:p>
        </p:txBody>
      </p:sp>
      <p:sp>
        <p:nvSpPr>
          <p:cNvPr id="688" name="Google Shape;688;g2d3c64ac7e6_8_2"/>
          <p:cNvSpPr/>
          <p:nvPr/>
        </p:nvSpPr>
        <p:spPr>
          <a:xfrm>
            <a:off x="1952627" y="1143000"/>
            <a:ext cx="495300" cy="142875"/>
          </a:xfrm>
          <a:prstGeom prst="roundRect">
            <a:avLst>
              <a:gd fmla="val 333600" name="adj"/>
            </a:avLst>
          </a:prstGeom>
          <a:solidFill>
            <a:srgbClr val="C1B7F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9" name="Google Shape;689;g2d3c64ac7e6_8_2"/>
          <p:cNvSpPr/>
          <p:nvPr/>
        </p:nvSpPr>
        <p:spPr>
          <a:xfrm>
            <a:off x="1978027" y="1144587"/>
            <a:ext cx="444501"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403F3E"/>
              </a:buClr>
              <a:buSzPts val="600"/>
              <a:buFont typeface="Inter"/>
              <a:buNone/>
            </a:pPr>
            <a:r>
              <a:rPr b="1" i="0" lang="en" sz="600" u="none" cap="none" strike="noStrike">
                <a:solidFill>
                  <a:srgbClr val="403F3E"/>
                </a:solidFill>
                <a:latin typeface="Inter"/>
                <a:ea typeface="Inter"/>
                <a:cs typeface="Inter"/>
                <a:sym typeface="Inter"/>
              </a:rPr>
              <a:t>SaaS (B2B)</a:t>
            </a:r>
            <a:endParaRPr b="0" i="0" sz="600" u="none" cap="none" strike="noStrike">
              <a:solidFill>
                <a:schemeClr val="dk1"/>
              </a:solidFill>
              <a:latin typeface="Inter"/>
              <a:ea typeface="Inter"/>
              <a:cs typeface="Inter"/>
              <a:sym typeface="Inter"/>
            </a:endParaRPr>
          </a:p>
        </p:txBody>
      </p:sp>
      <p:sp>
        <p:nvSpPr>
          <p:cNvPr id="690" name="Google Shape;690;g2d3c64ac7e6_8_2"/>
          <p:cNvSpPr/>
          <p:nvPr/>
        </p:nvSpPr>
        <p:spPr>
          <a:xfrm>
            <a:off x="238125" y="238125"/>
            <a:ext cx="4105279" cy="7395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g2d3c64ac7e6_8_2"/>
          <p:cNvSpPr/>
          <p:nvPr/>
        </p:nvSpPr>
        <p:spPr>
          <a:xfrm>
            <a:off x="238125" y="238125"/>
            <a:ext cx="3336928" cy="199838"/>
          </a:xfrm>
          <a:prstGeom prst="rect">
            <a:avLst/>
          </a:prstGeom>
          <a:noFill/>
          <a:ln>
            <a:noFill/>
          </a:ln>
        </p:spPr>
        <p:txBody>
          <a:bodyPr anchorCtr="0" anchor="t" bIns="0" lIns="0" spcFirstLastPara="1" rIns="0" wrap="square" tIns="0">
            <a:noAutofit/>
          </a:bodyPr>
          <a:lstStyle/>
          <a:p>
            <a:pPr indent="0" lvl="0" marL="0" marR="0" rtl="0" algn="l">
              <a:lnSpc>
                <a:spcPct val="250000"/>
              </a:lnSpc>
              <a:spcBef>
                <a:spcPts val="0"/>
              </a:spcBef>
              <a:spcAft>
                <a:spcPts val="0"/>
              </a:spcAft>
              <a:buClr>
                <a:srgbClr val="201515"/>
              </a:buClr>
              <a:buSzPts val="700"/>
              <a:buFont typeface="Play"/>
              <a:buNone/>
            </a:pPr>
            <a:r>
              <a:rPr b="0" i="0" lang="en" sz="700" u="none" cap="none" strike="noStrike">
                <a:solidFill>
                  <a:srgbClr val="201515"/>
                </a:solidFill>
                <a:latin typeface="Inter"/>
                <a:ea typeface="Inter"/>
                <a:cs typeface="Inter"/>
                <a:sym typeface="Inter"/>
              </a:rPr>
              <a:t>CUSTOMER SUCCESS STORY</a:t>
            </a:r>
            <a:endParaRPr b="0" i="0" sz="700" u="none" cap="none" strike="noStrike">
              <a:solidFill>
                <a:schemeClr val="dk1"/>
              </a:solidFill>
              <a:latin typeface="Inter"/>
              <a:ea typeface="Inter"/>
              <a:cs typeface="Inter"/>
              <a:sym typeface="Inter"/>
            </a:endParaRPr>
          </a:p>
        </p:txBody>
      </p:sp>
      <p:sp>
        <p:nvSpPr>
          <p:cNvPr id="692" name="Google Shape;692;g2d3c64ac7e6_8_2"/>
          <p:cNvSpPr/>
          <p:nvPr/>
        </p:nvSpPr>
        <p:spPr>
          <a:xfrm>
            <a:off x="238125" y="406212"/>
            <a:ext cx="4105279"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3" name="Google Shape;693;g2d3c64ac7e6_8_2"/>
          <p:cNvSpPr/>
          <p:nvPr/>
        </p:nvSpPr>
        <p:spPr>
          <a:xfrm>
            <a:off x="238125" y="406212"/>
            <a:ext cx="4105279"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4" name="Google Shape;694;g2d3c64ac7e6_8_2"/>
          <p:cNvSpPr/>
          <p:nvPr/>
        </p:nvSpPr>
        <p:spPr>
          <a:xfrm>
            <a:off x="238125" y="406212"/>
            <a:ext cx="1366839"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695" name="Google Shape;695;g2d3c64ac7e6_8_2"/>
          <p:cNvPicPr preferRelativeResize="0"/>
          <p:nvPr/>
        </p:nvPicPr>
        <p:blipFill rotWithShape="1">
          <a:blip r:embed="rId3">
            <a:alphaModFix/>
          </a:blip>
          <a:srcRect b="0" l="0" r="0" t="0"/>
          <a:stretch/>
        </p:blipFill>
        <p:spPr>
          <a:xfrm>
            <a:off x="238125" y="406212"/>
            <a:ext cx="1366839" cy="571429"/>
          </a:xfrm>
          <a:prstGeom prst="rect">
            <a:avLst/>
          </a:prstGeom>
          <a:noFill/>
          <a:ln>
            <a:noFill/>
          </a:ln>
        </p:spPr>
      </p:pic>
      <p:pic>
        <p:nvPicPr>
          <p:cNvPr descr=" " id="696" name="Google Shape;696;g2d3c64ac7e6_8_2"/>
          <p:cNvPicPr preferRelativeResize="0"/>
          <p:nvPr/>
        </p:nvPicPr>
        <p:blipFill rotWithShape="1">
          <a:blip r:embed="rId4">
            <a:alphaModFix/>
          </a:blip>
          <a:srcRect b="0" l="0" r="0" t="0"/>
          <a:stretch/>
        </p:blipFill>
        <p:spPr>
          <a:xfrm>
            <a:off x="1652589" y="406212"/>
            <a:ext cx="9525" cy="571429"/>
          </a:xfrm>
          <a:prstGeom prst="rect">
            <a:avLst/>
          </a:prstGeom>
          <a:noFill/>
          <a:ln>
            <a:noFill/>
          </a:ln>
        </p:spPr>
      </p:pic>
      <p:sp>
        <p:nvSpPr>
          <p:cNvPr id="697" name="Google Shape;697;g2d3c64ac7e6_8_2"/>
          <p:cNvSpPr/>
          <p:nvPr/>
        </p:nvSpPr>
        <p:spPr>
          <a:xfrm>
            <a:off x="1709739" y="406212"/>
            <a:ext cx="2633665"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698" name="Google Shape;698;g2d3c64ac7e6_8_2"/>
          <p:cNvPicPr preferRelativeResize="0"/>
          <p:nvPr/>
        </p:nvPicPr>
        <p:blipFill rotWithShape="1">
          <a:blip r:embed="rId5">
            <a:alphaModFix/>
          </a:blip>
          <a:srcRect b="0" l="0" r="0" t="0"/>
          <a:stretch/>
        </p:blipFill>
        <p:spPr>
          <a:xfrm>
            <a:off x="1709739" y="406212"/>
            <a:ext cx="2633665" cy="571429"/>
          </a:xfrm>
          <a:prstGeom prst="rect">
            <a:avLst/>
          </a:prstGeom>
          <a:noFill/>
          <a:ln>
            <a:noFill/>
          </a:ln>
        </p:spPr>
      </p:pic>
      <p:sp>
        <p:nvSpPr>
          <p:cNvPr id="699" name="Google Shape;699;g2d3c64ac7e6_8_2"/>
          <p:cNvSpPr/>
          <p:nvPr/>
        </p:nvSpPr>
        <p:spPr>
          <a:xfrm>
            <a:off x="238125" y="1524000"/>
            <a:ext cx="1738314" cy="489916"/>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0" name="Google Shape;700;g2d3c64ac7e6_8_2"/>
          <p:cNvSpPr/>
          <p:nvPr/>
        </p:nvSpPr>
        <p:spPr>
          <a:xfrm>
            <a:off x="238125"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1" name="Google Shape;701;g2d3c64ac7e6_8_2"/>
          <p:cNvSpPr/>
          <p:nvPr/>
        </p:nvSpPr>
        <p:spPr>
          <a:xfrm>
            <a:off x="238125"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702" name="Google Shape;702;g2d3c64ac7e6_8_2"/>
          <p:cNvPicPr preferRelativeResize="0"/>
          <p:nvPr/>
        </p:nvPicPr>
        <p:blipFill rotWithShape="1">
          <a:blip r:embed="rId6">
            <a:alphaModFix/>
          </a:blip>
          <a:srcRect b="0" l="0" r="0" t="0"/>
          <a:stretch/>
        </p:blipFill>
        <p:spPr>
          <a:xfrm>
            <a:off x="285750" y="1571625"/>
            <a:ext cx="285750" cy="285715"/>
          </a:xfrm>
          <a:prstGeom prst="rect">
            <a:avLst/>
          </a:prstGeom>
          <a:noFill/>
          <a:ln>
            <a:noFill/>
          </a:ln>
        </p:spPr>
      </p:pic>
      <p:sp>
        <p:nvSpPr>
          <p:cNvPr id="703" name="Google Shape;703;g2d3c64ac7e6_8_2"/>
          <p:cNvSpPr/>
          <p:nvPr/>
        </p:nvSpPr>
        <p:spPr>
          <a:xfrm>
            <a:off x="690563"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g2d3c64ac7e6_8_2"/>
          <p:cNvSpPr/>
          <p:nvPr/>
        </p:nvSpPr>
        <p:spPr>
          <a:xfrm>
            <a:off x="690563"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705" name="Google Shape;705;g2d3c64ac7e6_8_2"/>
          <p:cNvPicPr preferRelativeResize="0"/>
          <p:nvPr/>
        </p:nvPicPr>
        <p:blipFill rotWithShape="1">
          <a:blip r:embed="rId7">
            <a:alphaModFix/>
          </a:blip>
          <a:srcRect b="0" l="0" r="0" t="0"/>
          <a:stretch/>
        </p:blipFill>
        <p:spPr>
          <a:xfrm>
            <a:off x="738188" y="1571625"/>
            <a:ext cx="285750" cy="285715"/>
          </a:xfrm>
          <a:prstGeom prst="rect">
            <a:avLst/>
          </a:prstGeom>
          <a:noFill/>
          <a:ln>
            <a:noFill/>
          </a:ln>
        </p:spPr>
      </p:pic>
      <p:sp>
        <p:nvSpPr>
          <p:cNvPr id="706" name="Google Shape;706;g2d3c64ac7e6_8_2"/>
          <p:cNvSpPr/>
          <p:nvPr/>
        </p:nvSpPr>
        <p:spPr>
          <a:xfrm>
            <a:off x="1143001"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g2d3c64ac7e6_8_2"/>
          <p:cNvSpPr/>
          <p:nvPr/>
        </p:nvSpPr>
        <p:spPr>
          <a:xfrm>
            <a:off x="1143001"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708" name="Google Shape;708;g2d3c64ac7e6_8_2"/>
          <p:cNvPicPr preferRelativeResize="0"/>
          <p:nvPr/>
        </p:nvPicPr>
        <p:blipFill rotWithShape="1">
          <a:blip r:embed="rId8">
            <a:alphaModFix/>
          </a:blip>
          <a:srcRect b="0" l="0" r="0" t="0"/>
          <a:stretch/>
        </p:blipFill>
        <p:spPr>
          <a:xfrm>
            <a:off x="1190626" y="1571625"/>
            <a:ext cx="285750" cy="285715"/>
          </a:xfrm>
          <a:prstGeom prst="rect">
            <a:avLst/>
          </a:prstGeom>
          <a:noFill/>
          <a:ln>
            <a:noFill/>
          </a:ln>
        </p:spPr>
      </p:pic>
      <p:sp>
        <p:nvSpPr>
          <p:cNvPr id="709" name="Google Shape;709;g2d3c64ac7e6_8_2"/>
          <p:cNvSpPr/>
          <p:nvPr/>
        </p:nvSpPr>
        <p:spPr>
          <a:xfrm>
            <a:off x="1595439"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g2d3c64ac7e6_8_2"/>
          <p:cNvSpPr/>
          <p:nvPr/>
        </p:nvSpPr>
        <p:spPr>
          <a:xfrm>
            <a:off x="1595439"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711" name="Google Shape;711;g2d3c64ac7e6_8_2"/>
          <p:cNvPicPr preferRelativeResize="0"/>
          <p:nvPr/>
        </p:nvPicPr>
        <p:blipFill rotWithShape="1">
          <a:blip r:embed="rId9">
            <a:alphaModFix/>
          </a:blip>
          <a:srcRect b="0" l="0" r="0" t="0"/>
          <a:stretch/>
        </p:blipFill>
        <p:spPr>
          <a:xfrm>
            <a:off x="1643064" y="1571625"/>
            <a:ext cx="285750" cy="285715"/>
          </a:xfrm>
          <a:prstGeom prst="rect">
            <a:avLst/>
          </a:prstGeom>
          <a:noFill/>
          <a:ln>
            <a:noFill/>
          </a:ln>
        </p:spPr>
      </p:pic>
      <p:sp>
        <p:nvSpPr>
          <p:cNvPr id="712" name="Google Shape;712;g2d3c64ac7e6_8_2"/>
          <p:cNvSpPr/>
          <p:nvPr/>
        </p:nvSpPr>
        <p:spPr>
          <a:xfrm>
            <a:off x="238125" y="2252042"/>
            <a:ext cx="4095754" cy="7000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3" name="Google Shape;713;g2d3c64ac7e6_8_2"/>
          <p:cNvSpPr/>
          <p:nvPr/>
        </p:nvSpPr>
        <p:spPr>
          <a:xfrm>
            <a:off x="238125" y="2201242"/>
            <a:ext cx="546101" cy="217488"/>
          </a:xfrm>
          <a:prstGeom prst="rect">
            <a:avLst/>
          </a:prstGeom>
          <a:noFill/>
          <a:ln>
            <a:noFill/>
          </a:ln>
        </p:spPr>
        <p:txBody>
          <a:bodyPr anchorCtr="0" anchor="b" bIns="0" lIns="0" spcFirstLastPara="1" rIns="0" wrap="square" tIns="0">
            <a:noAutofit/>
          </a:bodyPr>
          <a:lstStyle/>
          <a:p>
            <a:pPr indent="0" lvl="0" marL="0" marR="0" rtl="0" algn="l">
              <a:lnSpc>
                <a:spcPct val="109375"/>
              </a:lnSpc>
              <a:spcBef>
                <a:spcPts val="0"/>
              </a:spcBef>
              <a:spcAft>
                <a:spcPts val="0"/>
              </a:spcAft>
              <a:buClr>
                <a:srgbClr val="000000"/>
              </a:buClr>
              <a:buSzPts val="1200"/>
              <a:buFont typeface="Inter"/>
              <a:buNone/>
            </a:pPr>
            <a:r>
              <a:rPr b="1" i="0" lang="en" sz="1200" u="none" cap="none" strike="noStrike">
                <a:solidFill>
                  <a:srgbClr val="000000"/>
                </a:solidFill>
                <a:latin typeface="Inter"/>
                <a:ea typeface="Inter"/>
                <a:cs typeface="Inter"/>
                <a:sym typeface="Inter"/>
              </a:rPr>
              <a:t>Before </a:t>
            </a:r>
            <a:endParaRPr b="0" i="0" sz="1200" u="none" cap="none" strike="noStrike">
              <a:solidFill>
                <a:schemeClr val="dk1"/>
              </a:solidFill>
              <a:latin typeface="Inter"/>
              <a:ea typeface="Inter"/>
              <a:cs typeface="Inter"/>
              <a:sym typeface="Inter"/>
            </a:endParaRPr>
          </a:p>
        </p:txBody>
      </p:sp>
      <p:sp>
        <p:nvSpPr>
          <p:cNvPr id="714" name="Google Shape;714;g2d3c64ac7e6_8_2"/>
          <p:cNvSpPr/>
          <p:nvPr/>
        </p:nvSpPr>
        <p:spPr>
          <a:xfrm>
            <a:off x="238125" y="2451276"/>
            <a:ext cx="3579900" cy="739500"/>
          </a:xfrm>
          <a:prstGeom prst="rect">
            <a:avLst/>
          </a:prstGeom>
          <a:noFill/>
          <a:ln>
            <a:noFill/>
          </a:ln>
        </p:spPr>
        <p:txBody>
          <a:bodyPr anchorCtr="0" anchor="t"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Valuable hours spent collecting and entering customer data.</a:t>
            </a:r>
            <a:endParaRPr b="0" i="0" sz="1000" u="none" cap="none" strike="noStrike">
              <a:solidFill>
                <a:srgbClr val="000000"/>
              </a:solidFill>
              <a:latin typeface="Inter"/>
              <a:ea typeface="Inter"/>
              <a:cs typeface="Inter"/>
              <a:sym typeface="Inter"/>
            </a:endParaRPr>
          </a:p>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chemeClr val="dk1"/>
                </a:solidFill>
                <a:latin typeface="Inter"/>
                <a:ea typeface="Inter"/>
                <a:cs typeface="Inter"/>
                <a:sym typeface="Inter"/>
              </a:rPr>
              <a:t>Manual data entry causing missed data in key strategic reports and analyses.</a:t>
            </a:r>
            <a:endParaRPr b="0" i="0" sz="1000" u="none" cap="none" strike="noStrike">
              <a:solidFill>
                <a:srgbClr val="000000"/>
              </a:solidFill>
              <a:latin typeface="Inter"/>
              <a:ea typeface="Inter"/>
              <a:cs typeface="Inter"/>
              <a:sym typeface="Inter"/>
            </a:endParaRPr>
          </a:p>
        </p:txBody>
      </p:sp>
      <p:sp>
        <p:nvSpPr>
          <p:cNvPr id="715" name="Google Shape;715;g2d3c64ac7e6_8_2"/>
          <p:cNvSpPr/>
          <p:nvPr/>
        </p:nvSpPr>
        <p:spPr>
          <a:xfrm>
            <a:off x="222263" y="3330992"/>
            <a:ext cx="1722600" cy="217500"/>
          </a:xfrm>
          <a:prstGeom prst="rect">
            <a:avLst/>
          </a:prstGeom>
          <a:noFill/>
          <a:ln>
            <a:noFill/>
          </a:ln>
        </p:spPr>
        <p:txBody>
          <a:bodyPr anchorCtr="0" anchor="b" bIns="0" lIns="0" spcFirstLastPara="1" rIns="0" wrap="square" tIns="0">
            <a:noAutofit/>
          </a:bodyPr>
          <a:lstStyle/>
          <a:p>
            <a:pPr indent="0" lvl="0" marL="0" marR="0" rtl="0" algn="l">
              <a:lnSpc>
                <a:spcPct val="109375"/>
              </a:lnSpc>
              <a:spcBef>
                <a:spcPts val="0"/>
              </a:spcBef>
              <a:spcAft>
                <a:spcPts val="0"/>
              </a:spcAft>
              <a:buClr>
                <a:srgbClr val="000000"/>
              </a:buClr>
              <a:buSzPts val="1200"/>
              <a:buFont typeface="Inter"/>
              <a:buNone/>
            </a:pPr>
            <a:r>
              <a:rPr b="1" i="0" lang="en" sz="1200" u="none" cap="none" strike="noStrike">
                <a:solidFill>
                  <a:srgbClr val="000000"/>
                </a:solidFill>
                <a:latin typeface="Inter"/>
                <a:ea typeface="Inter"/>
                <a:cs typeface="Inter"/>
                <a:sym typeface="Inter"/>
              </a:rPr>
              <a:t>After</a:t>
            </a:r>
            <a:endParaRPr b="0" i="0" sz="1200" u="none" cap="none" strike="noStrike">
              <a:solidFill>
                <a:schemeClr val="dk1"/>
              </a:solidFill>
              <a:latin typeface="Inter"/>
              <a:ea typeface="Inter"/>
              <a:cs typeface="Inter"/>
              <a:sym typeface="Inter"/>
            </a:endParaRPr>
          </a:p>
        </p:txBody>
      </p:sp>
      <p:sp>
        <p:nvSpPr>
          <p:cNvPr id="716" name="Google Shape;716;g2d3c64ac7e6_8_2"/>
          <p:cNvSpPr/>
          <p:nvPr/>
        </p:nvSpPr>
        <p:spPr>
          <a:xfrm>
            <a:off x="222250" y="3566742"/>
            <a:ext cx="4137000" cy="346200"/>
          </a:xfrm>
          <a:prstGeom prst="rect">
            <a:avLst/>
          </a:prstGeom>
          <a:noFill/>
          <a:ln>
            <a:noFill/>
          </a:ln>
        </p:spPr>
        <p:txBody>
          <a:bodyPr anchorCtr="0" anchor="b"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Automated workflows, increasing efficiencies and enabling a 48% increase in team growth.</a:t>
            </a:r>
            <a:endParaRPr b="0" i="0" sz="1000" u="none" cap="none" strike="noStrike">
              <a:solidFill>
                <a:schemeClr val="dk1"/>
              </a:solidFill>
              <a:latin typeface="Inter"/>
              <a:ea typeface="Inter"/>
              <a:cs typeface="Inter"/>
              <a:sym typeface="Inter"/>
            </a:endParaRPr>
          </a:p>
        </p:txBody>
      </p:sp>
      <p:sp>
        <p:nvSpPr>
          <p:cNvPr id="717" name="Google Shape;717;g2d3c64ac7e6_8_2"/>
          <p:cNvSpPr/>
          <p:nvPr/>
        </p:nvSpPr>
        <p:spPr>
          <a:xfrm>
            <a:off x="4572004" y="0"/>
            <a:ext cx="4572004" cy="5143500"/>
          </a:xfrm>
          <a:prstGeom prst="rect">
            <a:avLst/>
          </a:prstGeom>
          <a:solidFill>
            <a:srgbClr val="1F3121"/>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8" name="Google Shape;718;g2d3c64ac7e6_8_2"/>
          <p:cNvSpPr/>
          <p:nvPr/>
        </p:nvSpPr>
        <p:spPr>
          <a:xfrm>
            <a:off x="4876805" y="304800"/>
            <a:ext cx="3962404" cy="45339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9" name="Google Shape;719;g2d3c64ac7e6_8_2"/>
          <p:cNvSpPr/>
          <p:nvPr/>
        </p:nvSpPr>
        <p:spPr>
          <a:xfrm>
            <a:off x="4876805" y="304800"/>
            <a:ext cx="3962400" cy="1384200"/>
          </a:xfrm>
          <a:prstGeom prst="roundRect">
            <a:avLst>
              <a:gd fmla="val 3468" name="adj"/>
            </a:avLst>
          </a:prstGeom>
          <a:solidFill>
            <a:srgbClr val="FFFDF9"/>
          </a:solidFill>
          <a:ln cap="flat" cmpd="sng" w="25400">
            <a:solidFill>
              <a:schemeClr val="dk1"/>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0" name="Google Shape;720;g2d3c64ac7e6_8_2"/>
          <p:cNvSpPr/>
          <p:nvPr/>
        </p:nvSpPr>
        <p:spPr>
          <a:xfrm>
            <a:off x="5048255" y="476250"/>
            <a:ext cx="1495025" cy="10414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721" name="Google Shape;721;g2d3c64ac7e6_8_2"/>
          <p:cNvPicPr preferRelativeResize="0"/>
          <p:nvPr/>
        </p:nvPicPr>
        <p:blipFill rotWithShape="1">
          <a:blip r:embed="rId10">
            <a:alphaModFix/>
          </a:blip>
          <a:srcRect b="0" l="0" r="0" t="0"/>
          <a:stretch/>
        </p:blipFill>
        <p:spPr>
          <a:xfrm>
            <a:off x="5095880" y="787401"/>
            <a:ext cx="419101" cy="419048"/>
          </a:xfrm>
          <a:prstGeom prst="rect">
            <a:avLst/>
          </a:prstGeom>
          <a:noFill/>
          <a:ln>
            <a:noFill/>
          </a:ln>
        </p:spPr>
      </p:pic>
      <p:pic>
        <p:nvPicPr>
          <p:cNvPr descr=" " id="722" name="Google Shape;722;g2d3c64ac7e6_8_2"/>
          <p:cNvPicPr preferRelativeResize="0"/>
          <p:nvPr/>
        </p:nvPicPr>
        <p:blipFill rotWithShape="1">
          <a:blip r:embed="rId11">
            <a:alphaModFix/>
          </a:blip>
          <a:srcRect b="0" l="0" r="0" t="0"/>
          <a:stretch/>
        </p:blipFill>
        <p:spPr>
          <a:xfrm>
            <a:off x="5183268" y="854643"/>
            <a:ext cx="244476" cy="284603"/>
          </a:xfrm>
          <a:prstGeom prst="rect">
            <a:avLst/>
          </a:prstGeom>
          <a:noFill/>
          <a:ln>
            <a:noFill/>
          </a:ln>
        </p:spPr>
      </p:pic>
      <p:sp>
        <p:nvSpPr>
          <p:cNvPr id="723" name="Google Shape;723;g2d3c64ac7e6_8_2"/>
          <p:cNvSpPr/>
          <p:nvPr/>
        </p:nvSpPr>
        <p:spPr>
          <a:xfrm>
            <a:off x="5514980" y="570707"/>
            <a:ext cx="980675" cy="8524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24" name="Google Shape;724;g2d3c64ac7e6_8_2"/>
          <p:cNvGrpSpPr/>
          <p:nvPr/>
        </p:nvGrpSpPr>
        <p:grpSpPr>
          <a:xfrm>
            <a:off x="5515055" y="351557"/>
            <a:ext cx="1133088" cy="1290776"/>
            <a:chOff x="5514980" y="322919"/>
            <a:chExt cx="1133088" cy="1290776"/>
          </a:xfrm>
        </p:grpSpPr>
        <p:sp>
          <p:nvSpPr>
            <p:cNvPr id="725" name="Google Shape;725;g2d3c64ac7e6_8_2"/>
            <p:cNvSpPr/>
            <p:nvPr/>
          </p:nvSpPr>
          <p:spPr>
            <a:xfrm>
              <a:off x="5514980" y="570707"/>
              <a:ext cx="809626" cy="1042988"/>
            </a:xfrm>
            <a:prstGeom prst="rect">
              <a:avLst/>
            </a:prstGeom>
            <a:noFill/>
            <a:ln>
              <a:noFill/>
            </a:ln>
          </p:spPr>
          <p:txBody>
            <a:bodyPr anchorCtr="0" anchor="t" bIns="0" lIns="0" spcFirstLastPara="1" rIns="0" wrap="square" tIns="0">
              <a:noAutofit/>
            </a:bodyPr>
            <a:lstStyle/>
            <a:p>
              <a:pPr indent="0" lvl="0" marL="0" marR="0" rtl="0" algn="l">
                <a:lnSpc>
                  <a:spcPct val="149141"/>
                </a:lnSpc>
                <a:spcBef>
                  <a:spcPts val="0"/>
                </a:spcBef>
                <a:spcAft>
                  <a:spcPts val="0"/>
                </a:spcAft>
                <a:buClr>
                  <a:srgbClr val="2B2358"/>
                </a:buClr>
                <a:buSzPts val="4500"/>
                <a:buFont typeface="Arial"/>
                <a:buNone/>
              </a:pPr>
              <a:r>
                <a:rPr b="1" i="0" lang="en" sz="4500" u="none" cap="none" strike="noStrike">
                  <a:solidFill>
                    <a:srgbClr val="2B2358"/>
                  </a:solidFill>
                  <a:latin typeface="Inter"/>
                  <a:ea typeface="Inter"/>
                  <a:cs typeface="Inter"/>
                  <a:sym typeface="Inter"/>
                </a:rPr>
                <a:t>30</a:t>
              </a:r>
              <a:endParaRPr b="1" i="0" sz="4500" u="none" cap="none" strike="noStrike">
                <a:solidFill>
                  <a:schemeClr val="dk1"/>
                </a:solidFill>
                <a:latin typeface="Inter"/>
                <a:ea typeface="Inter"/>
                <a:cs typeface="Inter"/>
                <a:sym typeface="Inter"/>
              </a:endParaRPr>
            </a:p>
          </p:txBody>
        </p:sp>
        <p:sp>
          <p:nvSpPr>
            <p:cNvPr id="726" name="Google Shape;726;g2d3c64ac7e6_8_2"/>
            <p:cNvSpPr/>
            <p:nvPr/>
          </p:nvSpPr>
          <p:spPr>
            <a:xfrm>
              <a:off x="6162668" y="322919"/>
              <a:ext cx="485400" cy="5526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2B2358"/>
                </a:buClr>
                <a:buSzPts val="3400"/>
                <a:buFont typeface="Arial"/>
                <a:buNone/>
              </a:pPr>
              <a:r>
                <a:rPr b="1" i="0" lang="en" sz="3400" u="none" cap="none" strike="noStrike">
                  <a:solidFill>
                    <a:srgbClr val="2B2358"/>
                  </a:solidFill>
                  <a:latin typeface="Arial"/>
                  <a:ea typeface="Arial"/>
                  <a:cs typeface="Arial"/>
                  <a:sym typeface="Arial"/>
                </a:rPr>
                <a:t>%</a:t>
              </a:r>
              <a:endParaRPr b="1" i="0" sz="3400" u="none" cap="none" strike="noStrike">
                <a:solidFill>
                  <a:schemeClr val="dk1"/>
                </a:solidFill>
                <a:latin typeface="Calibri"/>
                <a:ea typeface="Calibri"/>
                <a:cs typeface="Calibri"/>
                <a:sym typeface="Calibri"/>
              </a:endParaRPr>
            </a:p>
          </p:txBody>
        </p:sp>
      </p:grpSp>
      <p:sp>
        <p:nvSpPr>
          <p:cNvPr id="727" name="Google Shape;727;g2d3c64ac7e6_8_2"/>
          <p:cNvSpPr/>
          <p:nvPr/>
        </p:nvSpPr>
        <p:spPr>
          <a:xfrm>
            <a:off x="6714806" y="641344"/>
            <a:ext cx="2035500" cy="711300"/>
          </a:xfrm>
          <a:prstGeom prst="rect">
            <a:avLst/>
          </a:prstGeom>
          <a:noFill/>
          <a:ln>
            <a:noFill/>
          </a:ln>
        </p:spPr>
        <p:txBody>
          <a:bodyPr anchorCtr="0" anchor="ctr" bIns="0" lIns="0" spcFirstLastPara="1" rIns="0" wrap="square" tIns="0">
            <a:noAutofit/>
          </a:bodyPr>
          <a:lstStyle/>
          <a:p>
            <a:pPr indent="0" lvl="0" marL="0" marR="0" rtl="0" algn="l">
              <a:lnSpc>
                <a:spcPct val="115384"/>
              </a:lnSpc>
              <a:spcBef>
                <a:spcPts val="0"/>
              </a:spcBef>
              <a:spcAft>
                <a:spcPts val="0"/>
              </a:spcAft>
              <a:buClr>
                <a:srgbClr val="201515"/>
              </a:buClr>
              <a:buSzPts val="1900"/>
              <a:buFont typeface="Play"/>
              <a:buNone/>
            </a:pPr>
            <a:r>
              <a:rPr b="1" i="0" lang="en" sz="1200" u="none" cap="none" strike="noStrike">
                <a:solidFill>
                  <a:srgbClr val="201515"/>
                </a:solidFill>
                <a:latin typeface="Inter"/>
                <a:ea typeface="Inter"/>
                <a:cs typeface="Inter"/>
                <a:sym typeface="Inter"/>
              </a:rPr>
              <a:t>reduction in time spent on quality assurance</a:t>
            </a:r>
            <a:endParaRPr b="0" i="0" sz="1200" u="none" cap="none" strike="noStrike">
              <a:solidFill>
                <a:schemeClr val="dk1"/>
              </a:solidFill>
              <a:latin typeface="Inter"/>
              <a:ea typeface="Inter"/>
              <a:cs typeface="Inter"/>
              <a:sym typeface="Inter"/>
            </a:endParaRPr>
          </a:p>
        </p:txBody>
      </p:sp>
      <p:sp>
        <p:nvSpPr>
          <p:cNvPr id="728" name="Google Shape;728;g2d3c64ac7e6_8_2"/>
          <p:cNvSpPr/>
          <p:nvPr/>
        </p:nvSpPr>
        <p:spPr>
          <a:xfrm>
            <a:off x="5048255" y="2051049"/>
            <a:ext cx="1504550" cy="10414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9" name="Google Shape;729;g2d3c64ac7e6_8_2"/>
          <p:cNvSpPr/>
          <p:nvPr/>
        </p:nvSpPr>
        <p:spPr>
          <a:xfrm>
            <a:off x="5514980" y="2145506"/>
            <a:ext cx="990200" cy="8524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0" name="Google Shape;730;g2d3c64ac7e6_8_2"/>
          <p:cNvSpPr/>
          <p:nvPr/>
        </p:nvSpPr>
        <p:spPr>
          <a:xfrm>
            <a:off x="4876805" y="1879599"/>
            <a:ext cx="3962404" cy="1384300"/>
          </a:xfrm>
          <a:prstGeom prst="roundRect">
            <a:avLst>
              <a:gd fmla="val 3468" name="adj"/>
            </a:avLst>
          </a:prstGeom>
          <a:solidFill>
            <a:srgbClr val="FFFDF9"/>
          </a:solidFill>
          <a:ln cap="flat" cmpd="sng" w="25400">
            <a:solidFill>
              <a:schemeClr val="dk1"/>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731" name="Google Shape;731;g2d3c64ac7e6_8_2"/>
          <p:cNvPicPr preferRelativeResize="0"/>
          <p:nvPr/>
        </p:nvPicPr>
        <p:blipFill rotWithShape="1">
          <a:blip r:embed="rId12">
            <a:alphaModFix/>
          </a:blip>
          <a:srcRect b="0" l="0" r="0" t="0"/>
          <a:stretch/>
        </p:blipFill>
        <p:spPr>
          <a:xfrm>
            <a:off x="5095880" y="2362182"/>
            <a:ext cx="419100" cy="419048"/>
          </a:xfrm>
          <a:prstGeom prst="rect">
            <a:avLst/>
          </a:prstGeom>
          <a:noFill/>
          <a:ln>
            <a:noFill/>
          </a:ln>
        </p:spPr>
      </p:pic>
      <p:grpSp>
        <p:nvGrpSpPr>
          <p:cNvPr id="732" name="Google Shape;732;g2d3c64ac7e6_8_2"/>
          <p:cNvGrpSpPr/>
          <p:nvPr/>
        </p:nvGrpSpPr>
        <p:grpSpPr>
          <a:xfrm>
            <a:off x="5514980" y="1984419"/>
            <a:ext cx="1199851" cy="1174575"/>
            <a:chOff x="5514980" y="2013919"/>
            <a:chExt cx="1199851" cy="1174575"/>
          </a:xfrm>
        </p:grpSpPr>
        <p:sp>
          <p:nvSpPr>
            <p:cNvPr id="733" name="Google Shape;733;g2d3c64ac7e6_8_2"/>
            <p:cNvSpPr/>
            <p:nvPr/>
          </p:nvSpPr>
          <p:spPr>
            <a:xfrm>
              <a:off x="5514980" y="2145506"/>
              <a:ext cx="819151" cy="1042988"/>
            </a:xfrm>
            <a:prstGeom prst="rect">
              <a:avLst/>
            </a:prstGeom>
            <a:noFill/>
            <a:ln>
              <a:noFill/>
            </a:ln>
          </p:spPr>
          <p:txBody>
            <a:bodyPr anchorCtr="0" anchor="t" bIns="0" lIns="0" spcFirstLastPara="1" rIns="0" wrap="square" tIns="0">
              <a:noAutofit/>
            </a:bodyPr>
            <a:lstStyle/>
            <a:p>
              <a:pPr indent="0" lvl="0" marL="0" marR="0" rtl="0" algn="l">
                <a:lnSpc>
                  <a:spcPct val="149141"/>
                </a:lnSpc>
                <a:spcBef>
                  <a:spcPts val="0"/>
                </a:spcBef>
                <a:spcAft>
                  <a:spcPts val="0"/>
                </a:spcAft>
                <a:buClr>
                  <a:srgbClr val="2B2358"/>
                </a:buClr>
                <a:buSzPts val="4500"/>
                <a:buFont typeface="Arial"/>
                <a:buNone/>
              </a:pPr>
              <a:r>
                <a:rPr b="1" i="0" lang="en" sz="4500" u="none" cap="none" strike="noStrike">
                  <a:solidFill>
                    <a:srgbClr val="2B2358"/>
                  </a:solidFill>
                  <a:latin typeface="Inter"/>
                  <a:ea typeface="Inter"/>
                  <a:cs typeface="Inter"/>
                  <a:sym typeface="Inter"/>
                </a:rPr>
                <a:t>48</a:t>
              </a:r>
              <a:endParaRPr b="1" i="0" sz="4500" u="none" cap="none" strike="noStrike">
                <a:solidFill>
                  <a:schemeClr val="dk1"/>
                </a:solidFill>
                <a:latin typeface="Inter"/>
                <a:ea typeface="Inter"/>
                <a:cs typeface="Inter"/>
                <a:sym typeface="Inter"/>
              </a:endParaRPr>
            </a:p>
          </p:txBody>
        </p:sp>
        <p:sp>
          <p:nvSpPr>
            <p:cNvPr id="734" name="Google Shape;734;g2d3c64ac7e6_8_2"/>
            <p:cNvSpPr/>
            <p:nvPr/>
          </p:nvSpPr>
          <p:spPr>
            <a:xfrm>
              <a:off x="6229431" y="2013919"/>
              <a:ext cx="485400" cy="5526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2B2358"/>
                </a:buClr>
                <a:buSzPts val="3400"/>
                <a:buFont typeface="Arial"/>
                <a:buNone/>
              </a:pPr>
              <a:r>
                <a:rPr b="1" i="0" lang="en" sz="3400" u="none" cap="none" strike="noStrike">
                  <a:solidFill>
                    <a:srgbClr val="2B2358"/>
                  </a:solidFill>
                  <a:latin typeface="Arial"/>
                  <a:ea typeface="Arial"/>
                  <a:cs typeface="Arial"/>
                  <a:sym typeface="Arial"/>
                </a:rPr>
                <a:t>%</a:t>
              </a:r>
              <a:endParaRPr b="1" i="0" sz="3400" u="none" cap="none" strike="noStrike">
                <a:solidFill>
                  <a:schemeClr val="dk1"/>
                </a:solidFill>
                <a:latin typeface="Calibri"/>
                <a:ea typeface="Calibri"/>
                <a:cs typeface="Calibri"/>
                <a:sym typeface="Calibri"/>
              </a:endParaRPr>
            </a:p>
          </p:txBody>
        </p:sp>
      </p:grpSp>
      <p:sp>
        <p:nvSpPr>
          <p:cNvPr id="735" name="Google Shape;735;g2d3c64ac7e6_8_2"/>
          <p:cNvSpPr/>
          <p:nvPr/>
        </p:nvSpPr>
        <p:spPr>
          <a:xfrm>
            <a:off x="6724256" y="2216106"/>
            <a:ext cx="2026200" cy="711300"/>
          </a:xfrm>
          <a:prstGeom prst="rect">
            <a:avLst/>
          </a:prstGeom>
          <a:noFill/>
          <a:ln>
            <a:noFill/>
          </a:ln>
        </p:spPr>
        <p:txBody>
          <a:bodyPr anchorCtr="0" anchor="ctr" bIns="0" lIns="0" spcFirstLastPara="1" rIns="0" wrap="square" tIns="0">
            <a:noAutofit/>
          </a:bodyPr>
          <a:lstStyle/>
          <a:p>
            <a:pPr indent="0" lvl="0" marL="0" marR="0" rtl="0" algn="l">
              <a:lnSpc>
                <a:spcPct val="115384"/>
              </a:lnSpc>
              <a:spcBef>
                <a:spcPts val="0"/>
              </a:spcBef>
              <a:spcAft>
                <a:spcPts val="0"/>
              </a:spcAft>
              <a:buClr>
                <a:srgbClr val="201515"/>
              </a:buClr>
              <a:buSzPts val="1900"/>
              <a:buFont typeface="Play"/>
              <a:buNone/>
            </a:pPr>
            <a:r>
              <a:rPr b="1" i="0" lang="en" sz="1200" u="none" cap="none" strike="noStrike">
                <a:solidFill>
                  <a:srgbClr val="201515"/>
                </a:solidFill>
                <a:latin typeface="Inter"/>
                <a:ea typeface="Inter"/>
                <a:cs typeface="Inter"/>
                <a:sym typeface="Inter"/>
              </a:rPr>
              <a:t>growth enabled by automation</a:t>
            </a:r>
            <a:endParaRPr b="0" i="0" sz="1200" u="none" cap="none" strike="noStrike">
              <a:solidFill>
                <a:schemeClr val="dk1"/>
              </a:solidFill>
              <a:latin typeface="Inter"/>
              <a:ea typeface="Inter"/>
              <a:cs typeface="Inter"/>
              <a:sym typeface="Inter"/>
            </a:endParaRPr>
          </a:p>
        </p:txBody>
      </p:sp>
      <p:sp>
        <p:nvSpPr>
          <p:cNvPr id="736" name="Google Shape;736;g2d3c64ac7e6_8_2"/>
          <p:cNvSpPr/>
          <p:nvPr/>
        </p:nvSpPr>
        <p:spPr>
          <a:xfrm>
            <a:off x="4876805" y="3454401"/>
            <a:ext cx="3962404" cy="1384300"/>
          </a:xfrm>
          <a:prstGeom prst="roundRect">
            <a:avLst>
              <a:gd fmla="val 3468" name="adj"/>
            </a:avLst>
          </a:prstGeom>
          <a:solidFill>
            <a:srgbClr val="FFFDF9"/>
          </a:solidFill>
          <a:ln cap="flat" cmpd="sng" w="25400">
            <a:solidFill>
              <a:schemeClr val="dk1"/>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7" name="Google Shape;737;g2d3c64ac7e6_8_2"/>
          <p:cNvSpPr/>
          <p:nvPr/>
        </p:nvSpPr>
        <p:spPr>
          <a:xfrm>
            <a:off x="5048255" y="3746502"/>
            <a:ext cx="3619503" cy="8001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8" name="Google Shape;738;g2d3c64ac7e6_8_2"/>
          <p:cNvSpPr/>
          <p:nvPr/>
        </p:nvSpPr>
        <p:spPr>
          <a:xfrm>
            <a:off x="5048255" y="3746502"/>
            <a:ext cx="3619503" cy="8001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9" name="Google Shape;739;g2d3c64ac7e6_8_2"/>
          <p:cNvSpPr/>
          <p:nvPr/>
        </p:nvSpPr>
        <p:spPr>
          <a:xfrm>
            <a:off x="5048255" y="3825083"/>
            <a:ext cx="3619503" cy="64293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0" name="Google Shape;740;g2d3c64ac7e6_8_2"/>
          <p:cNvSpPr/>
          <p:nvPr/>
        </p:nvSpPr>
        <p:spPr>
          <a:xfrm>
            <a:off x="5048255" y="3825083"/>
            <a:ext cx="3619503" cy="633413"/>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1" name="Google Shape;741;g2d3c64ac7e6_8_2"/>
          <p:cNvSpPr/>
          <p:nvPr/>
        </p:nvSpPr>
        <p:spPr>
          <a:xfrm>
            <a:off x="5048255" y="3825083"/>
            <a:ext cx="3648078" cy="471488"/>
          </a:xfrm>
          <a:prstGeom prst="rect">
            <a:avLst/>
          </a:prstGeom>
          <a:noFill/>
          <a:ln>
            <a:noFill/>
          </a:ln>
        </p:spPr>
        <p:txBody>
          <a:bodyPr anchorCtr="0" anchor="t" bIns="0" lIns="0" spcFirstLastPara="1" rIns="0" wrap="square" tIns="0">
            <a:noAutofit/>
          </a:bodyPr>
          <a:lstStyle/>
          <a:p>
            <a:pPr indent="0" lvl="0" marL="0" marR="0" rtl="0" algn="l">
              <a:lnSpc>
                <a:spcPct val="172222"/>
              </a:lnSpc>
              <a:spcBef>
                <a:spcPts val="0"/>
              </a:spcBef>
              <a:spcAft>
                <a:spcPts val="0"/>
              </a:spcAft>
              <a:buClr>
                <a:srgbClr val="2D2E2E"/>
              </a:buClr>
              <a:buSzPts val="700"/>
              <a:buFont typeface="Inter"/>
              <a:buNone/>
            </a:pPr>
            <a:r>
              <a:rPr b="1" i="0" lang="en" sz="700" u="none" cap="none" strike="noStrike">
                <a:solidFill>
                  <a:srgbClr val="2D2E2E"/>
                </a:solidFill>
                <a:latin typeface="Inter"/>
                <a:ea typeface="Inter"/>
                <a:cs typeface="Inter"/>
                <a:sym typeface="Inter"/>
              </a:rPr>
              <a:t>"Instead of spending hours and hours engineering a Salesforce sync to pull reports manually, we're able to automate this and spend more time on highly strategic initiatives."</a:t>
            </a:r>
            <a:endParaRPr b="0" i="0" sz="700" u="none" cap="none" strike="noStrike">
              <a:solidFill>
                <a:schemeClr val="dk1"/>
              </a:solidFill>
              <a:latin typeface="Inter"/>
              <a:ea typeface="Inter"/>
              <a:cs typeface="Inter"/>
              <a:sym typeface="Inter"/>
            </a:endParaRPr>
          </a:p>
        </p:txBody>
      </p:sp>
      <p:sp>
        <p:nvSpPr>
          <p:cNvPr id="742" name="Google Shape;742;g2d3c64ac7e6_8_2"/>
          <p:cNvSpPr/>
          <p:nvPr/>
        </p:nvSpPr>
        <p:spPr>
          <a:xfrm>
            <a:off x="5048255" y="4363245"/>
            <a:ext cx="2117727" cy="117475"/>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2D2E2E"/>
              </a:buClr>
              <a:buSzPts val="500"/>
              <a:buFont typeface="Inter"/>
              <a:buNone/>
            </a:pPr>
            <a:r>
              <a:rPr b="0" i="0" lang="en" sz="500" u="none" cap="none" strike="noStrike">
                <a:solidFill>
                  <a:srgbClr val="2D2E2E"/>
                </a:solidFill>
                <a:latin typeface="Inter"/>
                <a:ea typeface="Inter"/>
                <a:cs typeface="Inter"/>
                <a:sym typeface="Inter"/>
              </a:rPr>
              <a:t>Micaela Wright, Associate Digital Marketing Manager at Lucidchart</a:t>
            </a:r>
            <a:endParaRPr b="0" i="0" sz="500" u="none" cap="none" strike="noStrike">
              <a:solidFill>
                <a:schemeClr val="dk1"/>
              </a:solidFill>
              <a:latin typeface="Inter"/>
              <a:ea typeface="Inter"/>
              <a:cs typeface="Inter"/>
              <a:sym typeface="Inter"/>
            </a:endParaRPr>
          </a:p>
        </p:txBody>
      </p:sp>
      <p:sp>
        <p:nvSpPr>
          <p:cNvPr id="743" name="Google Shape;743;g2d3c64ac7e6_8_2"/>
          <p:cNvSpPr/>
          <p:nvPr/>
        </p:nvSpPr>
        <p:spPr>
          <a:xfrm>
            <a:off x="238125" y="4829175"/>
            <a:ext cx="3433766" cy="2286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4" name="Google Shape;744;g2d3c64ac7e6_8_2"/>
          <p:cNvSpPr/>
          <p:nvPr/>
        </p:nvSpPr>
        <p:spPr>
          <a:xfrm>
            <a:off x="238125" y="4803775"/>
            <a:ext cx="3459166" cy="254000"/>
          </a:xfrm>
          <a:prstGeom prst="rect">
            <a:avLst/>
          </a:prstGeom>
          <a:noFill/>
          <a:ln>
            <a:noFill/>
          </a:ln>
        </p:spPr>
        <p:txBody>
          <a:bodyPr anchorCtr="0" anchor="b" bIns="0" lIns="0" spcFirstLastPara="1" rIns="0" wrap="square" tIns="0">
            <a:noAutofit/>
          </a:bodyPr>
          <a:lstStyle/>
          <a:p>
            <a:pPr indent="0" lvl="0" marL="0" marR="0" rtl="0" algn="l">
              <a:lnSpc>
                <a:spcPct val="150000"/>
              </a:lnSpc>
              <a:spcBef>
                <a:spcPts val="0"/>
              </a:spcBef>
              <a:spcAft>
                <a:spcPts val="0"/>
              </a:spcAft>
              <a:buClr>
                <a:srgbClr val="3D4592"/>
              </a:buClr>
              <a:buSzPts val="600"/>
              <a:buFont typeface="Inter"/>
              <a:buNone/>
            </a:pPr>
            <a:r>
              <a:rPr b="0" i="0" lang="en" sz="600" u="none" cap="none" strike="noStrike">
                <a:solidFill>
                  <a:srgbClr val="3D4592"/>
                </a:solidFill>
                <a:latin typeface="Inter"/>
                <a:ea typeface="Inter"/>
                <a:cs typeface="Inter"/>
                <a:sym typeface="Inter"/>
              </a:rPr>
              <a:t>🔗 Read the full customer story →</a:t>
            </a:r>
            <a:endParaRPr b="0" i="0" sz="6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9"/>
        </a:solidFill>
      </p:bgPr>
    </p:bg>
    <p:spTree>
      <p:nvGrpSpPr>
        <p:cNvPr id="749" name="Shape 749"/>
        <p:cNvGrpSpPr/>
        <p:nvPr/>
      </p:nvGrpSpPr>
      <p:grpSpPr>
        <a:xfrm>
          <a:off x="0" y="0"/>
          <a:ext cx="0" cy="0"/>
          <a:chOff x="0" y="0"/>
          <a:chExt cx="0" cy="0"/>
        </a:xfrm>
      </p:grpSpPr>
      <p:sp>
        <p:nvSpPr>
          <p:cNvPr id="750" name="Google Shape;750;g2d3c64ac7e6_8_70"/>
          <p:cNvSpPr/>
          <p:nvPr/>
        </p:nvSpPr>
        <p:spPr>
          <a:xfrm>
            <a:off x="238125" y="1143000"/>
            <a:ext cx="2595565" cy="142875"/>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1" name="Google Shape;751;g2d3c64ac7e6_8_70"/>
          <p:cNvSpPr/>
          <p:nvPr/>
        </p:nvSpPr>
        <p:spPr>
          <a:xfrm>
            <a:off x="238125" y="1143000"/>
            <a:ext cx="895351" cy="142875"/>
          </a:xfrm>
          <a:prstGeom prst="roundRect">
            <a:avLst>
              <a:gd fmla="val 333600" name="adj"/>
            </a:avLst>
          </a:prstGeom>
          <a:solidFill>
            <a:srgbClr val="FF4F00"/>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2" name="Google Shape;752;g2d3c64ac7e6_8_70"/>
          <p:cNvSpPr/>
          <p:nvPr/>
        </p:nvSpPr>
        <p:spPr>
          <a:xfrm>
            <a:off x="263525" y="1144587"/>
            <a:ext cx="844551"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FFFDF9"/>
              </a:buClr>
              <a:buSzPts val="600"/>
              <a:buFont typeface="Inter"/>
              <a:buNone/>
            </a:pPr>
            <a:r>
              <a:rPr b="1" i="0" lang="en" sz="600" u="none" cap="none" strike="noStrike">
                <a:solidFill>
                  <a:srgbClr val="FFFDF9"/>
                </a:solidFill>
                <a:latin typeface="Inter"/>
                <a:ea typeface="Inter"/>
                <a:cs typeface="Inter"/>
                <a:sym typeface="Inter"/>
              </a:rPr>
              <a:t>Customer onboarding</a:t>
            </a:r>
            <a:endParaRPr b="0" i="0" sz="600" u="none" cap="none" strike="noStrike">
              <a:solidFill>
                <a:schemeClr val="dk1"/>
              </a:solidFill>
              <a:latin typeface="Inter"/>
              <a:ea typeface="Inter"/>
              <a:cs typeface="Inter"/>
              <a:sym typeface="Inter"/>
            </a:endParaRPr>
          </a:p>
        </p:txBody>
      </p:sp>
      <p:sp>
        <p:nvSpPr>
          <p:cNvPr id="753" name="Google Shape;753;g2d3c64ac7e6_8_70"/>
          <p:cNvSpPr/>
          <p:nvPr/>
        </p:nvSpPr>
        <p:spPr>
          <a:xfrm>
            <a:off x="1228726" y="1143000"/>
            <a:ext cx="942976" cy="142875"/>
          </a:xfrm>
          <a:prstGeom prst="roundRect">
            <a:avLst>
              <a:gd fmla="val 333600" name="adj"/>
            </a:avLst>
          </a:prstGeom>
          <a:solidFill>
            <a:srgbClr val="FF4F00"/>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4" name="Google Shape;754;g2d3c64ac7e6_8_70"/>
          <p:cNvSpPr/>
          <p:nvPr/>
        </p:nvSpPr>
        <p:spPr>
          <a:xfrm>
            <a:off x="1254126" y="1144587"/>
            <a:ext cx="892176"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FFFDF9"/>
              </a:buClr>
              <a:buSzPts val="600"/>
              <a:buFont typeface="Inter"/>
              <a:buNone/>
            </a:pPr>
            <a:r>
              <a:rPr b="1" i="0" lang="en" sz="600" u="none" cap="none" strike="noStrike">
                <a:solidFill>
                  <a:srgbClr val="FFFDF9"/>
                </a:solidFill>
                <a:latin typeface="Inter"/>
                <a:ea typeface="Inter"/>
                <a:cs typeface="Inter"/>
                <a:sym typeface="Inter"/>
              </a:rPr>
              <a:t>Inventory management</a:t>
            </a:r>
            <a:endParaRPr b="0" i="0" sz="600" u="none" cap="none" strike="noStrike">
              <a:solidFill>
                <a:schemeClr val="dk1"/>
              </a:solidFill>
              <a:latin typeface="Inter"/>
              <a:ea typeface="Inter"/>
              <a:cs typeface="Inter"/>
              <a:sym typeface="Inter"/>
            </a:endParaRPr>
          </a:p>
        </p:txBody>
      </p:sp>
      <p:sp>
        <p:nvSpPr>
          <p:cNvPr id="755" name="Google Shape;755;g2d3c64ac7e6_8_70"/>
          <p:cNvSpPr/>
          <p:nvPr/>
        </p:nvSpPr>
        <p:spPr>
          <a:xfrm>
            <a:off x="2266952" y="1143000"/>
            <a:ext cx="566738" cy="142875"/>
          </a:xfrm>
          <a:prstGeom prst="roundRect">
            <a:avLst>
              <a:gd fmla="val 333600" name="adj"/>
            </a:avLst>
          </a:prstGeom>
          <a:solidFill>
            <a:srgbClr val="C1B7F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6" name="Google Shape;756;g2d3c64ac7e6_8_70"/>
          <p:cNvSpPr/>
          <p:nvPr/>
        </p:nvSpPr>
        <p:spPr>
          <a:xfrm>
            <a:off x="2292352" y="1144587"/>
            <a:ext cx="515938"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403F3E"/>
              </a:buClr>
              <a:buSzPts val="600"/>
              <a:buFont typeface="Inter"/>
              <a:buNone/>
            </a:pPr>
            <a:r>
              <a:rPr b="1" i="0" lang="en" sz="600" u="none" cap="none" strike="noStrike">
                <a:solidFill>
                  <a:srgbClr val="403F3E"/>
                </a:solidFill>
                <a:latin typeface="Inter"/>
                <a:ea typeface="Inter"/>
                <a:cs typeface="Inter"/>
                <a:sym typeface="Inter"/>
              </a:rPr>
              <a:t>E-Commerce</a:t>
            </a:r>
            <a:endParaRPr b="0" i="0" sz="600" u="none" cap="none" strike="noStrike">
              <a:solidFill>
                <a:schemeClr val="dk1"/>
              </a:solidFill>
              <a:latin typeface="Inter"/>
              <a:ea typeface="Inter"/>
              <a:cs typeface="Inter"/>
              <a:sym typeface="Inter"/>
            </a:endParaRPr>
          </a:p>
        </p:txBody>
      </p:sp>
      <p:sp>
        <p:nvSpPr>
          <p:cNvPr id="757" name="Google Shape;757;g2d3c64ac7e6_8_70"/>
          <p:cNvSpPr/>
          <p:nvPr/>
        </p:nvSpPr>
        <p:spPr>
          <a:xfrm>
            <a:off x="238125" y="238125"/>
            <a:ext cx="4148142" cy="1680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8" name="Google Shape;758;g2d3c64ac7e6_8_70"/>
          <p:cNvSpPr/>
          <p:nvPr/>
        </p:nvSpPr>
        <p:spPr>
          <a:xfrm>
            <a:off x="238125" y="238125"/>
            <a:ext cx="4148142" cy="1680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9" name="Google Shape;759;g2d3c64ac7e6_8_70"/>
          <p:cNvSpPr/>
          <p:nvPr/>
        </p:nvSpPr>
        <p:spPr>
          <a:xfrm>
            <a:off x="238125" y="238125"/>
            <a:ext cx="3336928" cy="199838"/>
          </a:xfrm>
          <a:prstGeom prst="rect">
            <a:avLst/>
          </a:prstGeom>
          <a:noFill/>
          <a:ln>
            <a:noFill/>
          </a:ln>
        </p:spPr>
        <p:txBody>
          <a:bodyPr anchorCtr="0" anchor="t" bIns="0" lIns="0" spcFirstLastPara="1" rIns="0" wrap="square" tIns="0">
            <a:noAutofit/>
          </a:bodyPr>
          <a:lstStyle/>
          <a:p>
            <a:pPr indent="0" lvl="0" marL="0" marR="0" rtl="0" algn="l">
              <a:lnSpc>
                <a:spcPct val="250000"/>
              </a:lnSpc>
              <a:spcBef>
                <a:spcPts val="0"/>
              </a:spcBef>
              <a:spcAft>
                <a:spcPts val="0"/>
              </a:spcAft>
              <a:buClr>
                <a:srgbClr val="201515"/>
              </a:buClr>
              <a:buSzPts val="700"/>
              <a:buFont typeface="Play"/>
              <a:buNone/>
            </a:pPr>
            <a:r>
              <a:rPr b="0" i="0" lang="en" sz="700" u="none" cap="none" strike="noStrike">
                <a:solidFill>
                  <a:srgbClr val="201515"/>
                </a:solidFill>
                <a:latin typeface="Inter"/>
                <a:ea typeface="Inter"/>
                <a:cs typeface="Inter"/>
                <a:sym typeface="Inter"/>
              </a:rPr>
              <a:t>CUSTOMER SUCCESS STORY</a:t>
            </a:r>
            <a:endParaRPr b="0" i="0" sz="700" u="none" cap="none" strike="noStrike">
              <a:solidFill>
                <a:schemeClr val="dk1"/>
              </a:solidFill>
              <a:latin typeface="Inter"/>
              <a:ea typeface="Inter"/>
              <a:cs typeface="Inter"/>
              <a:sym typeface="Inter"/>
            </a:endParaRPr>
          </a:p>
        </p:txBody>
      </p:sp>
      <p:sp>
        <p:nvSpPr>
          <p:cNvPr id="760" name="Google Shape;760;g2d3c64ac7e6_8_70"/>
          <p:cNvSpPr/>
          <p:nvPr/>
        </p:nvSpPr>
        <p:spPr>
          <a:xfrm>
            <a:off x="238125" y="404813"/>
            <a:ext cx="4148142"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1" name="Google Shape;761;g2d3c64ac7e6_8_70"/>
          <p:cNvSpPr/>
          <p:nvPr/>
        </p:nvSpPr>
        <p:spPr>
          <a:xfrm>
            <a:off x="238125" y="404813"/>
            <a:ext cx="1366839"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762" name="Google Shape;762;g2d3c64ac7e6_8_70"/>
          <p:cNvPicPr preferRelativeResize="0"/>
          <p:nvPr/>
        </p:nvPicPr>
        <p:blipFill rotWithShape="1">
          <a:blip r:embed="rId3">
            <a:alphaModFix/>
          </a:blip>
          <a:srcRect b="0" l="0" r="0" t="0"/>
          <a:stretch/>
        </p:blipFill>
        <p:spPr>
          <a:xfrm>
            <a:off x="238125" y="404813"/>
            <a:ext cx="1366839" cy="571429"/>
          </a:xfrm>
          <a:prstGeom prst="rect">
            <a:avLst/>
          </a:prstGeom>
          <a:noFill/>
          <a:ln>
            <a:noFill/>
          </a:ln>
        </p:spPr>
      </p:pic>
      <p:pic>
        <p:nvPicPr>
          <p:cNvPr descr=" " id="763" name="Google Shape;763;g2d3c64ac7e6_8_70"/>
          <p:cNvPicPr preferRelativeResize="0"/>
          <p:nvPr/>
        </p:nvPicPr>
        <p:blipFill rotWithShape="1">
          <a:blip r:embed="rId4">
            <a:alphaModFix/>
          </a:blip>
          <a:srcRect b="0" l="0" r="0" t="0"/>
          <a:stretch/>
        </p:blipFill>
        <p:spPr>
          <a:xfrm>
            <a:off x="1652589" y="404813"/>
            <a:ext cx="9525" cy="571429"/>
          </a:xfrm>
          <a:prstGeom prst="rect">
            <a:avLst/>
          </a:prstGeom>
          <a:noFill/>
          <a:ln>
            <a:noFill/>
          </a:ln>
        </p:spPr>
      </p:pic>
      <p:sp>
        <p:nvSpPr>
          <p:cNvPr id="764" name="Google Shape;764;g2d3c64ac7e6_8_70"/>
          <p:cNvSpPr/>
          <p:nvPr/>
        </p:nvSpPr>
        <p:spPr>
          <a:xfrm>
            <a:off x="1709739" y="404813"/>
            <a:ext cx="2676527"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765" name="Google Shape;765;g2d3c64ac7e6_8_70"/>
          <p:cNvPicPr preferRelativeResize="0"/>
          <p:nvPr/>
        </p:nvPicPr>
        <p:blipFill rotWithShape="1">
          <a:blip r:embed="rId5">
            <a:alphaModFix/>
          </a:blip>
          <a:srcRect b="0" l="0" r="0" t="0"/>
          <a:stretch/>
        </p:blipFill>
        <p:spPr>
          <a:xfrm>
            <a:off x="1709739" y="452438"/>
            <a:ext cx="2676527" cy="476191"/>
          </a:xfrm>
          <a:prstGeom prst="rect">
            <a:avLst/>
          </a:prstGeom>
          <a:noFill/>
          <a:ln>
            <a:noFill/>
          </a:ln>
        </p:spPr>
      </p:pic>
      <p:sp>
        <p:nvSpPr>
          <p:cNvPr id="766" name="Google Shape;766;g2d3c64ac7e6_8_70"/>
          <p:cNvSpPr/>
          <p:nvPr/>
        </p:nvSpPr>
        <p:spPr>
          <a:xfrm>
            <a:off x="238125" y="1524000"/>
            <a:ext cx="1738314" cy="489916"/>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7" name="Google Shape;767;g2d3c64ac7e6_8_70"/>
          <p:cNvSpPr/>
          <p:nvPr/>
        </p:nvSpPr>
        <p:spPr>
          <a:xfrm>
            <a:off x="238125"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8" name="Google Shape;768;g2d3c64ac7e6_8_70"/>
          <p:cNvSpPr/>
          <p:nvPr/>
        </p:nvSpPr>
        <p:spPr>
          <a:xfrm>
            <a:off x="238125"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769" name="Google Shape;769;g2d3c64ac7e6_8_70"/>
          <p:cNvPicPr preferRelativeResize="0"/>
          <p:nvPr/>
        </p:nvPicPr>
        <p:blipFill rotWithShape="1">
          <a:blip r:embed="rId6">
            <a:alphaModFix/>
          </a:blip>
          <a:srcRect b="0" l="0" r="0" t="0"/>
          <a:stretch/>
        </p:blipFill>
        <p:spPr>
          <a:xfrm>
            <a:off x="285750" y="1571625"/>
            <a:ext cx="285750" cy="285715"/>
          </a:xfrm>
          <a:prstGeom prst="rect">
            <a:avLst/>
          </a:prstGeom>
          <a:noFill/>
          <a:ln>
            <a:noFill/>
          </a:ln>
        </p:spPr>
      </p:pic>
      <p:sp>
        <p:nvSpPr>
          <p:cNvPr id="770" name="Google Shape;770;g2d3c64ac7e6_8_70"/>
          <p:cNvSpPr/>
          <p:nvPr/>
        </p:nvSpPr>
        <p:spPr>
          <a:xfrm>
            <a:off x="690563"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1" name="Google Shape;771;g2d3c64ac7e6_8_70"/>
          <p:cNvSpPr/>
          <p:nvPr/>
        </p:nvSpPr>
        <p:spPr>
          <a:xfrm>
            <a:off x="690563"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772" name="Google Shape;772;g2d3c64ac7e6_8_70"/>
          <p:cNvPicPr preferRelativeResize="0"/>
          <p:nvPr/>
        </p:nvPicPr>
        <p:blipFill rotWithShape="1">
          <a:blip r:embed="rId7">
            <a:alphaModFix/>
          </a:blip>
          <a:srcRect b="0" l="0" r="0" t="0"/>
          <a:stretch/>
        </p:blipFill>
        <p:spPr>
          <a:xfrm>
            <a:off x="738188" y="1571625"/>
            <a:ext cx="285750" cy="285715"/>
          </a:xfrm>
          <a:prstGeom prst="rect">
            <a:avLst/>
          </a:prstGeom>
          <a:noFill/>
          <a:ln>
            <a:noFill/>
          </a:ln>
        </p:spPr>
      </p:pic>
      <p:sp>
        <p:nvSpPr>
          <p:cNvPr id="773" name="Google Shape;773;g2d3c64ac7e6_8_70"/>
          <p:cNvSpPr/>
          <p:nvPr/>
        </p:nvSpPr>
        <p:spPr>
          <a:xfrm>
            <a:off x="1143001"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4" name="Google Shape;774;g2d3c64ac7e6_8_70"/>
          <p:cNvSpPr/>
          <p:nvPr/>
        </p:nvSpPr>
        <p:spPr>
          <a:xfrm>
            <a:off x="1143001"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775" name="Google Shape;775;g2d3c64ac7e6_8_70"/>
          <p:cNvPicPr preferRelativeResize="0"/>
          <p:nvPr/>
        </p:nvPicPr>
        <p:blipFill rotWithShape="1">
          <a:blip r:embed="rId8">
            <a:alphaModFix/>
          </a:blip>
          <a:srcRect b="0" l="0" r="0" t="0"/>
          <a:stretch/>
        </p:blipFill>
        <p:spPr>
          <a:xfrm>
            <a:off x="1190626" y="1571625"/>
            <a:ext cx="285750" cy="285715"/>
          </a:xfrm>
          <a:prstGeom prst="rect">
            <a:avLst/>
          </a:prstGeom>
          <a:noFill/>
          <a:ln>
            <a:noFill/>
          </a:ln>
        </p:spPr>
      </p:pic>
      <p:sp>
        <p:nvSpPr>
          <p:cNvPr id="776" name="Google Shape;776;g2d3c64ac7e6_8_70"/>
          <p:cNvSpPr/>
          <p:nvPr/>
        </p:nvSpPr>
        <p:spPr>
          <a:xfrm>
            <a:off x="1595439"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7" name="Google Shape;777;g2d3c64ac7e6_8_70"/>
          <p:cNvSpPr/>
          <p:nvPr/>
        </p:nvSpPr>
        <p:spPr>
          <a:xfrm>
            <a:off x="1595439"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778" name="Google Shape;778;g2d3c64ac7e6_8_70"/>
          <p:cNvPicPr preferRelativeResize="0"/>
          <p:nvPr/>
        </p:nvPicPr>
        <p:blipFill rotWithShape="1">
          <a:blip r:embed="rId9">
            <a:alphaModFix/>
          </a:blip>
          <a:srcRect b="0" l="0" r="0" t="0"/>
          <a:stretch/>
        </p:blipFill>
        <p:spPr>
          <a:xfrm>
            <a:off x="1643064" y="1571625"/>
            <a:ext cx="285750" cy="285715"/>
          </a:xfrm>
          <a:prstGeom prst="rect">
            <a:avLst/>
          </a:prstGeom>
          <a:noFill/>
          <a:ln>
            <a:noFill/>
          </a:ln>
        </p:spPr>
      </p:pic>
      <p:sp>
        <p:nvSpPr>
          <p:cNvPr id="779" name="Google Shape;779;g2d3c64ac7e6_8_70"/>
          <p:cNvSpPr/>
          <p:nvPr/>
        </p:nvSpPr>
        <p:spPr>
          <a:xfrm>
            <a:off x="238125" y="2252042"/>
            <a:ext cx="4095754" cy="10429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g2d3c64ac7e6_8_70"/>
          <p:cNvSpPr/>
          <p:nvPr/>
        </p:nvSpPr>
        <p:spPr>
          <a:xfrm>
            <a:off x="238125" y="2201242"/>
            <a:ext cx="546101" cy="217488"/>
          </a:xfrm>
          <a:prstGeom prst="rect">
            <a:avLst/>
          </a:prstGeom>
          <a:noFill/>
          <a:ln>
            <a:noFill/>
          </a:ln>
        </p:spPr>
        <p:txBody>
          <a:bodyPr anchorCtr="0" anchor="b" bIns="0" lIns="0" spcFirstLastPara="1" rIns="0" wrap="square" tIns="0">
            <a:noAutofit/>
          </a:bodyPr>
          <a:lstStyle/>
          <a:p>
            <a:pPr indent="0" lvl="0" marL="0" marR="0" rtl="0" algn="l">
              <a:lnSpc>
                <a:spcPct val="109375"/>
              </a:lnSpc>
              <a:spcBef>
                <a:spcPts val="0"/>
              </a:spcBef>
              <a:spcAft>
                <a:spcPts val="0"/>
              </a:spcAft>
              <a:buClr>
                <a:srgbClr val="000000"/>
              </a:buClr>
              <a:buSzPts val="1200"/>
              <a:buFont typeface="Inter"/>
              <a:buNone/>
            </a:pPr>
            <a:r>
              <a:rPr b="1" i="0" lang="en" sz="1200" u="none" cap="none" strike="noStrike">
                <a:solidFill>
                  <a:srgbClr val="000000"/>
                </a:solidFill>
                <a:latin typeface="Inter"/>
                <a:ea typeface="Inter"/>
                <a:cs typeface="Inter"/>
                <a:sym typeface="Inter"/>
              </a:rPr>
              <a:t>Before </a:t>
            </a:r>
            <a:endParaRPr b="0" i="0" sz="1200" u="none" cap="none" strike="noStrike">
              <a:solidFill>
                <a:schemeClr val="dk1"/>
              </a:solidFill>
              <a:latin typeface="Inter"/>
              <a:ea typeface="Inter"/>
              <a:cs typeface="Inter"/>
              <a:sym typeface="Inter"/>
            </a:endParaRPr>
          </a:p>
        </p:txBody>
      </p:sp>
      <p:sp>
        <p:nvSpPr>
          <p:cNvPr id="781" name="Google Shape;781;g2d3c64ac7e6_8_70"/>
          <p:cNvSpPr/>
          <p:nvPr/>
        </p:nvSpPr>
        <p:spPr>
          <a:xfrm>
            <a:off x="238125" y="2446900"/>
            <a:ext cx="3962400" cy="950400"/>
          </a:xfrm>
          <a:prstGeom prst="rect">
            <a:avLst/>
          </a:prstGeom>
          <a:noFill/>
          <a:ln>
            <a:noFill/>
          </a:ln>
        </p:spPr>
        <p:txBody>
          <a:bodyPr anchorCtr="0" anchor="t"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No capacity to onboard new wholesale customers, resulting in lost revenue</a:t>
            </a:r>
            <a:endParaRPr b="0" i="0" sz="1000" u="none" cap="none" strike="noStrike">
              <a:solidFill>
                <a:srgbClr val="000000"/>
              </a:solidFill>
              <a:latin typeface="Inter"/>
              <a:ea typeface="Inter"/>
              <a:cs typeface="Inter"/>
              <a:sym typeface="Inter"/>
            </a:endParaRPr>
          </a:p>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chemeClr val="dk1"/>
                </a:solidFill>
                <a:latin typeface="Inter"/>
                <a:ea typeface="Inter"/>
                <a:cs typeface="Inter"/>
                <a:sym typeface="Inter"/>
              </a:rPr>
              <a:t>Manual inventory management was prone to errors.</a:t>
            </a:r>
            <a:endParaRPr b="0" i="0" sz="1000" u="none" cap="none" strike="noStrike">
              <a:solidFill>
                <a:schemeClr val="dk1"/>
              </a:solidFill>
              <a:latin typeface="Inter"/>
              <a:ea typeface="Inter"/>
              <a:cs typeface="Inter"/>
              <a:sym typeface="Inter"/>
            </a:endParaRPr>
          </a:p>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chemeClr val="dk1"/>
                </a:solidFill>
                <a:latin typeface="Inter"/>
                <a:ea typeface="Inter"/>
                <a:cs typeface="Inter"/>
                <a:sym typeface="Inter"/>
              </a:rPr>
              <a:t>Incorrect shipments and unhappy customers because they couldn't track order changes. </a:t>
            </a:r>
            <a:endParaRPr b="0" i="0" sz="1000" u="none" cap="none" strike="noStrike">
              <a:solidFill>
                <a:srgbClr val="000000"/>
              </a:solidFill>
              <a:latin typeface="Inter"/>
              <a:ea typeface="Inter"/>
              <a:cs typeface="Inter"/>
              <a:sym typeface="Inter"/>
            </a:endParaRPr>
          </a:p>
        </p:txBody>
      </p:sp>
      <p:sp>
        <p:nvSpPr>
          <p:cNvPr id="782" name="Google Shape;782;g2d3c64ac7e6_8_70"/>
          <p:cNvSpPr/>
          <p:nvPr/>
        </p:nvSpPr>
        <p:spPr>
          <a:xfrm>
            <a:off x="227800" y="3374704"/>
            <a:ext cx="1722600" cy="217500"/>
          </a:xfrm>
          <a:prstGeom prst="rect">
            <a:avLst/>
          </a:prstGeom>
          <a:noFill/>
          <a:ln>
            <a:noFill/>
          </a:ln>
        </p:spPr>
        <p:txBody>
          <a:bodyPr anchorCtr="0" anchor="b" bIns="0" lIns="0" spcFirstLastPara="1" rIns="0" wrap="square" tIns="0">
            <a:noAutofit/>
          </a:bodyPr>
          <a:lstStyle/>
          <a:p>
            <a:pPr indent="0" lvl="0" marL="0" marR="0" rtl="0" algn="l">
              <a:lnSpc>
                <a:spcPct val="109375"/>
              </a:lnSpc>
              <a:spcBef>
                <a:spcPts val="0"/>
              </a:spcBef>
              <a:spcAft>
                <a:spcPts val="0"/>
              </a:spcAft>
              <a:buClr>
                <a:srgbClr val="000000"/>
              </a:buClr>
              <a:buSzPts val="1200"/>
              <a:buFont typeface="Inter"/>
              <a:buNone/>
            </a:pPr>
            <a:r>
              <a:rPr b="1" i="0" lang="en" sz="1200" u="none" cap="none" strike="noStrike">
                <a:solidFill>
                  <a:srgbClr val="000000"/>
                </a:solidFill>
                <a:latin typeface="Inter"/>
                <a:ea typeface="Inter"/>
                <a:cs typeface="Inter"/>
                <a:sym typeface="Inter"/>
              </a:rPr>
              <a:t>After</a:t>
            </a:r>
            <a:endParaRPr b="0" i="0" sz="1200" u="none" cap="none" strike="noStrike">
              <a:solidFill>
                <a:schemeClr val="dk1"/>
              </a:solidFill>
              <a:latin typeface="Inter"/>
              <a:ea typeface="Inter"/>
              <a:cs typeface="Inter"/>
              <a:sym typeface="Inter"/>
            </a:endParaRPr>
          </a:p>
        </p:txBody>
      </p:sp>
      <p:sp>
        <p:nvSpPr>
          <p:cNvPr id="783" name="Google Shape;783;g2d3c64ac7e6_8_70"/>
          <p:cNvSpPr/>
          <p:nvPr/>
        </p:nvSpPr>
        <p:spPr>
          <a:xfrm>
            <a:off x="217500" y="3642075"/>
            <a:ext cx="4095900" cy="1626600"/>
          </a:xfrm>
          <a:prstGeom prst="rect">
            <a:avLst/>
          </a:prstGeom>
          <a:noFill/>
          <a:ln>
            <a:noFill/>
          </a:ln>
        </p:spPr>
        <p:txBody>
          <a:bodyPr anchorCtr="0" anchor="t"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Revenue growth, fueled by automation, enabled them to grow by 4X in 3 years</a:t>
            </a:r>
            <a:endParaRPr b="0" i="0" sz="1000" u="none" cap="none" strike="noStrike">
              <a:solidFill>
                <a:srgbClr val="000000"/>
              </a:solidFill>
              <a:latin typeface="Inter"/>
              <a:ea typeface="Inter"/>
              <a:cs typeface="Inter"/>
              <a:sym typeface="Inter"/>
            </a:endParaRPr>
          </a:p>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chemeClr val="dk1"/>
                </a:solidFill>
                <a:latin typeface="Inter"/>
                <a:ea typeface="Inter"/>
                <a:cs typeface="Inter"/>
                <a:sym typeface="Inter"/>
              </a:rPr>
              <a:t>Document management, and order processing is automated. Fellow now only spends 8-10 hours a week onboarding.  </a:t>
            </a:r>
            <a:endParaRPr b="0" i="0" sz="1000" u="none" cap="none" strike="noStrike">
              <a:solidFill>
                <a:schemeClr val="dk1"/>
              </a:solidFill>
              <a:latin typeface="Inter"/>
              <a:ea typeface="Inter"/>
              <a:cs typeface="Inter"/>
              <a:sym typeface="Inter"/>
            </a:endParaRPr>
          </a:p>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chemeClr val="dk1"/>
                </a:solidFill>
                <a:latin typeface="Inter"/>
                <a:ea typeface="Inter"/>
                <a:cs typeface="Inter"/>
                <a:sym typeface="Inter"/>
              </a:rPr>
              <a:t>Streamlined order updates and comms between eCommerce platform and fulfillment, resulting in happier customers (and employees).</a:t>
            </a:r>
            <a:endParaRPr b="0" i="0" sz="1000" u="none" cap="none" strike="noStrike">
              <a:solidFill>
                <a:srgbClr val="000000"/>
              </a:solidFill>
              <a:latin typeface="Inter"/>
              <a:ea typeface="Inter"/>
              <a:cs typeface="Inter"/>
              <a:sym typeface="Inter"/>
            </a:endParaRPr>
          </a:p>
        </p:txBody>
      </p:sp>
      <p:sp>
        <p:nvSpPr>
          <p:cNvPr id="784" name="Google Shape;784;g2d3c64ac7e6_8_70"/>
          <p:cNvSpPr/>
          <p:nvPr/>
        </p:nvSpPr>
        <p:spPr>
          <a:xfrm>
            <a:off x="4572004" y="0"/>
            <a:ext cx="4572004" cy="5143500"/>
          </a:xfrm>
          <a:prstGeom prst="rect">
            <a:avLst/>
          </a:prstGeom>
          <a:solidFill>
            <a:srgbClr val="1F3121"/>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5" name="Google Shape;785;g2d3c64ac7e6_8_70"/>
          <p:cNvSpPr/>
          <p:nvPr/>
        </p:nvSpPr>
        <p:spPr>
          <a:xfrm>
            <a:off x="4876805" y="304800"/>
            <a:ext cx="3962404" cy="45339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6" name="Google Shape;786;g2d3c64ac7e6_8_70"/>
          <p:cNvSpPr/>
          <p:nvPr/>
        </p:nvSpPr>
        <p:spPr>
          <a:xfrm>
            <a:off x="4876805" y="304800"/>
            <a:ext cx="3962404" cy="2171700"/>
          </a:xfrm>
          <a:prstGeom prst="roundRect">
            <a:avLst>
              <a:gd fmla="val 2211"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7" name="Google Shape;787;g2d3c64ac7e6_8_70"/>
          <p:cNvSpPr/>
          <p:nvPr/>
        </p:nvSpPr>
        <p:spPr>
          <a:xfrm>
            <a:off x="5048255" y="476250"/>
            <a:ext cx="1023537" cy="18288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8" name="Google Shape;788;g2d3c64ac7e6_8_70"/>
          <p:cNvSpPr/>
          <p:nvPr/>
        </p:nvSpPr>
        <p:spPr>
          <a:xfrm>
            <a:off x="5095880" y="964406"/>
            <a:ext cx="928287" cy="8524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9" name="Google Shape;789;g2d3c64ac7e6_8_70"/>
          <p:cNvSpPr/>
          <p:nvPr/>
        </p:nvSpPr>
        <p:spPr>
          <a:xfrm>
            <a:off x="5095880" y="964406"/>
            <a:ext cx="757238" cy="1042988"/>
          </a:xfrm>
          <a:prstGeom prst="rect">
            <a:avLst/>
          </a:prstGeom>
          <a:noFill/>
          <a:ln>
            <a:noFill/>
          </a:ln>
        </p:spPr>
        <p:txBody>
          <a:bodyPr anchorCtr="0" anchor="t" bIns="0" lIns="0" spcFirstLastPara="1" rIns="0" wrap="square" tIns="0">
            <a:noAutofit/>
          </a:bodyPr>
          <a:lstStyle/>
          <a:p>
            <a:pPr indent="0" lvl="0" marL="0" marR="0" rtl="0" algn="l">
              <a:lnSpc>
                <a:spcPct val="149141"/>
              </a:lnSpc>
              <a:spcBef>
                <a:spcPts val="0"/>
              </a:spcBef>
              <a:spcAft>
                <a:spcPts val="0"/>
              </a:spcAft>
              <a:buClr>
                <a:srgbClr val="2B2358"/>
              </a:buClr>
              <a:buSzPts val="4500"/>
              <a:buFont typeface="Arial"/>
              <a:buNone/>
            </a:pPr>
            <a:r>
              <a:rPr b="1" i="0" lang="en" sz="4500" u="none" cap="none" strike="noStrike">
                <a:solidFill>
                  <a:srgbClr val="2B2358"/>
                </a:solidFill>
                <a:latin typeface="Inter"/>
                <a:ea typeface="Inter"/>
                <a:cs typeface="Inter"/>
                <a:sym typeface="Inter"/>
              </a:rPr>
              <a:t>75</a:t>
            </a:r>
            <a:endParaRPr b="1" i="0" sz="4500" u="none" cap="none" strike="noStrike">
              <a:solidFill>
                <a:schemeClr val="dk1"/>
              </a:solidFill>
              <a:latin typeface="Inter"/>
              <a:ea typeface="Inter"/>
              <a:cs typeface="Inter"/>
              <a:sym typeface="Inter"/>
            </a:endParaRPr>
          </a:p>
        </p:txBody>
      </p:sp>
      <p:sp>
        <p:nvSpPr>
          <p:cNvPr id="790" name="Google Shape;790;g2d3c64ac7e6_8_70"/>
          <p:cNvSpPr/>
          <p:nvPr/>
        </p:nvSpPr>
        <p:spPr>
          <a:xfrm>
            <a:off x="5685830" y="733419"/>
            <a:ext cx="485400" cy="5526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2B2358"/>
              </a:buClr>
              <a:buSzPts val="3400"/>
              <a:buFont typeface="Arial"/>
              <a:buNone/>
            </a:pPr>
            <a:r>
              <a:rPr b="1" i="0" lang="en" sz="3400" u="none" cap="none" strike="noStrike">
                <a:solidFill>
                  <a:srgbClr val="2B2358"/>
                </a:solidFill>
                <a:latin typeface="Arial"/>
                <a:ea typeface="Arial"/>
                <a:cs typeface="Arial"/>
                <a:sym typeface="Arial"/>
              </a:rPr>
              <a:t>%</a:t>
            </a:r>
            <a:endParaRPr b="1" i="0" sz="3400" u="none" cap="none" strike="noStrike">
              <a:solidFill>
                <a:schemeClr val="dk1"/>
              </a:solidFill>
              <a:latin typeface="Calibri"/>
              <a:ea typeface="Calibri"/>
              <a:cs typeface="Calibri"/>
              <a:sym typeface="Calibri"/>
            </a:endParaRPr>
          </a:p>
        </p:txBody>
      </p:sp>
      <p:sp>
        <p:nvSpPr>
          <p:cNvPr id="791" name="Google Shape;791;g2d3c64ac7e6_8_70"/>
          <p:cNvSpPr/>
          <p:nvPr/>
        </p:nvSpPr>
        <p:spPr>
          <a:xfrm>
            <a:off x="6243243" y="1035050"/>
            <a:ext cx="2507066" cy="711200"/>
          </a:xfrm>
          <a:prstGeom prst="rect">
            <a:avLst/>
          </a:prstGeom>
          <a:noFill/>
          <a:ln>
            <a:noFill/>
          </a:ln>
        </p:spPr>
        <p:txBody>
          <a:bodyPr anchorCtr="0" anchor="ctr" bIns="0" lIns="0" spcFirstLastPara="1" rIns="0" wrap="square" tIns="0">
            <a:noAutofit/>
          </a:bodyPr>
          <a:lstStyle/>
          <a:p>
            <a:pPr indent="0" lvl="0" marL="0" marR="0" rtl="0" algn="l">
              <a:lnSpc>
                <a:spcPct val="115384"/>
              </a:lnSpc>
              <a:spcBef>
                <a:spcPts val="0"/>
              </a:spcBef>
              <a:spcAft>
                <a:spcPts val="0"/>
              </a:spcAft>
              <a:buClr>
                <a:srgbClr val="201515"/>
              </a:buClr>
              <a:buSzPts val="1900"/>
              <a:buFont typeface="Play"/>
              <a:buNone/>
            </a:pPr>
            <a:r>
              <a:rPr b="1" i="0" lang="en" sz="1200" u="none" cap="none" strike="noStrike">
                <a:solidFill>
                  <a:srgbClr val="201515"/>
                </a:solidFill>
                <a:latin typeface="Inter"/>
                <a:ea typeface="Inter"/>
                <a:cs typeface="Inter"/>
                <a:sym typeface="Inter"/>
              </a:rPr>
              <a:t>More efficient customer onboarding</a:t>
            </a:r>
            <a:endParaRPr b="0" i="0" sz="1200" u="none" cap="none" strike="noStrike">
              <a:solidFill>
                <a:schemeClr val="dk1"/>
              </a:solidFill>
              <a:latin typeface="Inter"/>
              <a:ea typeface="Inter"/>
              <a:cs typeface="Inter"/>
              <a:sym typeface="Inter"/>
            </a:endParaRPr>
          </a:p>
        </p:txBody>
      </p:sp>
      <p:sp>
        <p:nvSpPr>
          <p:cNvPr id="792" name="Google Shape;792;g2d3c64ac7e6_8_70"/>
          <p:cNvSpPr/>
          <p:nvPr/>
        </p:nvSpPr>
        <p:spPr>
          <a:xfrm>
            <a:off x="4876805" y="2667000"/>
            <a:ext cx="3962404" cy="2171700"/>
          </a:xfrm>
          <a:prstGeom prst="roundRect">
            <a:avLst>
              <a:gd fmla="val 2211"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3" name="Google Shape;793;g2d3c64ac7e6_8_70"/>
          <p:cNvSpPr/>
          <p:nvPr/>
        </p:nvSpPr>
        <p:spPr>
          <a:xfrm>
            <a:off x="5048255" y="3352800"/>
            <a:ext cx="3619503" cy="8001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4" name="Google Shape;794;g2d3c64ac7e6_8_70"/>
          <p:cNvSpPr/>
          <p:nvPr/>
        </p:nvSpPr>
        <p:spPr>
          <a:xfrm>
            <a:off x="5048255" y="3352800"/>
            <a:ext cx="3619503" cy="8001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5" name="Google Shape;795;g2d3c64ac7e6_8_70"/>
          <p:cNvSpPr/>
          <p:nvPr/>
        </p:nvSpPr>
        <p:spPr>
          <a:xfrm>
            <a:off x="5048255" y="3505200"/>
            <a:ext cx="3619503" cy="4953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6" name="Google Shape;796;g2d3c64ac7e6_8_70"/>
          <p:cNvSpPr/>
          <p:nvPr/>
        </p:nvSpPr>
        <p:spPr>
          <a:xfrm>
            <a:off x="5048255" y="3505200"/>
            <a:ext cx="3619503" cy="485775"/>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7" name="Google Shape;797;g2d3c64ac7e6_8_70"/>
          <p:cNvSpPr/>
          <p:nvPr/>
        </p:nvSpPr>
        <p:spPr>
          <a:xfrm>
            <a:off x="5048255" y="3505200"/>
            <a:ext cx="3648078" cy="323850"/>
          </a:xfrm>
          <a:prstGeom prst="rect">
            <a:avLst/>
          </a:prstGeom>
          <a:noFill/>
          <a:ln>
            <a:noFill/>
          </a:ln>
        </p:spPr>
        <p:txBody>
          <a:bodyPr anchorCtr="0" anchor="t" bIns="0" lIns="0" spcFirstLastPara="1" rIns="0" wrap="square" tIns="0">
            <a:noAutofit/>
          </a:bodyPr>
          <a:lstStyle/>
          <a:p>
            <a:pPr indent="0" lvl="0" marL="0" marR="0" rtl="0" algn="l">
              <a:lnSpc>
                <a:spcPct val="172222"/>
              </a:lnSpc>
              <a:spcBef>
                <a:spcPts val="0"/>
              </a:spcBef>
              <a:spcAft>
                <a:spcPts val="0"/>
              </a:spcAft>
              <a:buClr>
                <a:srgbClr val="2D2E2E"/>
              </a:buClr>
              <a:buSzPts val="700"/>
              <a:buFont typeface="Inter"/>
              <a:buNone/>
            </a:pPr>
            <a:r>
              <a:rPr b="1" i="0" lang="en" sz="700" u="none" cap="none" strike="noStrike">
                <a:solidFill>
                  <a:srgbClr val="2D2E2E"/>
                </a:solidFill>
                <a:latin typeface="Inter"/>
                <a:ea typeface="Inter"/>
                <a:cs typeface="Inter"/>
                <a:sym typeface="Inter"/>
              </a:rPr>
              <a:t>"Because of Zapier, all of the account managers are able to focus their time on key accounts and the channel strategy that drives revenue growth."</a:t>
            </a:r>
            <a:endParaRPr b="0" i="0" sz="700" u="none" cap="none" strike="noStrike">
              <a:solidFill>
                <a:schemeClr val="dk1"/>
              </a:solidFill>
              <a:latin typeface="Inter"/>
              <a:ea typeface="Inter"/>
              <a:cs typeface="Inter"/>
              <a:sym typeface="Inter"/>
            </a:endParaRPr>
          </a:p>
        </p:txBody>
      </p:sp>
      <p:sp>
        <p:nvSpPr>
          <p:cNvPr id="798" name="Google Shape;798;g2d3c64ac7e6_8_70"/>
          <p:cNvSpPr/>
          <p:nvPr/>
        </p:nvSpPr>
        <p:spPr>
          <a:xfrm>
            <a:off x="5048255" y="3895725"/>
            <a:ext cx="1760539" cy="117475"/>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2D2E2E"/>
              </a:buClr>
              <a:buSzPts val="500"/>
              <a:buFont typeface="Inter"/>
              <a:buNone/>
            </a:pPr>
            <a:r>
              <a:rPr b="0" i="0" lang="en" sz="500" u="none" cap="none" strike="noStrike">
                <a:solidFill>
                  <a:srgbClr val="2D2E2E"/>
                </a:solidFill>
                <a:latin typeface="Inter"/>
                <a:ea typeface="Inter"/>
                <a:cs typeface="Inter"/>
                <a:sym typeface="Inter"/>
              </a:rPr>
              <a:t>— Alicia Roberts, Key Account Sales Manager at Fellow</a:t>
            </a:r>
            <a:endParaRPr b="0" i="0" sz="500" u="none" cap="none" strike="noStrike">
              <a:solidFill>
                <a:schemeClr val="dk1"/>
              </a:solidFill>
              <a:latin typeface="Inter"/>
              <a:ea typeface="Inter"/>
              <a:cs typeface="Inter"/>
              <a:sym typeface="Inter"/>
            </a:endParaRPr>
          </a:p>
        </p:txBody>
      </p:sp>
      <p:sp>
        <p:nvSpPr>
          <p:cNvPr id="799" name="Google Shape;799;g2d3c64ac7e6_8_70"/>
          <p:cNvSpPr/>
          <p:nvPr/>
        </p:nvSpPr>
        <p:spPr>
          <a:xfrm>
            <a:off x="238125" y="4829175"/>
            <a:ext cx="3433766" cy="2286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0" name="Google Shape;800;g2d3c64ac7e6_8_70"/>
          <p:cNvSpPr/>
          <p:nvPr/>
        </p:nvSpPr>
        <p:spPr>
          <a:xfrm>
            <a:off x="238125" y="4803775"/>
            <a:ext cx="3459300" cy="254100"/>
          </a:xfrm>
          <a:prstGeom prst="rect">
            <a:avLst/>
          </a:prstGeom>
          <a:noFill/>
          <a:ln>
            <a:noFill/>
          </a:ln>
        </p:spPr>
        <p:txBody>
          <a:bodyPr anchorCtr="0" anchor="b" bIns="0" lIns="0" spcFirstLastPara="1" rIns="0" wrap="square" tIns="0">
            <a:noAutofit/>
          </a:bodyPr>
          <a:lstStyle/>
          <a:p>
            <a:pPr indent="0" lvl="0" marL="0" marR="0" rtl="0" algn="l">
              <a:lnSpc>
                <a:spcPct val="150000"/>
              </a:lnSpc>
              <a:spcBef>
                <a:spcPts val="0"/>
              </a:spcBef>
              <a:spcAft>
                <a:spcPts val="0"/>
              </a:spcAft>
              <a:buClr>
                <a:srgbClr val="3D4592"/>
              </a:buClr>
              <a:buSzPts val="600"/>
              <a:buFont typeface="Inter"/>
              <a:buNone/>
            </a:pPr>
            <a:r>
              <a:rPr b="0" i="0" lang="en" sz="600" u="none" cap="none" strike="noStrike">
                <a:solidFill>
                  <a:srgbClr val="3D4592"/>
                </a:solidFill>
                <a:latin typeface="Inter"/>
                <a:ea typeface="Inter"/>
                <a:cs typeface="Inter"/>
                <a:sym typeface="Inter"/>
              </a:rPr>
              <a:t>🔗 Read the full customer story →</a:t>
            </a:r>
            <a:endParaRPr b="0" i="0" sz="6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9"/>
        </a:solidFill>
      </p:bgPr>
    </p:bg>
    <p:spTree>
      <p:nvGrpSpPr>
        <p:cNvPr id="805" name="Shape 805"/>
        <p:cNvGrpSpPr/>
        <p:nvPr/>
      </p:nvGrpSpPr>
      <p:grpSpPr>
        <a:xfrm>
          <a:off x="0" y="0"/>
          <a:ext cx="0" cy="0"/>
          <a:chOff x="0" y="0"/>
          <a:chExt cx="0" cy="0"/>
        </a:xfrm>
      </p:grpSpPr>
      <p:sp>
        <p:nvSpPr>
          <p:cNvPr id="806" name="Google Shape;806;g2d3c64ac7e6_8_131"/>
          <p:cNvSpPr/>
          <p:nvPr/>
        </p:nvSpPr>
        <p:spPr>
          <a:xfrm>
            <a:off x="0" y="0"/>
            <a:ext cx="4572004" cy="5153025"/>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7" name="Google Shape;807;g2d3c64ac7e6_8_131"/>
          <p:cNvSpPr/>
          <p:nvPr/>
        </p:nvSpPr>
        <p:spPr>
          <a:xfrm>
            <a:off x="238125" y="1143000"/>
            <a:ext cx="3471866" cy="142875"/>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8" name="Google Shape;808;g2d3c64ac7e6_8_131"/>
          <p:cNvSpPr/>
          <p:nvPr/>
        </p:nvSpPr>
        <p:spPr>
          <a:xfrm>
            <a:off x="238125" y="1143000"/>
            <a:ext cx="895351" cy="142875"/>
          </a:xfrm>
          <a:prstGeom prst="roundRect">
            <a:avLst>
              <a:gd fmla="val 333600" name="adj"/>
            </a:avLst>
          </a:prstGeom>
          <a:solidFill>
            <a:srgbClr val="FF4F00"/>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9" name="Google Shape;809;g2d3c64ac7e6_8_131"/>
          <p:cNvSpPr/>
          <p:nvPr/>
        </p:nvSpPr>
        <p:spPr>
          <a:xfrm>
            <a:off x="263525" y="1144587"/>
            <a:ext cx="844551"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FFFDF9"/>
              </a:buClr>
              <a:buSzPts val="600"/>
              <a:buFont typeface="Inter"/>
              <a:buNone/>
            </a:pPr>
            <a:r>
              <a:rPr b="1" i="0" lang="en" sz="600" u="none" cap="none" strike="noStrike">
                <a:solidFill>
                  <a:srgbClr val="FFFDF9"/>
                </a:solidFill>
                <a:latin typeface="Inter"/>
                <a:ea typeface="Inter"/>
                <a:cs typeface="Inter"/>
                <a:sym typeface="Inter"/>
              </a:rPr>
              <a:t>Customer onboarding</a:t>
            </a:r>
            <a:endParaRPr b="0" i="0" sz="600" u="none" cap="none" strike="noStrike">
              <a:solidFill>
                <a:schemeClr val="dk1"/>
              </a:solidFill>
              <a:latin typeface="Inter"/>
              <a:ea typeface="Inter"/>
              <a:cs typeface="Inter"/>
              <a:sym typeface="Inter"/>
            </a:endParaRPr>
          </a:p>
        </p:txBody>
      </p:sp>
      <p:sp>
        <p:nvSpPr>
          <p:cNvPr id="810" name="Google Shape;810;g2d3c64ac7e6_8_131"/>
          <p:cNvSpPr/>
          <p:nvPr/>
        </p:nvSpPr>
        <p:spPr>
          <a:xfrm>
            <a:off x="1228726" y="1143000"/>
            <a:ext cx="762001" cy="142875"/>
          </a:xfrm>
          <a:prstGeom prst="roundRect">
            <a:avLst>
              <a:gd fmla="val 333600" name="adj"/>
            </a:avLst>
          </a:prstGeom>
          <a:solidFill>
            <a:srgbClr val="FF4F00"/>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1" name="Google Shape;811;g2d3c64ac7e6_8_131"/>
          <p:cNvSpPr/>
          <p:nvPr/>
        </p:nvSpPr>
        <p:spPr>
          <a:xfrm>
            <a:off x="1254126" y="1144587"/>
            <a:ext cx="711201"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FFFDF9"/>
              </a:buClr>
              <a:buSzPts val="600"/>
              <a:buFont typeface="Inter"/>
              <a:buNone/>
            </a:pPr>
            <a:r>
              <a:rPr b="1" i="0" lang="en" sz="600" u="none" cap="none" strike="noStrike">
                <a:solidFill>
                  <a:srgbClr val="FFFDF9"/>
                </a:solidFill>
                <a:latin typeface="Inter"/>
                <a:ea typeface="Inter"/>
                <a:cs typeface="Inter"/>
                <a:sym typeface="Inter"/>
              </a:rPr>
              <a:t>Data management</a:t>
            </a:r>
            <a:endParaRPr b="0" i="0" sz="600" u="none" cap="none" strike="noStrike">
              <a:solidFill>
                <a:schemeClr val="dk1"/>
              </a:solidFill>
              <a:latin typeface="Inter"/>
              <a:ea typeface="Inter"/>
              <a:cs typeface="Inter"/>
              <a:sym typeface="Inter"/>
            </a:endParaRPr>
          </a:p>
        </p:txBody>
      </p:sp>
      <p:sp>
        <p:nvSpPr>
          <p:cNvPr id="812" name="Google Shape;812;g2d3c64ac7e6_8_131"/>
          <p:cNvSpPr/>
          <p:nvPr/>
        </p:nvSpPr>
        <p:spPr>
          <a:xfrm>
            <a:off x="2085977" y="1143000"/>
            <a:ext cx="1033463" cy="142875"/>
          </a:xfrm>
          <a:prstGeom prst="roundRect">
            <a:avLst>
              <a:gd fmla="val 333600" name="adj"/>
            </a:avLst>
          </a:prstGeom>
          <a:solidFill>
            <a:srgbClr val="CDE4E1"/>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3" name="Google Shape;813;g2d3c64ac7e6_8_131"/>
          <p:cNvSpPr/>
          <p:nvPr/>
        </p:nvSpPr>
        <p:spPr>
          <a:xfrm>
            <a:off x="2111377" y="1144587"/>
            <a:ext cx="982663"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403F3E"/>
              </a:buClr>
              <a:buSzPts val="600"/>
              <a:buFont typeface="Inter"/>
              <a:buNone/>
            </a:pPr>
            <a:r>
              <a:rPr b="1" i="0" lang="en" sz="600" u="none" cap="none" strike="noStrike">
                <a:solidFill>
                  <a:srgbClr val="403F3E"/>
                </a:solidFill>
                <a:latin typeface="Inter"/>
                <a:ea typeface="Inter"/>
                <a:cs typeface="Inter"/>
                <a:sym typeface="Inter"/>
              </a:rPr>
              <a:t>Company size: Enterprise</a:t>
            </a:r>
            <a:endParaRPr b="0" i="0" sz="600" u="none" cap="none" strike="noStrike">
              <a:solidFill>
                <a:schemeClr val="dk1"/>
              </a:solidFill>
              <a:latin typeface="Inter"/>
              <a:ea typeface="Inter"/>
              <a:cs typeface="Inter"/>
              <a:sym typeface="Inter"/>
            </a:endParaRPr>
          </a:p>
        </p:txBody>
      </p:sp>
      <p:sp>
        <p:nvSpPr>
          <p:cNvPr id="814" name="Google Shape;814;g2d3c64ac7e6_8_131"/>
          <p:cNvSpPr/>
          <p:nvPr/>
        </p:nvSpPr>
        <p:spPr>
          <a:xfrm>
            <a:off x="3214691" y="1143000"/>
            <a:ext cx="495300" cy="142875"/>
          </a:xfrm>
          <a:prstGeom prst="roundRect">
            <a:avLst>
              <a:gd fmla="val 333600" name="adj"/>
            </a:avLst>
          </a:prstGeom>
          <a:solidFill>
            <a:srgbClr val="C1B7F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5" name="Google Shape;815;g2d3c64ac7e6_8_131"/>
          <p:cNvSpPr/>
          <p:nvPr/>
        </p:nvSpPr>
        <p:spPr>
          <a:xfrm>
            <a:off x="3240090" y="1144587"/>
            <a:ext cx="444501"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403F3E"/>
              </a:buClr>
              <a:buSzPts val="600"/>
              <a:buFont typeface="Inter"/>
              <a:buNone/>
            </a:pPr>
            <a:r>
              <a:rPr b="1" i="0" lang="en" sz="600" u="none" cap="none" strike="noStrike">
                <a:solidFill>
                  <a:srgbClr val="403F3E"/>
                </a:solidFill>
                <a:latin typeface="Inter"/>
                <a:ea typeface="Inter"/>
                <a:cs typeface="Inter"/>
                <a:sym typeface="Inter"/>
              </a:rPr>
              <a:t>SaaS (B2B)</a:t>
            </a:r>
            <a:endParaRPr b="0" i="0" sz="600" u="none" cap="none" strike="noStrike">
              <a:solidFill>
                <a:schemeClr val="dk1"/>
              </a:solidFill>
              <a:latin typeface="Inter"/>
              <a:ea typeface="Inter"/>
              <a:cs typeface="Inter"/>
              <a:sym typeface="Inter"/>
            </a:endParaRPr>
          </a:p>
        </p:txBody>
      </p:sp>
      <p:sp>
        <p:nvSpPr>
          <p:cNvPr id="816" name="Google Shape;816;g2d3c64ac7e6_8_131"/>
          <p:cNvSpPr/>
          <p:nvPr/>
        </p:nvSpPr>
        <p:spPr>
          <a:xfrm>
            <a:off x="238125" y="238125"/>
            <a:ext cx="4095754" cy="7395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7" name="Google Shape;817;g2d3c64ac7e6_8_131"/>
          <p:cNvSpPr/>
          <p:nvPr/>
        </p:nvSpPr>
        <p:spPr>
          <a:xfrm>
            <a:off x="238125" y="238125"/>
            <a:ext cx="3336928" cy="199838"/>
          </a:xfrm>
          <a:prstGeom prst="rect">
            <a:avLst/>
          </a:prstGeom>
          <a:noFill/>
          <a:ln>
            <a:noFill/>
          </a:ln>
        </p:spPr>
        <p:txBody>
          <a:bodyPr anchorCtr="0" anchor="t" bIns="0" lIns="0" spcFirstLastPara="1" rIns="0" wrap="square" tIns="0">
            <a:noAutofit/>
          </a:bodyPr>
          <a:lstStyle/>
          <a:p>
            <a:pPr indent="0" lvl="0" marL="0" marR="0" rtl="0" algn="l">
              <a:lnSpc>
                <a:spcPct val="250000"/>
              </a:lnSpc>
              <a:spcBef>
                <a:spcPts val="0"/>
              </a:spcBef>
              <a:spcAft>
                <a:spcPts val="0"/>
              </a:spcAft>
              <a:buClr>
                <a:srgbClr val="201515"/>
              </a:buClr>
              <a:buSzPts val="700"/>
              <a:buFont typeface="Play"/>
              <a:buNone/>
            </a:pPr>
            <a:r>
              <a:rPr b="0" i="0" lang="en" sz="700" u="none" cap="none" strike="noStrike">
                <a:solidFill>
                  <a:srgbClr val="201515"/>
                </a:solidFill>
                <a:latin typeface="Inter"/>
                <a:ea typeface="Inter"/>
                <a:cs typeface="Inter"/>
                <a:sym typeface="Inter"/>
              </a:rPr>
              <a:t>CUSTOMER SUCCESS STORY</a:t>
            </a:r>
            <a:endParaRPr b="0" i="0" sz="700" u="none" cap="none" strike="noStrike">
              <a:solidFill>
                <a:schemeClr val="dk1"/>
              </a:solidFill>
              <a:latin typeface="Inter"/>
              <a:ea typeface="Inter"/>
              <a:cs typeface="Inter"/>
              <a:sym typeface="Inter"/>
            </a:endParaRPr>
          </a:p>
        </p:txBody>
      </p:sp>
      <p:sp>
        <p:nvSpPr>
          <p:cNvPr id="818" name="Google Shape;818;g2d3c64ac7e6_8_131"/>
          <p:cNvSpPr/>
          <p:nvPr/>
        </p:nvSpPr>
        <p:spPr>
          <a:xfrm>
            <a:off x="238125" y="406212"/>
            <a:ext cx="4095754"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9" name="Google Shape;819;g2d3c64ac7e6_8_131"/>
          <p:cNvSpPr/>
          <p:nvPr/>
        </p:nvSpPr>
        <p:spPr>
          <a:xfrm>
            <a:off x="238125" y="406212"/>
            <a:ext cx="1366839"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820" name="Google Shape;820;g2d3c64ac7e6_8_131"/>
          <p:cNvPicPr preferRelativeResize="0"/>
          <p:nvPr/>
        </p:nvPicPr>
        <p:blipFill rotWithShape="1">
          <a:blip r:embed="rId3">
            <a:alphaModFix/>
          </a:blip>
          <a:srcRect b="0" l="0" r="0" t="0"/>
          <a:stretch/>
        </p:blipFill>
        <p:spPr>
          <a:xfrm>
            <a:off x="238125" y="406212"/>
            <a:ext cx="1366839" cy="571429"/>
          </a:xfrm>
          <a:prstGeom prst="rect">
            <a:avLst/>
          </a:prstGeom>
          <a:noFill/>
          <a:ln>
            <a:noFill/>
          </a:ln>
        </p:spPr>
      </p:pic>
      <p:pic>
        <p:nvPicPr>
          <p:cNvPr descr=" " id="821" name="Google Shape;821;g2d3c64ac7e6_8_131"/>
          <p:cNvPicPr preferRelativeResize="0"/>
          <p:nvPr/>
        </p:nvPicPr>
        <p:blipFill rotWithShape="1">
          <a:blip r:embed="rId4">
            <a:alphaModFix/>
          </a:blip>
          <a:srcRect b="0" l="0" r="0" t="0"/>
          <a:stretch/>
        </p:blipFill>
        <p:spPr>
          <a:xfrm>
            <a:off x="1652589" y="406212"/>
            <a:ext cx="9525" cy="571429"/>
          </a:xfrm>
          <a:prstGeom prst="rect">
            <a:avLst/>
          </a:prstGeom>
          <a:noFill/>
          <a:ln>
            <a:noFill/>
          </a:ln>
        </p:spPr>
      </p:pic>
      <p:sp>
        <p:nvSpPr>
          <p:cNvPr id="822" name="Google Shape;822;g2d3c64ac7e6_8_131"/>
          <p:cNvSpPr/>
          <p:nvPr/>
        </p:nvSpPr>
        <p:spPr>
          <a:xfrm>
            <a:off x="1709739" y="406212"/>
            <a:ext cx="2647953"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823" name="Google Shape;823;g2d3c64ac7e6_8_131"/>
          <p:cNvPicPr preferRelativeResize="0"/>
          <p:nvPr/>
        </p:nvPicPr>
        <p:blipFill rotWithShape="1">
          <a:blip r:embed="rId5">
            <a:alphaModFix/>
          </a:blip>
          <a:srcRect b="0" l="0" r="0" t="0"/>
          <a:stretch/>
        </p:blipFill>
        <p:spPr>
          <a:xfrm>
            <a:off x="1709739" y="406212"/>
            <a:ext cx="2647953" cy="571429"/>
          </a:xfrm>
          <a:prstGeom prst="rect">
            <a:avLst/>
          </a:prstGeom>
          <a:noFill/>
          <a:ln>
            <a:noFill/>
          </a:ln>
        </p:spPr>
      </p:pic>
      <p:sp>
        <p:nvSpPr>
          <p:cNvPr id="824" name="Google Shape;824;g2d3c64ac7e6_8_131"/>
          <p:cNvSpPr/>
          <p:nvPr/>
        </p:nvSpPr>
        <p:spPr>
          <a:xfrm>
            <a:off x="238125" y="1524000"/>
            <a:ext cx="1285876" cy="489916"/>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5" name="Google Shape;825;g2d3c64ac7e6_8_131"/>
          <p:cNvSpPr/>
          <p:nvPr/>
        </p:nvSpPr>
        <p:spPr>
          <a:xfrm>
            <a:off x="238125"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6" name="Google Shape;826;g2d3c64ac7e6_8_131"/>
          <p:cNvSpPr/>
          <p:nvPr/>
        </p:nvSpPr>
        <p:spPr>
          <a:xfrm>
            <a:off x="238125"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827" name="Google Shape;827;g2d3c64ac7e6_8_131"/>
          <p:cNvPicPr preferRelativeResize="0"/>
          <p:nvPr/>
        </p:nvPicPr>
        <p:blipFill rotWithShape="1">
          <a:blip r:embed="rId6">
            <a:alphaModFix/>
          </a:blip>
          <a:srcRect b="0" l="0" r="0" t="0"/>
          <a:stretch/>
        </p:blipFill>
        <p:spPr>
          <a:xfrm>
            <a:off x="285750" y="1571625"/>
            <a:ext cx="285750" cy="285715"/>
          </a:xfrm>
          <a:prstGeom prst="rect">
            <a:avLst/>
          </a:prstGeom>
          <a:noFill/>
          <a:ln>
            <a:noFill/>
          </a:ln>
        </p:spPr>
      </p:pic>
      <p:sp>
        <p:nvSpPr>
          <p:cNvPr id="828" name="Google Shape;828;g2d3c64ac7e6_8_131"/>
          <p:cNvSpPr/>
          <p:nvPr/>
        </p:nvSpPr>
        <p:spPr>
          <a:xfrm>
            <a:off x="690563"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9" name="Google Shape;829;g2d3c64ac7e6_8_131"/>
          <p:cNvSpPr/>
          <p:nvPr/>
        </p:nvSpPr>
        <p:spPr>
          <a:xfrm>
            <a:off x="690563"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830" name="Google Shape;830;g2d3c64ac7e6_8_131"/>
          <p:cNvPicPr preferRelativeResize="0"/>
          <p:nvPr/>
        </p:nvPicPr>
        <p:blipFill rotWithShape="1">
          <a:blip r:embed="rId7">
            <a:alphaModFix/>
          </a:blip>
          <a:srcRect b="0" l="0" r="0" t="0"/>
          <a:stretch/>
        </p:blipFill>
        <p:spPr>
          <a:xfrm>
            <a:off x="738188" y="1571625"/>
            <a:ext cx="285750" cy="285715"/>
          </a:xfrm>
          <a:prstGeom prst="rect">
            <a:avLst/>
          </a:prstGeom>
          <a:noFill/>
          <a:ln>
            <a:noFill/>
          </a:ln>
        </p:spPr>
      </p:pic>
      <p:sp>
        <p:nvSpPr>
          <p:cNvPr id="831" name="Google Shape;831;g2d3c64ac7e6_8_131"/>
          <p:cNvSpPr/>
          <p:nvPr/>
        </p:nvSpPr>
        <p:spPr>
          <a:xfrm>
            <a:off x="1143001"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2" name="Google Shape;832;g2d3c64ac7e6_8_131"/>
          <p:cNvSpPr/>
          <p:nvPr/>
        </p:nvSpPr>
        <p:spPr>
          <a:xfrm>
            <a:off x="1143001"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833" name="Google Shape;833;g2d3c64ac7e6_8_131"/>
          <p:cNvPicPr preferRelativeResize="0"/>
          <p:nvPr/>
        </p:nvPicPr>
        <p:blipFill rotWithShape="1">
          <a:blip r:embed="rId8">
            <a:alphaModFix/>
          </a:blip>
          <a:srcRect b="0" l="0" r="0" t="0"/>
          <a:stretch/>
        </p:blipFill>
        <p:spPr>
          <a:xfrm>
            <a:off x="1190626" y="1571625"/>
            <a:ext cx="285750" cy="285715"/>
          </a:xfrm>
          <a:prstGeom prst="rect">
            <a:avLst/>
          </a:prstGeom>
          <a:noFill/>
          <a:ln>
            <a:noFill/>
          </a:ln>
        </p:spPr>
      </p:pic>
      <p:sp>
        <p:nvSpPr>
          <p:cNvPr id="834" name="Google Shape;834;g2d3c64ac7e6_8_131"/>
          <p:cNvSpPr/>
          <p:nvPr/>
        </p:nvSpPr>
        <p:spPr>
          <a:xfrm>
            <a:off x="238125" y="2252042"/>
            <a:ext cx="4095754" cy="7000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5" name="Google Shape;835;g2d3c64ac7e6_8_131"/>
          <p:cNvSpPr/>
          <p:nvPr/>
        </p:nvSpPr>
        <p:spPr>
          <a:xfrm>
            <a:off x="238125" y="2201242"/>
            <a:ext cx="546101" cy="217488"/>
          </a:xfrm>
          <a:prstGeom prst="rect">
            <a:avLst/>
          </a:prstGeom>
          <a:noFill/>
          <a:ln>
            <a:noFill/>
          </a:ln>
        </p:spPr>
        <p:txBody>
          <a:bodyPr anchorCtr="0" anchor="b" bIns="0" lIns="0" spcFirstLastPara="1" rIns="0" wrap="square" tIns="0">
            <a:noAutofit/>
          </a:bodyPr>
          <a:lstStyle/>
          <a:p>
            <a:pPr indent="0" lvl="0" marL="0" marR="0" rtl="0" algn="l">
              <a:lnSpc>
                <a:spcPct val="109375"/>
              </a:lnSpc>
              <a:spcBef>
                <a:spcPts val="0"/>
              </a:spcBef>
              <a:spcAft>
                <a:spcPts val="0"/>
              </a:spcAft>
              <a:buClr>
                <a:srgbClr val="000000"/>
              </a:buClr>
              <a:buSzPts val="1200"/>
              <a:buFont typeface="Inter"/>
              <a:buNone/>
            </a:pPr>
            <a:r>
              <a:rPr b="1" i="0" lang="en" sz="1200" u="none" cap="none" strike="noStrike">
                <a:solidFill>
                  <a:srgbClr val="000000"/>
                </a:solidFill>
                <a:latin typeface="Inter"/>
                <a:ea typeface="Inter"/>
                <a:cs typeface="Inter"/>
                <a:sym typeface="Inter"/>
              </a:rPr>
              <a:t>Before </a:t>
            </a:r>
            <a:endParaRPr b="0" i="0" sz="1200" u="none" cap="none" strike="noStrike">
              <a:solidFill>
                <a:schemeClr val="dk1"/>
              </a:solidFill>
              <a:latin typeface="Inter"/>
              <a:ea typeface="Inter"/>
              <a:cs typeface="Inter"/>
              <a:sym typeface="Inter"/>
            </a:endParaRPr>
          </a:p>
        </p:txBody>
      </p:sp>
      <p:sp>
        <p:nvSpPr>
          <p:cNvPr id="836" name="Google Shape;836;g2d3c64ac7e6_8_131"/>
          <p:cNvSpPr/>
          <p:nvPr/>
        </p:nvSpPr>
        <p:spPr>
          <a:xfrm>
            <a:off x="238125" y="2456826"/>
            <a:ext cx="3579900" cy="419100"/>
          </a:xfrm>
          <a:prstGeom prst="rect">
            <a:avLst/>
          </a:prstGeom>
          <a:noFill/>
          <a:ln>
            <a:noFill/>
          </a:ln>
        </p:spPr>
        <p:txBody>
          <a:bodyPr anchorCtr="0" anchor="t"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Average churn rate within the first 90 days as high as 25%.</a:t>
            </a:r>
            <a:endParaRPr b="0" i="0" sz="1000" u="none" cap="none" strike="noStrike">
              <a:solidFill>
                <a:srgbClr val="000000"/>
              </a:solidFill>
              <a:latin typeface="Inter"/>
              <a:ea typeface="Inter"/>
              <a:cs typeface="Inter"/>
              <a:sym typeface="Inter"/>
            </a:endParaRPr>
          </a:p>
        </p:txBody>
      </p:sp>
      <p:sp>
        <p:nvSpPr>
          <p:cNvPr id="837" name="Google Shape;837;g2d3c64ac7e6_8_131"/>
          <p:cNvSpPr/>
          <p:nvPr/>
        </p:nvSpPr>
        <p:spPr>
          <a:xfrm>
            <a:off x="238125" y="3190252"/>
            <a:ext cx="4095754" cy="8905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8" name="Google Shape;838;g2d3c64ac7e6_8_131"/>
          <p:cNvSpPr/>
          <p:nvPr/>
        </p:nvSpPr>
        <p:spPr>
          <a:xfrm>
            <a:off x="217488" y="3347527"/>
            <a:ext cx="1722600" cy="217500"/>
          </a:xfrm>
          <a:prstGeom prst="rect">
            <a:avLst/>
          </a:prstGeom>
          <a:noFill/>
          <a:ln>
            <a:noFill/>
          </a:ln>
        </p:spPr>
        <p:txBody>
          <a:bodyPr anchorCtr="0" anchor="b" bIns="0" lIns="0" spcFirstLastPara="1" rIns="0" wrap="square" tIns="0">
            <a:noAutofit/>
          </a:bodyPr>
          <a:lstStyle/>
          <a:p>
            <a:pPr indent="0" lvl="0" marL="0" marR="0" rtl="0" algn="l">
              <a:lnSpc>
                <a:spcPct val="109375"/>
              </a:lnSpc>
              <a:spcBef>
                <a:spcPts val="0"/>
              </a:spcBef>
              <a:spcAft>
                <a:spcPts val="0"/>
              </a:spcAft>
              <a:buClr>
                <a:srgbClr val="000000"/>
              </a:buClr>
              <a:buSzPts val="1200"/>
              <a:buFont typeface="Inter"/>
              <a:buNone/>
            </a:pPr>
            <a:r>
              <a:rPr b="1" i="0" lang="en" sz="1200" u="none" cap="none" strike="noStrike">
                <a:solidFill>
                  <a:srgbClr val="000000"/>
                </a:solidFill>
                <a:latin typeface="Inter"/>
                <a:ea typeface="Inter"/>
                <a:cs typeface="Inter"/>
                <a:sym typeface="Inter"/>
              </a:rPr>
              <a:t>After</a:t>
            </a:r>
            <a:endParaRPr b="0" i="0" sz="1200" u="none" cap="none" strike="noStrike">
              <a:solidFill>
                <a:schemeClr val="dk1"/>
              </a:solidFill>
              <a:latin typeface="Inter"/>
              <a:ea typeface="Inter"/>
              <a:cs typeface="Inter"/>
              <a:sym typeface="Inter"/>
            </a:endParaRPr>
          </a:p>
        </p:txBody>
      </p:sp>
      <p:sp>
        <p:nvSpPr>
          <p:cNvPr id="839" name="Google Shape;839;g2d3c64ac7e6_8_131"/>
          <p:cNvSpPr/>
          <p:nvPr/>
        </p:nvSpPr>
        <p:spPr>
          <a:xfrm>
            <a:off x="217500" y="3625850"/>
            <a:ext cx="4137000" cy="739500"/>
          </a:xfrm>
          <a:prstGeom prst="rect">
            <a:avLst/>
          </a:prstGeom>
          <a:noFill/>
          <a:ln>
            <a:noFill/>
          </a:ln>
        </p:spPr>
        <p:txBody>
          <a:bodyPr anchorCtr="0" anchor="t" bIns="0" lIns="0" spcFirstLastPara="1" rIns="0" wrap="square" tIns="0">
            <a:noAutofit/>
          </a:bodyPr>
          <a:lstStyle/>
          <a:p>
            <a:pPr indent="-127000" lvl="1" marL="254000" marR="0" rtl="0" algn="l">
              <a:lnSpc>
                <a:spcPct val="123076"/>
              </a:lnSpc>
              <a:spcBef>
                <a:spcPts val="0"/>
              </a:spcBef>
              <a:spcAft>
                <a:spcPts val="0"/>
              </a:spcAft>
              <a:buClr>
                <a:schemeClr val="dk1"/>
              </a:buClr>
              <a:buSzPts val="1000"/>
              <a:buFont typeface="Inter"/>
              <a:buChar char="•"/>
            </a:pPr>
            <a:r>
              <a:rPr b="0" i="0" lang="en" sz="1000" u="none" cap="none" strike="noStrike">
                <a:solidFill>
                  <a:schemeClr val="dk1"/>
                </a:solidFill>
                <a:latin typeface="Inter"/>
                <a:ea typeface="Inter"/>
                <a:cs typeface="Inter"/>
                <a:sym typeface="Inter"/>
              </a:rPr>
              <a:t>Ne</a:t>
            </a:r>
            <a:r>
              <a:rPr b="0" i="0" lang="en" sz="1000" u="none" cap="none" strike="noStrike">
                <a:solidFill>
                  <a:srgbClr val="000000"/>
                </a:solidFill>
                <a:latin typeface="Inter"/>
                <a:ea typeface="Inter"/>
                <a:cs typeface="Inter"/>
                <a:sym typeface="Inter"/>
              </a:rPr>
              <a:t>w users are auto-enrolled in the onboarding program.</a:t>
            </a:r>
            <a:endParaRPr b="0" i="0" sz="1000" u="none" cap="none" strike="noStrike">
              <a:solidFill>
                <a:srgbClr val="000000"/>
              </a:solidFill>
              <a:latin typeface="Inter"/>
              <a:ea typeface="Inter"/>
              <a:cs typeface="Inter"/>
              <a:sym typeface="Inter"/>
            </a:endParaRPr>
          </a:p>
          <a:p>
            <a:pPr indent="-127000" lvl="1" marL="254000" marR="0" rtl="0" algn="l">
              <a:lnSpc>
                <a:spcPct val="123076"/>
              </a:lnSpc>
              <a:spcBef>
                <a:spcPts val="0"/>
              </a:spcBef>
              <a:spcAft>
                <a:spcPts val="0"/>
              </a:spcAft>
              <a:buClr>
                <a:schemeClr val="dk1"/>
              </a:buClr>
              <a:buSzPts val="1000"/>
              <a:buFont typeface="Inter"/>
              <a:buChar char="•"/>
            </a:pPr>
            <a:r>
              <a:rPr b="0" i="0" lang="en" sz="1000" u="none" cap="none" strike="noStrike">
                <a:solidFill>
                  <a:schemeClr val="dk1"/>
                </a:solidFill>
                <a:latin typeface="Inter"/>
                <a:ea typeface="Inter"/>
                <a:cs typeface="Inter"/>
                <a:sym typeface="Inter"/>
              </a:rPr>
              <a:t>Churn rate within the first 90 days dropped from 25% to 10%, even reaching as low as 6% some months.</a:t>
            </a:r>
            <a:endParaRPr b="0" i="0" sz="1000" u="none" cap="none" strike="noStrike">
              <a:solidFill>
                <a:schemeClr val="dk1"/>
              </a:solidFill>
              <a:latin typeface="Inter"/>
              <a:ea typeface="Inter"/>
              <a:cs typeface="Inter"/>
              <a:sym typeface="Inter"/>
            </a:endParaRPr>
          </a:p>
          <a:p>
            <a:pPr indent="-127000" lvl="1" marL="254000" marR="0" rtl="0" algn="l">
              <a:lnSpc>
                <a:spcPct val="123076"/>
              </a:lnSpc>
              <a:spcBef>
                <a:spcPts val="0"/>
              </a:spcBef>
              <a:spcAft>
                <a:spcPts val="0"/>
              </a:spcAft>
              <a:buClr>
                <a:schemeClr val="dk1"/>
              </a:buClr>
              <a:buSzPts val="1000"/>
              <a:buFont typeface="Inter"/>
              <a:buChar char="•"/>
            </a:pPr>
            <a:r>
              <a:rPr b="0" i="0" lang="en" sz="1000" u="none" cap="none" strike="noStrike">
                <a:solidFill>
                  <a:schemeClr val="dk1"/>
                </a:solidFill>
                <a:latin typeface="Inter"/>
                <a:ea typeface="Inter"/>
                <a:cs typeface="Inter"/>
                <a:sym typeface="Inter"/>
              </a:rPr>
              <a:t>Product adoption within new users' first 30 days doubled.</a:t>
            </a:r>
            <a:endParaRPr b="0" i="0" sz="1000" u="none" cap="none" strike="noStrike">
              <a:solidFill>
                <a:srgbClr val="000000"/>
              </a:solidFill>
              <a:latin typeface="Inter"/>
              <a:ea typeface="Inter"/>
              <a:cs typeface="Inter"/>
              <a:sym typeface="Inter"/>
            </a:endParaRPr>
          </a:p>
        </p:txBody>
      </p:sp>
      <p:sp>
        <p:nvSpPr>
          <p:cNvPr id="840" name="Google Shape;840;g2d3c64ac7e6_8_131"/>
          <p:cNvSpPr/>
          <p:nvPr/>
        </p:nvSpPr>
        <p:spPr>
          <a:xfrm>
            <a:off x="4572004" y="0"/>
            <a:ext cx="4572004" cy="5143500"/>
          </a:xfrm>
          <a:prstGeom prst="rect">
            <a:avLst/>
          </a:prstGeom>
          <a:solidFill>
            <a:srgbClr val="1F3121"/>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1" name="Google Shape;841;g2d3c64ac7e6_8_131"/>
          <p:cNvSpPr/>
          <p:nvPr/>
        </p:nvSpPr>
        <p:spPr>
          <a:xfrm>
            <a:off x="4876805" y="304800"/>
            <a:ext cx="3962404" cy="45339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2" name="Google Shape;842;g2d3c64ac7e6_8_131"/>
          <p:cNvSpPr/>
          <p:nvPr/>
        </p:nvSpPr>
        <p:spPr>
          <a:xfrm>
            <a:off x="4876805" y="304800"/>
            <a:ext cx="3962404" cy="1384300"/>
          </a:xfrm>
          <a:prstGeom prst="roundRect">
            <a:avLst>
              <a:gd fmla="val 3468"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3" name="Google Shape;843;g2d3c64ac7e6_8_131"/>
          <p:cNvSpPr/>
          <p:nvPr/>
        </p:nvSpPr>
        <p:spPr>
          <a:xfrm>
            <a:off x="5048255" y="476250"/>
            <a:ext cx="1480738" cy="10414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844" name="Google Shape;844;g2d3c64ac7e6_8_131"/>
          <p:cNvPicPr preferRelativeResize="0"/>
          <p:nvPr/>
        </p:nvPicPr>
        <p:blipFill rotWithShape="1">
          <a:blip r:embed="rId9">
            <a:alphaModFix/>
          </a:blip>
          <a:srcRect b="0" l="0" r="0" t="0"/>
          <a:stretch/>
        </p:blipFill>
        <p:spPr>
          <a:xfrm>
            <a:off x="5095880" y="805170"/>
            <a:ext cx="419100" cy="419048"/>
          </a:xfrm>
          <a:prstGeom prst="rect">
            <a:avLst/>
          </a:prstGeom>
          <a:noFill/>
          <a:ln>
            <a:noFill/>
          </a:ln>
        </p:spPr>
      </p:pic>
      <p:sp>
        <p:nvSpPr>
          <p:cNvPr id="845" name="Google Shape;845;g2d3c64ac7e6_8_131"/>
          <p:cNvSpPr/>
          <p:nvPr/>
        </p:nvSpPr>
        <p:spPr>
          <a:xfrm>
            <a:off x="5514980" y="570707"/>
            <a:ext cx="966387" cy="8524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46" name="Google Shape;846;g2d3c64ac7e6_8_131"/>
          <p:cNvGrpSpPr/>
          <p:nvPr/>
        </p:nvGrpSpPr>
        <p:grpSpPr>
          <a:xfrm>
            <a:off x="5514980" y="415694"/>
            <a:ext cx="1138988" cy="1198113"/>
            <a:chOff x="5514980" y="415694"/>
            <a:chExt cx="1138988" cy="1198113"/>
          </a:xfrm>
        </p:grpSpPr>
        <p:sp>
          <p:nvSpPr>
            <p:cNvPr id="847" name="Google Shape;847;g2d3c64ac7e6_8_131"/>
            <p:cNvSpPr/>
            <p:nvPr/>
          </p:nvSpPr>
          <p:spPr>
            <a:xfrm>
              <a:off x="5514980" y="570707"/>
              <a:ext cx="795300" cy="1043100"/>
            </a:xfrm>
            <a:prstGeom prst="rect">
              <a:avLst/>
            </a:prstGeom>
            <a:noFill/>
            <a:ln>
              <a:noFill/>
            </a:ln>
          </p:spPr>
          <p:txBody>
            <a:bodyPr anchorCtr="0" anchor="ctr" bIns="0" lIns="0" spcFirstLastPara="1" rIns="0" wrap="square" tIns="0">
              <a:noAutofit/>
            </a:bodyPr>
            <a:lstStyle/>
            <a:p>
              <a:pPr indent="0" lvl="0" marL="0" marR="0" rtl="0" algn="l">
                <a:lnSpc>
                  <a:spcPct val="149141"/>
                </a:lnSpc>
                <a:spcBef>
                  <a:spcPts val="0"/>
                </a:spcBef>
                <a:spcAft>
                  <a:spcPts val="0"/>
                </a:spcAft>
                <a:buClr>
                  <a:srgbClr val="2B2358"/>
                </a:buClr>
                <a:buSzPts val="4500"/>
                <a:buFont typeface="Arial"/>
                <a:buNone/>
              </a:pPr>
              <a:r>
                <a:rPr b="1" i="0" lang="en" sz="4500" u="none" cap="none" strike="noStrike">
                  <a:solidFill>
                    <a:srgbClr val="2B2358"/>
                  </a:solidFill>
                  <a:latin typeface="Inter"/>
                  <a:ea typeface="Inter"/>
                  <a:cs typeface="Inter"/>
                  <a:sym typeface="Inter"/>
                </a:rPr>
                <a:t>85</a:t>
              </a:r>
              <a:endParaRPr b="1" i="0" sz="4500" u="none" cap="none" strike="noStrike">
                <a:solidFill>
                  <a:schemeClr val="dk1"/>
                </a:solidFill>
                <a:latin typeface="Inter"/>
                <a:ea typeface="Inter"/>
                <a:cs typeface="Inter"/>
                <a:sym typeface="Inter"/>
              </a:endParaRPr>
            </a:p>
          </p:txBody>
        </p:sp>
        <p:sp>
          <p:nvSpPr>
            <p:cNvPr id="848" name="Google Shape;848;g2d3c64ac7e6_8_131"/>
            <p:cNvSpPr/>
            <p:nvPr/>
          </p:nvSpPr>
          <p:spPr>
            <a:xfrm>
              <a:off x="6168568" y="415694"/>
              <a:ext cx="485400" cy="5526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2B2358"/>
                </a:buClr>
                <a:buSzPts val="3400"/>
                <a:buFont typeface="Arial"/>
                <a:buNone/>
              </a:pPr>
              <a:r>
                <a:rPr b="1" i="0" lang="en" sz="3400" u="none" cap="none" strike="noStrike">
                  <a:solidFill>
                    <a:srgbClr val="2B2358"/>
                  </a:solidFill>
                  <a:latin typeface="Arial"/>
                  <a:ea typeface="Arial"/>
                  <a:cs typeface="Arial"/>
                  <a:sym typeface="Arial"/>
                </a:rPr>
                <a:t>%</a:t>
              </a:r>
              <a:endParaRPr b="1" i="0" sz="3400" u="none" cap="none" strike="noStrike">
                <a:solidFill>
                  <a:schemeClr val="dk1"/>
                </a:solidFill>
                <a:latin typeface="Calibri"/>
                <a:ea typeface="Calibri"/>
                <a:cs typeface="Calibri"/>
                <a:sym typeface="Calibri"/>
              </a:endParaRPr>
            </a:p>
          </p:txBody>
        </p:sp>
      </p:grpSp>
      <p:sp>
        <p:nvSpPr>
          <p:cNvPr id="849" name="Google Shape;849;g2d3c64ac7e6_8_131"/>
          <p:cNvSpPr/>
          <p:nvPr/>
        </p:nvSpPr>
        <p:spPr>
          <a:xfrm>
            <a:off x="6700444" y="659094"/>
            <a:ext cx="2049900" cy="711300"/>
          </a:xfrm>
          <a:prstGeom prst="rect">
            <a:avLst/>
          </a:prstGeom>
          <a:noFill/>
          <a:ln>
            <a:noFill/>
          </a:ln>
        </p:spPr>
        <p:txBody>
          <a:bodyPr anchorCtr="0" anchor="ctr" bIns="0" lIns="0" spcFirstLastPara="1" rIns="0" wrap="square" tIns="0">
            <a:noAutofit/>
          </a:bodyPr>
          <a:lstStyle/>
          <a:p>
            <a:pPr indent="0" lvl="0" marL="0" marR="0" rtl="0" algn="l">
              <a:lnSpc>
                <a:spcPct val="115384"/>
              </a:lnSpc>
              <a:spcBef>
                <a:spcPts val="0"/>
              </a:spcBef>
              <a:spcAft>
                <a:spcPts val="0"/>
              </a:spcAft>
              <a:buClr>
                <a:srgbClr val="201515"/>
              </a:buClr>
              <a:buSzPts val="1900"/>
              <a:buFont typeface="Play"/>
              <a:buNone/>
            </a:pPr>
            <a:r>
              <a:rPr b="1" i="0" lang="en" sz="1200" u="none" cap="none" strike="noStrike">
                <a:solidFill>
                  <a:srgbClr val="201515"/>
                </a:solidFill>
                <a:latin typeface="Inter"/>
                <a:ea typeface="Inter"/>
                <a:cs typeface="Inter"/>
                <a:sym typeface="Inter"/>
              </a:rPr>
              <a:t>product adoption in the first 30 days</a:t>
            </a:r>
            <a:endParaRPr b="0" i="0" sz="1200" u="none" cap="none" strike="noStrike">
              <a:solidFill>
                <a:schemeClr val="dk1"/>
              </a:solidFill>
              <a:latin typeface="Inter"/>
              <a:ea typeface="Inter"/>
              <a:cs typeface="Inter"/>
              <a:sym typeface="Inter"/>
            </a:endParaRPr>
          </a:p>
        </p:txBody>
      </p:sp>
      <p:sp>
        <p:nvSpPr>
          <p:cNvPr id="850" name="Google Shape;850;g2d3c64ac7e6_8_131"/>
          <p:cNvSpPr/>
          <p:nvPr/>
        </p:nvSpPr>
        <p:spPr>
          <a:xfrm>
            <a:off x="4876805" y="1879599"/>
            <a:ext cx="3962404" cy="1384300"/>
          </a:xfrm>
          <a:prstGeom prst="roundRect">
            <a:avLst>
              <a:gd fmla="val 3468"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1" name="Google Shape;851;g2d3c64ac7e6_8_131"/>
          <p:cNvSpPr/>
          <p:nvPr/>
        </p:nvSpPr>
        <p:spPr>
          <a:xfrm>
            <a:off x="5048255" y="2051049"/>
            <a:ext cx="1795063" cy="10414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852" name="Google Shape;852;g2d3c64ac7e6_8_131"/>
          <p:cNvPicPr preferRelativeResize="0"/>
          <p:nvPr/>
        </p:nvPicPr>
        <p:blipFill rotWithShape="1">
          <a:blip r:embed="rId10">
            <a:alphaModFix/>
          </a:blip>
          <a:srcRect b="0" l="0" r="0" t="0"/>
          <a:stretch/>
        </p:blipFill>
        <p:spPr>
          <a:xfrm>
            <a:off x="5095880" y="2352298"/>
            <a:ext cx="419100" cy="419048"/>
          </a:xfrm>
          <a:prstGeom prst="rect">
            <a:avLst/>
          </a:prstGeom>
          <a:noFill/>
          <a:ln>
            <a:noFill/>
          </a:ln>
        </p:spPr>
      </p:pic>
      <p:sp>
        <p:nvSpPr>
          <p:cNvPr id="853" name="Google Shape;853;g2d3c64ac7e6_8_131"/>
          <p:cNvSpPr/>
          <p:nvPr/>
        </p:nvSpPr>
        <p:spPr>
          <a:xfrm>
            <a:off x="5514980" y="2145506"/>
            <a:ext cx="1280712" cy="8524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54" name="Google Shape;854;g2d3c64ac7e6_8_131"/>
          <p:cNvGrpSpPr/>
          <p:nvPr/>
        </p:nvGrpSpPr>
        <p:grpSpPr>
          <a:xfrm>
            <a:off x="5514974" y="1935044"/>
            <a:ext cx="1585720" cy="1253556"/>
            <a:chOff x="5514974" y="1935044"/>
            <a:chExt cx="1585720" cy="1253556"/>
          </a:xfrm>
        </p:grpSpPr>
        <p:sp>
          <p:nvSpPr>
            <p:cNvPr id="855" name="Google Shape;855;g2d3c64ac7e6_8_131"/>
            <p:cNvSpPr/>
            <p:nvPr/>
          </p:nvSpPr>
          <p:spPr>
            <a:xfrm>
              <a:off x="5514974" y="2145500"/>
              <a:ext cx="1280700" cy="1043100"/>
            </a:xfrm>
            <a:prstGeom prst="rect">
              <a:avLst/>
            </a:prstGeom>
            <a:noFill/>
            <a:ln>
              <a:noFill/>
            </a:ln>
          </p:spPr>
          <p:txBody>
            <a:bodyPr anchorCtr="0" anchor="ctr" bIns="0" lIns="0" spcFirstLastPara="1" rIns="0" wrap="square" tIns="0">
              <a:noAutofit/>
            </a:bodyPr>
            <a:lstStyle/>
            <a:p>
              <a:pPr indent="0" lvl="0" marL="0" marR="0" rtl="0" algn="l">
                <a:lnSpc>
                  <a:spcPct val="149141"/>
                </a:lnSpc>
                <a:spcBef>
                  <a:spcPts val="0"/>
                </a:spcBef>
                <a:spcAft>
                  <a:spcPts val="0"/>
                </a:spcAft>
                <a:buClr>
                  <a:srgbClr val="2B2358"/>
                </a:buClr>
                <a:buSzPts val="4500"/>
                <a:buFont typeface="Arial"/>
                <a:buNone/>
              </a:pPr>
              <a:r>
                <a:rPr b="1" i="0" lang="en" sz="4500" u="none" cap="none" strike="noStrike">
                  <a:solidFill>
                    <a:srgbClr val="2B2358"/>
                  </a:solidFill>
                  <a:latin typeface="Inter"/>
                  <a:ea typeface="Inter"/>
                  <a:cs typeface="Inter"/>
                  <a:sym typeface="Inter"/>
                </a:rPr>
                <a:t>440</a:t>
              </a:r>
              <a:endParaRPr b="1" i="0" sz="4500" u="none" cap="none" strike="noStrike">
                <a:solidFill>
                  <a:schemeClr val="dk1"/>
                </a:solidFill>
                <a:latin typeface="Inter"/>
                <a:ea typeface="Inter"/>
                <a:cs typeface="Inter"/>
                <a:sym typeface="Inter"/>
              </a:endParaRPr>
            </a:p>
          </p:txBody>
        </p:sp>
        <p:sp>
          <p:nvSpPr>
            <p:cNvPr id="856" name="Google Shape;856;g2d3c64ac7e6_8_131"/>
            <p:cNvSpPr/>
            <p:nvPr/>
          </p:nvSpPr>
          <p:spPr>
            <a:xfrm>
              <a:off x="6615294" y="1935044"/>
              <a:ext cx="485400" cy="5526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2B2358"/>
                </a:buClr>
                <a:buSzPts val="3400"/>
                <a:buFont typeface="Arial"/>
                <a:buNone/>
              </a:pPr>
              <a:r>
                <a:rPr b="1" i="0" lang="en" sz="3400" u="none" cap="none" strike="noStrike">
                  <a:solidFill>
                    <a:srgbClr val="2B2358"/>
                  </a:solidFill>
                  <a:latin typeface="Arial"/>
                  <a:ea typeface="Arial"/>
                  <a:cs typeface="Arial"/>
                  <a:sym typeface="Arial"/>
                </a:rPr>
                <a:t>%</a:t>
              </a:r>
              <a:endParaRPr b="1" i="0" sz="3400" u="none" cap="none" strike="noStrike">
                <a:solidFill>
                  <a:schemeClr val="dk1"/>
                </a:solidFill>
                <a:latin typeface="Calibri"/>
                <a:ea typeface="Calibri"/>
                <a:cs typeface="Calibri"/>
                <a:sym typeface="Calibri"/>
              </a:endParaRPr>
            </a:p>
          </p:txBody>
        </p:sp>
      </p:grpSp>
      <p:sp>
        <p:nvSpPr>
          <p:cNvPr id="857" name="Google Shape;857;g2d3c64ac7e6_8_131"/>
          <p:cNvSpPr/>
          <p:nvPr/>
        </p:nvSpPr>
        <p:spPr>
          <a:xfrm>
            <a:off x="7014769" y="2206222"/>
            <a:ext cx="1735500" cy="711300"/>
          </a:xfrm>
          <a:prstGeom prst="rect">
            <a:avLst/>
          </a:prstGeom>
          <a:noFill/>
          <a:ln>
            <a:noFill/>
          </a:ln>
        </p:spPr>
        <p:txBody>
          <a:bodyPr anchorCtr="0" anchor="ctr" bIns="0" lIns="0" spcFirstLastPara="1" rIns="0" wrap="square" tIns="0">
            <a:noAutofit/>
          </a:bodyPr>
          <a:lstStyle/>
          <a:p>
            <a:pPr indent="0" lvl="0" marL="0" marR="0" rtl="0" algn="l">
              <a:lnSpc>
                <a:spcPct val="115384"/>
              </a:lnSpc>
              <a:spcBef>
                <a:spcPts val="0"/>
              </a:spcBef>
              <a:spcAft>
                <a:spcPts val="0"/>
              </a:spcAft>
              <a:buClr>
                <a:srgbClr val="201515"/>
              </a:buClr>
              <a:buSzPts val="1900"/>
              <a:buFont typeface="Play"/>
              <a:buNone/>
            </a:pPr>
            <a:r>
              <a:rPr b="1" i="0" lang="en" sz="1200" u="none" cap="none" strike="noStrike">
                <a:solidFill>
                  <a:srgbClr val="201515"/>
                </a:solidFill>
                <a:latin typeface="Inter"/>
                <a:ea typeface="Inter"/>
                <a:cs typeface="Inter"/>
                <a:sym typeface="Inter"/>
              </a:rPr>
              <a:t>increase in onboarding attendance</a:t>
            </a:r>
            <a:endParaRPr b="0" i="0" sz="1200" u="none" cap="none" strike="noStrike">
              <a:solidFill>
                <a:schemeClr val="dk1"/>
              </a:solidFill>
              <a:latin typeface="Inter"/>
              <a:ea typeface="Inter"/>
              <a:cs typeface="Inter"/>
              <a:sym typeface="Inter"/>
            </a:endParaRPr>
          </a:p>
        </p:txBody>
      </p:sp>
      <p:sp>
        <p:nvSpPr>
          <p:cNvPr id="858" name="Google Shape;858;g2d3c64ac7e6_8_131"/>
          <p:cNvSpPr/>
          <p:nvPr/>
        </p:nvSpPr>
        <p:spPr>
          <a:xfrm>
            <a:off x="4876805" y="3454398"/>
            <a:ext cx="3962404" cy="1384300"/>
          </a:xfrm>
          <a:prstGeom prst="roundRect">
            <a:avLst>
              <a:gd fmla="val 3468"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9" name="Google Shape;859;g2d3c64ac7e6_8_131"/>
          <p:cNvSpPr/>
          <p:nvPr/>
        </p:nvSpPr>
        <p:spPr>
          <a:xfrm>
            <a:off x="5048255" y="3625848"/>
            <a:ext cx="690563" cy="10414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0" name="Google Shape;860;g2d3c64ac7e6_8_131"/>
          <p:cNvSpPr/>
          <p:nvPr/>
        </p:nvSpPr>
        <p:spPr>
          <a:xfrm>
            <a:off x="5095880" y="3720303"/>
            <a:ext cx="595313" cy="8524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1" name="Google Shape;861;g2d3c64ac7e6_8_131"/>
          <p:cNvSpPr/>
          <p:nvPr/>
        </p:nvSpPr>
        <p:spPr>
          <a:xfrm>
            <a:off x="5095880" y="3720303"/>
            <a:ext cx="785700" cy="1043100"/>
          </a:xfrm>
          <a:prstGeom prst="rect">
            <a:avLst/>
          </a:prstGeom>
          <a:noFill/>
          <a:ln>
            <a:noFill/>
          </a:ln>
        </p:spPr>
        <p:txBody>
          <a:bodyPr anchorCtr="0" anchor="ctr" bIns="0" lIns="0" spcFirstLastPara="1" rIns="0" wrap="square" tIns="0">
            <a:noAutofit/>
          </a:bodyPr>
          <a:lstStyle/>
          <a:p>
            <a:pPr indent="0" lvl="0" marL="0" marR="0" rtl="0" algn="l">
              <a:lnSpc>
                <a:spcPct val="149141"/>
              </a:lnSpc>
              <a:spcBef>
                <a:spcPts val="0"/>
              </a:spcBef>
              <a:spcAft>
                <a:spcPts val="0"/>
              </a:spcAft>
              <a:buClr>
                <a:srgbClr val="2B2358"/>
              </a:buClr>
              <a:buSzPts val="4500"/>
              <a:buFont typeface="Arial"/>
              <a:buNone/>
            </a:pPr>
            <a:r>
              <a:rPr b="1" i="0" lang="en" sz="4500" u="none" cap="none" strike="noStrike">
                <a:solidFill>
                  <a:srgbClr val="2B2358"/>
                </a:solidFill>
                <a:latin typeface="Inter"/>
                <a:ea typeface="Inter"/>
                <a:cs typeface="Inter"/>
                <a:sym typeface="Inter"/>
              </a:rPr>
              <a:t>2x</a:t>
            </a:r>
            <a:endParaRPr b="1" i="0" sz="4500" u="none" cap="none" strike="noStrike">
              <a:solidFill>
                <a:schemeClr val="dk1"/>
              </a:solidFill>
              <a:latin typeface="Inter"/>
              <a:ea typeface="Inter"/>
              <a:cs typeface="Inter"/>
              <a:sym typeface="Inter"/>
            </a:endParaRPr>
          </a:p>
        </p:txBody>
      </p:sp>
      <p:sp>
        <p:nvSpPr>
          <p:cNvPr id="862" name="Google Shape;862;g2d3c64ac7e6_8_131"/>
          <p:cNvSpPr/>
          <p:nvPr/>
        </p:nvSpPr>
        <p:spPr>
          <a:xfrm>
            <a:off x="5910268" y="3886197"/>
            <a:ext cx="2840100" cy="711300"/>
          </a:xfrm>
          <a:prstGeom prst="rect">
            <a:avLst/>
          </a:prstGeom>
          <a:noFill/>
          <a:ln>
            <a:noFill/>
          </a:ln>
        </p:spPr>
        <p:txBody>
          <a:bodyPr anchorCtr="0" anchor="ctr" bIns="0" lIns="0" spcFirstLastPara="1" rIns="0" wrap="square" tIns="0">
            <a:noAutofit/>
          </a:bodyPr>
          <a:lstStyle/>
          <a:p>
            <a:pPr indent="0" lvl="0" marL="0" marR="0" rtl="0" algn="l">
              <a:lnSpc>
                <a:spcPct val="115384"/>
              </a:lnSpc>
              <a:spcBef>
                <a:spcPts val="0"/>
              </a:spcBef>
              <a:spcAft>
                <a:spcPts val="0"/>
              </a:spcAft>
              <a:buClr>
                <a:srgbClr val="201515"/>
              </a:buClr>
              <a:buSzPts val="1900"/>
              <a:buFont typeface="Play"/>
              <a:buNone/>
            </a:pPr>
            <a:r>
              <a:rPr b="1" i="0" lang="en" sz="1200" u="none" cap="none" strike="noStrike">
                <a:solidFill>
                  <a:srgbClr val="201515"/>
                </a:solidFill>
                <a:latin typeface="Inter"/>
                <a:ea typeface="Inter"/>
                <a:cs typeface="Inter"/>
                <a:sym typeface="Inter"/>
              </a:rPr>
              <a:t>product adoption in the first 30 days</a:t>
            </a:r>
            <a:endParaRPr b="0" i="0" sz="1200" u="none" cap="none" strike="noStrike">
              <a:solidFill>
                <a:schemeClr val="dk1"/>
              </a:solidFill>
              <a:latin typeface="Inter"/>
              <a:ea typeface="Inter"/>
              <a:cs typeface="Inter"/>
              <a:sym typeface="Inter"/>
            </a:endParaRPr>
          </a:p>
        </p:txBody>
      </p:sp>
      <p:sp>
        <p:nvSpPr>
          <p:cNvPr id="863" name="Google Shape;863;g2d3c64ac7e6_8_131"/>
          <p:cNvSpPr/>
          <p:nvPr/>
        </p:nvSpPr>
        <p:spPr>
          <a:xfrm>
            <a:off x="238125" y="4829175"/>
            <a:ext cx="3433766" cy="2286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4" name="Google Shape;864;g2d3c64ac7e6_8_131"/>
          <p:cNvSpPr/>
          <p:nvPr/>
        </p:nvSpPr>
        <p:spPr>
          <a:xfrm>
            <a:off x="238125" y="4803775"/>
            <a:ext cx="3459166" cy="254000"/>
          </a:xfrm>
          <a:prstGeom prst="rect">
            <a:avLst/>
          </a:prstGeom>
          <a:noFill/>
          <a:ln>
            <a:noFill/>
          </a:ln>
        </p:spPr>
        <p:txBody>
          <a:bodyPr anchorCtr="0" anchor="b" bIns="0" lIns="0" spcFirstLastPara="1" rIns="0" wrap="square" tIns="0">
            <a:noAutofit/>
          </a:bodyPr>
          <a:lstStyle/>
          <a:p>
            <a:pPr indent="0" lvl="0" marL="0" marR="0" rtl="0" algn="l">
              <a:lnSpc>
                <a:spcPct val="150000"/>
              </a:lnSpc>
              <a:spcBef>
                <a:spcPts val="0"/>
              </a:spcBef>
              <a:spcAft>
                <a:spcPts val="0"/>
              </a:spcAft>
              <a:buClr>
                <a:srgbClr val="3D4592"/>
              </a:buClr>
              <a:buSzPts val="600"/>
              <a:buFont typeface="Inter"/>
              <a:buNone/>
            </a:pPr>
            <a:r>
              <a:rPr b="0" i="0" lang="en" sz="600" u="none" cap="none" strike="noStrike">
                <a:solidFill>
                  <a:srgbClr val="3D4592"/>
                </a:solidFill>
                <a:latin typeface="Inter"/>
                <a:ea typeface="Inter"/>
                <a:cs typeface="Inter"/>
                <a:sym typeface="Inter"/>
              </a:rPr>
              <a:t>🔗 Read the full customer story →</a:t>
            </a:r>
            <a:endParaRPr b="0" i="0" sz="6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9"/>
        </a:solidFill>
      </p:bgPr>
    </p:bg>
    <p:spTree>
      <p:nvGrpSpPr>
        <p:cNvPr id="869" name="Shape 869"/>
        <p:cNvGrpSpPr/>
        <p:nvPr/>
      </p:nvGrpSpPr>
      <p:grpSpPr>
        <a:xfrm>
          <a:off x="0" y="0"/>
          <a:ext cx="0" cy="0"/>
          <a:chOff x="0" y="0"/>
          <a:chExt cx="0" cy="0"/>
        </a:xfrm>
      </p:grpSpPr>
      <p:sp>
        <p:nvSpPr>
          <p:cNvPr id="870" name="Google Shape;870;g2d3c64ac7e6_8_195"/>
          <p:cNvSpPr/>
          <p:nvPr/>
        </p:nvSpPr>
        <p:spPr>
          <a:xfrm>
            <a:off x="0" y="0"/>
            <a:ext cx="4572004" cy="5153025"/>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1" name="Google Shape;871;g2d3c64ac7e6_8_195"/>
          <p:cNvSpPr/>
          <p:nvPr/>
        </p:nvSpPr>
        <p:spPr>
          <a:xfrm>
            <a:off x="238125" y="1143000"/>
            <a:ext cx="3481391" cy="142875"/>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2" name="Google Shape;872;g2d3c64ac7e6_8_195"/>
          <p:cNvSpPr/>
          <p:nvPr/>
        </p:nvSpPr>
        <p:spPr>
          <a:xfrm>
            <a:off x="238125" y="1143000"/>
            <a:ext cx="762001" cy="142875"/>
          </a:xfrm>
          <a:prstGeom prst="roundRect">
            <a:avLst>
              <a:gd fmla="val 333600" name="adj"/>
            </a:avLst>
          </a:prstGeom>
          <a:solidFill>
            <a:srgbClr val="FF4F00"/>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3" name="Google Shape;873;g2d3c64ac7e6_8_195"/>
          <p:cNvSpPr/>
          <p:nvPr/>
        </p:nvSpPr>
        <p:spPr>
          <a:xfrm>
            <a:off x="263525" y="1144587"/>
            <a:ext cx="711201"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FFFDF9"/>
              </a:buClr>
              <a:buSzPts val="600"/>
              <a:buFont typeface="Inter"/>
              <a:buNone/>
            </a:pPr>
            <a:r>
              <a:rPr b="1" i="0" lang="en" sz="600" u="none" cap="none" strike="noStrike">
                <a:solidFill>
                  <a:srgbClr val="FFFDF9"/>
                </a:solidFill>
                <a:latin typeface="Inter"/>
                <a:ea typeface="Inter"/>
                <a:cs typeface="Inter"/>
                <a:sym typeface="Inter"/>
              </a:rPr>
              <a:t>Customer support</a:t>
            </a:r>
            <a:endParaRPr b="0" i="0" sz="600" u="none" cap="none" strike="noStrike">
              <a:solidFill>
                <a:schemeClr val="dk1"/>
              </a:solidFill>
              <a:latin typeface="Inter"/>
              <a:ea typeface="Inter"/>
              <a:cs typeface="Inter"/>
              <a:sym typeface="Inter"/>
            </a:endParaRPr>
          </a:p>
        </p:txBody>
      </p:sp>
      <p:sp>
        <p:nvSpPr>
          <p:cNvPr id="874" name="Google Shape;874;g2d3c64ac7e6_8_195"/>
          <p:cNvSpPr/>
          <p:nvPr/>
        </p:nvSpPr>
        <p:spPr>
          <a:xfrm>
            <a:off x="1095376" y="1143000"/>
            <a:ext cx="762001" cy="142875"/>
          </a:xfrm>
          <a:prstGeom prst="roundRect">
            <a:avLst>
              <a:gd fmla="val 333600" name="adj"/>
            </a:avLst>
          </a:prstGeom>
          <a:solidFill>
            <a:srgbClr val="FF4F00"/>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5" name="Google Shape;875;g2d3c64ac7e6_8_195"/>
          <p:cNvSpPr/>
          <p:nvPr/>
        </p:nvSpPr>
        <p:spPr>
          <a:xfrm>
            <a:off x="1120776" y="1144587"/>
            <a:ext cx="711201"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FFFDF9"/>
              </a:buClr>
              <a:buSzPts val="600"/>
              <a:buFont typeface="Inter"/>
              <a:buNone/>
            </a:pPr>
            <a:r>
              <a:rPr b="1" i="0" lang="en" sz="600" u="none" cap="none" strike="noStrike">
                <a:solidFill>
                  <a:srgbClr val="FFFDF9"/>
                </a:solidFill>
                <a:latin typeface="Inter"/>
                <a:ea typeface="Inter"/>
                <a:cs typeface="Inter"/>
                <a:sym typeface="Inter"/>
              </a:rPr>
              <a:t>Data management</a:t>
            </a:r>
            <a:endParaRPr b="0" i="0" sz="600" u="none" cap="none" strike="noStrike">
              <a:solidFill>
                <a:schemeClr val="dk1"/>
              </a:solidFill>
              <a:latin typeface="Inter"/>
              <a:ea typeface="Inter"/>
              <a:cs typeface="Inter"/>
              <a:sym typeface="Inter"/>
            </a:endParaRPr>
          </a:p>
        </p:txBody>
      </p:sp>
      <p:sp>
        <p:nvSpPr>
          <p:cNvPr id="876" name="Google Shape;876;g2d3c64ac7e6_8_195"/>
          <p:cNvSpPr/>
          <p:nvPr/>
        </p:nvSpPr>
        <p:spPr>
          <a:xfrm>
            <a:off x="1952627" y="1143000"/>
            <a:ext cx="752476" cy="142875"/>
          </a:xfrm>
          <a:prstGeom prst="roundRect">
            <a:avLst>
              <a:gd fmla="val 333600" name="adj"/>
            </a:avLst>
          </a:prstGeom>
          <a:solidFill>
            <a:srgbClr val="CDE4E1"/>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7" name="Google Shape;877;g2d3c64ac7e6_8_195"/>
          <p:cNvSpPr/>
          <p:nvPr/>
        </p:nvSpPr>
        <p:spPr>
          <a:xfrm>
            <a:off x="1978027" y="1144587"/>
            <a:ext cx="701676"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403F3E"/>
              </a:buClr>
              <a:buSzPts val="600"/>
              <a:buFont typeface="Inter"/>
              <a:buNone/>
            </a:pPr>
            <a:r>
              <a:rPr b="1" i="0" lang="en" sz="600" u="none" cap="none" strike="noStrike">
                <a:solidFill>
                  <a:srgbClr val="403F3E"/>
                </a:solidFill>
                <a:latin typeface="Inter"/>
                <a:ea typeface="Inter"/>
                <a:cs typeface="Inter"/>
                <a:sym typeface="Inter"/>
              </a:rPr>
              <a:t>Enterprise (2800)</a:t>
            </a:r>
            <a:endParaRPr b="0" i="0" sz="600" u="none" cap="none" strike="noStrike">
              <a:solidFill>
                <a:schemeClr val="dk1"/>
              </a:solidFill>
              <a:latin typeface="Inter"/>
              <a:ea typeface="Inter"/>
              <a:cs typeface="Inter"/>
              <a:sym typeface="Inter"/>
            </a:endParaRPr>
          </a:p>
        </p:txBody>
      </p:sp>
      <p:sp>
        <p:nvSpPr>
          <p:cNvPr id="878" name="Google Shape;878;g2d3c64ac7e6_8_195"/>
          <p:cNvSpPr/>
          <p:nvPr/>
        </p:nvSpPr>
        <p:spPr>
          <a:xfrm>
            <a:off x="2800352" y="1143000"/>
            <a:ext cx="919163" cy="142875"/>
          </a:xfrm>
          <a:prstGeom prst="roundRect">
            <a:avLst>
              <a:gd fmla="val 333600" name="adj"/>
            </a:avLst>
          </a:prstGeom>
          <a:solidFill>
            <a:srgbClr val="C1B7F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9" name="Google Shape;879;g2d3c64ac7e6_8_195"/>
          <p:cNvSpPr/>
          <p:nvPr/>
        </p:nvSpPr>
        <p:spPr>
          <a:xfrm>
            <a:off x="2825753" y="1144587"/>
            <a:ext cx="868363"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403F3E"/>
              </a:buClr>
              <a:buSzPts val="600"/>
              <a:buFont typeface="Inter"/>
              <a:buNone/>
            </a:pPr>
            <a:r>
              <a:rPr b="1" i="0" lang="en" sz="600" u="none" cap="none" strike="noStrike">
                <a:solidFill>
                  <a:srgbClr val="403F3E"/>
                </a:solidFill>
                <a:latin typeface="Inter"/>
                <a:ea typeface="Inter"/>
                <a:cs typeface="Inter"/>
                <a:sym typeface="Inter"/>
              </a:rPr>
              <a:t>Consumer Technology</a:t>
            </a:r>
            <a:endParaRPr b="0" i="0" sz="600" u="none" cap="none" strike="noStrike">
              <a:solidFill>
                <a:schemeClr val="dk1"/>
              </a:solidFill>
              <a:latin typeface="Inter"/>
              <a:ea typeface="Inter"/>
              <a:cs typeface="Inter"/>
              <a:sym typeface="Inter"/>
            </a:endParaRPr>
          </a:p>
        </p:txBody>
      </p:sp>
      <p:sp>
        <p:nvSpPr>
          <p:cNvPr id="880" name="Google Shape;880;g2d3c64ac7e6_8_195"/>
          <p:cNvSpPr/>
          <p:nvPr/>
        </p:nvSpPr>
        <p:spPr>
          <a:xfrm>
            <a:off x="238125" y="238125"/>
            <a:ext cx="3305178" cy="7395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1" name="Google Shape;881;g2d3c64ac7e6_8_195"/>
          <p:cNvSpPr/>
          <p:nvPr/>
        </p:nvSpPr>
        <p:spPr>
          <a:xfrm>
            <a:off x="238125" y="238125"/>
            <a:ext cx="3305178" cy="7395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2" name="Google Shape;882;g2d3c64ac7e6_8_195"/>
          <p:cNvSpPr/>
          <p:nvPr/>
        </p:nvSpPr>
        <p:spPr>
          <a:xfrm>
            <a:off x="238125" y="238125"/>
            <a:ext cx="3336928" cy="199838"/>
          </a:xfrm>
          <a:prstGeom prst="rect">
            <a:avLst/>
          </a:prstGeom>
          <a:noFill/>
          <a:ln>
            <a:noFill/>
          </a:ln>
        </p:spPr>
        <p:txBody>
          <a:bodyPr anchorCtr="0" anchor="t" bIns="0" lIns="0" spcFirstLastPara="1" rIns="0" wrap="square" tIns="0">
            <a:noAutofit/>
          </a:bodyPr>
          <a:lstStyle/>
          <a:p>
            <a:pPr indent="0" lvl="0" marL="0" marR="0" rtl="0" algn="l">
              <a:lnSpc>
                <a:spcPct val="250000"/>
              </a:lnSpc>
              <a:spcBef>
                <a:spcPts val="0"/>
              </a:spcBef>
              <a:spcAft>
                <a:spcPts val="0"/>
              </a:spcAft>
              <a:buClr>
                <a:srgbClr val="201515"/>
              </a:buClr>
              <a:buSzPts val="700"/>
              <a:buFont typeface="Play"/>
              <a:buNone/>
            </a:pPr>
            <a:r>
              <a:rPr b="0" i="0" lang="en" sz="700" u="none" cap="none" strike="noStrike">
                <a:solidFill>
                  <a:srgbClr val="201515"/>
                </a:solidFill>
                <a:latin typeface="Inter"/>
                <a:ea typeface="Inter"/>
                <a:cs typeface="Inter"/>
                <a:sym typeface="Inter"/>
              </a:rPr>
              <a:t>CUSTOMER SUCCESS STORY</a:t>
            </a:r>
            <a:endParaRPr b="0" i="0" sz="700" u="none" cap="none" strike="noStrike">
              <a:solidFill>
                <a:schemeClr val="dk1"/>
              </a:solidFill>
              <a:latin typeface="Inter"/>
              <a:ea typeface="Inter"/>
              <a:cs typeface="Inter"/>
              <a:sym typeface="Inter"/>
            </a:endParaRPr>
          </a:p>
        </p:txBody>
      </p:sp>
      <p:sp>
        <p:nvSpPr>
          <p:cNvPr id="883" name="Google Shape;883;g2d3c64ac7e6_8_195"/>
          <p:cNvSpPr/>
          <p:nvPr/>
        </p:nvSpPr>
        <p:spPr>
          <a:xfrm>
            <a:off x="238125" y="406212"/>
            <a:ext cx="2819403"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4" name="Google Shape;884;g2d3c64ac7e6_8_195"/>
          <p:cNvSpPr/>
          <p:nvPr/>
        </p:nvSpPr>
        <p:spPr>
          <a:xfrm>
            <a:off x="238125" y="406212"/>
            <a:ext cx="1366839"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885" name="Google Shape;885;g2d3c64ac7e6_8_195"/>
          <p:cNvPicPr preferRelativeResize="0"/>
          <p:nvPr/>
        </p:nvPicPr>
        <p:blipFill rotWithShape="1">
          <a:blip r:embed="rId3">
            <a:alphaModFix/>
          </a:blip>
          <a:srcRect b="0" l="0" r="0" t="0"/>
          <a:stretch/>
        </p:blipFill>
        <p:spPr>
          <a:xfrm>
            <a:off x="238125" y="406212"/>
            <a:ext cx="1366839" cy="571429"/>
          </a:xfrm>
          <a:prstGeom prst="rect">
            <a:avLst/>
          </a:prstGeom>
          <a:noFill/>
          <a:ln>
            <a:noFill/>
          </a:ln>
        </p:spPr>
      </p:pic>
      <p:pic>
        <p:nvPicPr>
          <p:cNvPr descr=" " id="886" name="Google Shape;886;g2d3c64ac7e6_8_195"/>
          <p:cNvPicPr preferRelativeResize="0"/>
          <p:nvPr/>
        </p:nvPicPr>
        <p:blipFill rotWithShape="1">
          <a:blip r:embed="rId4">
            <a:alphaModFix/>
          </a:blip>
          <a:srcRect b="0" l="0" r="0" t="0"/>
          <a:stretch/>
        </p:blipFill>
        <p:spPr>
          <a:xfrm>
            <a:off x="1652589" y="406212"/>
            <a:ext cx="9525" cy="571429"/>
          </a:xfrm>
          <a:prstGeom prst="rect">
            <a:avLst/>
          </a:prstGeom>
          <a:noFill/>
          <a:ln>
            <a:noFill/>
          </a:ln>
        </p:spPr>
      </p:pic>
      <p:sp>
        <p:nvSpPr>
          <p:cNvPr id="887" name="Google Shape;887;g2d3c64ac7e6_8_195"/>
          <p:cNvSpPr/>
          <p:nvPr/>
        </p:nvSpPr>
        <p:spPr>
          <a:xfrm>
            <a:off x="1709739" y="406212"/>
            <a:ext cx="1347789"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888" name="Google Shape;888;g2d3c64ac7e6_8_195"/>
          <p:cNvPicPr preferRelativeResize="0"/>
          <p:nvPr/>
        </p:nvPicPr>
        <p:blipFill rotWithShape="1">
          <a:blip r:embed="rId5">
            <a:alphaModFix/>
          </a:blip>
          <a:srcRect b="0" l="0" r="0" t="0"/>
          <a:stretch/>
        </p:blipFill>
        <p:spPr>
          <a:xfrm>
            <a:off x="1709739" y="160944"/>
            <a:ext cx="1347789" cy="1061906"/>
          </a:xfrm>
          <a:prstGeom prst="rect">
            <a:avLst/>
          </a:prstGeom>
          <a:noFill/>
          <a:ln>
            <a:noFill/>
          </a:ln>
        </p:spPr>
      </p:pic>
      <p:sp>
        <p:nvSpPr>
          <p:cNvPr id="889" name="Google Shape;889;g2d3c64ac7e6_8_195"/>
          <p:cNvSpPr/>
          <p:nvPr/>
        </p:nvSpPr>
        <p:spPr>
          <a:xfrm>
            <a:off x="238125" y="1524000"/>
            <a:ext cx="1738314" cy="489916"/>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0" name="Google Shape;890;g2d3c64ac7e6_8_195"/>
          <p:cNvSpPr/>
          <p:nvPr/>
        </p:nvSpPr>
        <p:spPr>
          <a:xfrm>
            <a:off x="238125"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1" name="Google Shape;891;g2d3c64ac7e6_8_195"/>
          <p:cNvSpPr/>
          <p:nvPr/>
        </p:nvSpPr>
        <p:spPr>
          <a:xfrm>
            <a:off x="238125"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892" name="Google Shape;892;g2d3c64ac7e6_8_195"/>
          <p:cNvPicPr preferRelativeResize="0"/>
          <p:nvPr/>
        </p:nvPicPr>
        <p:blipFill rotWithShape="1">
          <a:blip r:embed="rId6">
            <a:alphaModFix/>
          </a:blip>
          <a:srcRect b="0" l="0" r="0" t="0"/>
          <a:stretch/>
        </p:blipFill>
        <p:spPr>
          <a:xfrm>
            <a:off x="285750" y="1571625"/>
            <a:ext cx="285750" cy="285715"/>
          </a:xfrm>
          <a:prstGeom prst="rect">
            <a:avLst/>
          </a:prstGeom>
          <a:noFill/>
          <a:ln>
            <a:noFill/>
          </a:ln>
        </p:spPr>
      </p:pic>
      <p:sp>
        <p:nvSpPr>
          <p:cNvPr id="893" name="Google Shape;893;g2d3c64ac7e6_8_195"/>
          <p:cNvSpPr/>
          <p:nvPr/>
        </p:nvSpPr>
        <p:spPr>
          <a:xfrm>
            <a:off x="690563"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4" name="Google Shape;894;g2d3c64ac7e6_8_195"/>
          <p:cNvSpPr/>
          <p:nvPr/>
        </p:nvSpPr>
        <p:spPr>
          <a:xfrm>
            <a:off x="690563"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895" name="Google Shape;895;g2d3c64ac7e6_8_195"/>
          <p:cNvPicPr preferRelativeResize="0"/>
          <p:nvPr/>
        </p:nvPicPr>
        <p:blipFill rotWithShape="1">
          <a:blip r:embed="rId7">
            <a:alphaModFix/>
          </a:blip>
          <a:srcRect b="0" l="0" r="0" t="0"/>
          <a:stretch/>
        </p:blipFill>
        <p:spPr>
          <a:xfrm>
            <a:off x="738188" y="1571625"/>
            <a:ext cx="285750" cy="285715"/>
          </a:xfrm>
          <a:prstGeom prst="rect">
            <a:avLst/>
          </a:prstGeom>
          <a:noFill/>
          <a:ln>
            <a:noFill/>
          </a:ln>
        </p:spPr>
      </p:pic>
      <p:sp>
        <p:nvSpPr>
          <p:cNvPr id="896" name="Google Shape;896;g2d3c64ac7e6_8_195"/>
          <p:cNvSpPr/>
          <p:nvPr/>
        </p:nvSpPr>
        <p:spPr>
          <a:xfrm>
            <a:off x="1143001"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7" name="Google Shape;897;g2d3c64ac7e6_8_195"/>
          <p:cNvSpPr/>
          <p:nvPr/>
        </p:nvSpPr>
        <p:spPr>
          <a:xfrm>
            <a:off x="1143001"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898" name="Google Shape;898;g2d3c64ac7e6_8_195"/>
          <p:cNvPicPr preferRelativeResize="0"/>
          <p:nvPr/>
        </p:nvPicPr>
        <p:blipFill rotWithShape="1">
          <a:blip r:embed="rId8">
            <a:alphaModFix/>
          </a:blip>
          <a:srcRect b="0" l="0" r="0" t="0"/>
          <a:stretch/>
        </p:blipFill>
        <p:spPr>
          <a:xfrm>
            <a:off x="1190626" y="1571625"/>
            <a:ext cx="285750" cy="285715"/>
          </a:xfrm>
          <a:prstGeom prst="rect">
            <a:avLst/>
          </a:prstGeom>
          <a:noFill/>
          <a:ln>
            <a:noFill/>
          </a:ln>
        </p:spPr>
      </p:pic>
      <p:sp>
        <p:nvSpPr>
          <p:cNvPr id="899" name="Google Shape;899;g2d3c64ac7e6_8_195"/>
          <p:cNvSpPr/>
          <p:nvPr/>
        </p:nvSpPr>
        <p:spPr>
          <a:xfrm>
            <a:off x="1595439"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0" name="Google Shape;900;g2d3c64ac7e6_8_195"/>
          <p:cNvSpPr/>
          <p:nvPr/>
        </p:nvSpPr>
        <p:spPr>
          <a:xfrm>
            <a:off x="1595439"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901" name="Google Shape;901;g2d3c64ac7e6_8_195"/>
          <p:cNvPicPr preferRelativeResize="0"/>
          <p:nvPr/>
        </p:nvPicPr>
        <p:blipFill rotWithShape="1">
          <a:blip r:embed="rId9">
            <a:alphaModFix/>
          </a:blip>
          <a:srcRect b="0" l="0" r="0" t="0"/>
          <a:stretch/>
        </p:blipFill>
        <p:spPr>
          <a:xfrm>
            <a:off x="1643064" y="1571625"/>
            <a:ext cx="285750" cy="285715"/>
          </a:xfrm>
          <a:prstGeom prst="rect">
            <a:avLst/>
          </a:prstGeom>
          <a:noFill/>
          <a:ln>
            <a:noFill/>
          </a:ln>
        </p:spPr>
      </p:pic>
      <p:sp>
        <p:nvSpPr>
          <p:cNvPr id="902" name="Google Shape;902;g2d3c64ac7e6_8_195"/>
          <p:cNvSpPr/>
          <p:nvPr/>
        </p:nvSpPr>
        <p:spPr>
          <a:xfrm>
            <a:off x="238125" y="2252039"/>
            <a:ext cx="4095754" cy="11953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3" name="Google Shape;903;g2d3c64ac7e6_8_195"/>
          <p:cNvSpPr/>
          <p:nvPr/>
        </p:nvSpPr>
        <p:spPr>
          <a:xfrm>
            <a:off x="238125" y="2201239"/>
            <a:ext cx="546101" cy="217488"/>
          </a:xfrm>
          <a:prstGeom prst="rect">
            <a:avLst/>
          </a:prstGeom>
          <a:noFill/>
          <a:ln>
            <a:noFill/>
          </a:ln>
        </p:spPr>
        <p:txBody>
          <a:bodyPr anchorCtr="0" anchor="b" bIns="0" lIns="0" spcFirstLastPara="1" rIns="0" wrap="square" tIns="0">
            <a:noAutofit/>
          </a:bodyPr>
          <a:lstStyle/>
          <a:p>
            <a:pPr indent="0" lvl="0" marL="0" marR="0" rtl="0" algn="l">
              <a:lnSpc>
                <a:spcPct val="109375"/>
              </a:lnSpc>
              <a:spcBef>
                <a:spcPts val="0"/>
              </a:spcBef>
              <a:spcAft>
                <a:spcPts val="0"/>
              </a:spcAft>
              <a:buClr>
                <a:srgbClr val="000000"/>
              </a:buClr>
              <a:buSzPts val="1200"/>
              <a:buFont typeface="Inter"/>
              <a:buNone/>
            </a:pPr>
            <a:r>
              <a:rPr b="1" i="0" lang="en" sz="1200" u="none" cap="none" strike="noStrike">
                <a:solidFill>
                  <a:srgbClr val="000000"/>
                </a:solidFill>
                <a:latin typeface="Inter"/>
                <a:ea typeface="Inter"/>
                <a:cs typeface="Inter"/>
                <a:sym typeface="Inter"/>
              </a:rPr>
              <a:t>Before </a:t>
            </a:r>
            <a:endParaRPr b="0" i="0" sz="1200" u="none" cap="none" strike="noStrike">
              <a:solidFill>
                <a:schemeClr val="dk1"/>
              </a:solidFill>
              <a:latin typeface="Inter"/>
              <a:ea typeface="Inter"/>
              <a:cs typeface="Inter"/>
              <a:sym typeface="Inter"/>
            </a:endParaRPr>
          </a:p>
        </p:txBody>
      </p:sp>
      <p:sp>
        <p:nvSpPr>
          <p:cNvPr id="904" name="Google Shape;904;g2d3c64ac7e6_8_195"/>
          <p:cNvSpPr/>
          <p:nvPr/>
        </p:nvSpPr>
        <p:spPr>
          <a:xfrm>
            <a:off x="238125" y="2456825"/>
            <a:ext cx="3579900" cy="1131600"/>
          </a:xfrm>
          <a:prstGeom prst="rect">
            <a:avLst/>
          </a:prstGeom>
          <a:noFill/>
          <a:ln>
            <a:noFill/>
          </a:ln>
        </p:spPr>
        <p:txBody>
          <a:bodyPr anchorCtr="0" anchor="t"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Support requests manually transferred between team members on a variety of software tools.</a:t>
            </a:r>
            <a:endParaRPr b="0" i="0" sz="1000" u="none" cap="none" strike="noStrike">
              <a:solidFill>
                <a:srgbClr val="000000"/>
              </a:solidFill>
              <a:latin typeface="Inter"/>
              <a:ea typeface="Inter"/>
              <a:cs typeface="Inter"/>
              <a:sym typeface="Inter"/>
            </a:endParaRPr>
          </a:p>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chemeClr val="dk1"/>
                </a:solidFill>
                <a:latin typeface="Inter"/>
                <a:ea typeface="Inter"/>
                <a:cs typeface="Inter"/>
                <a:sym typeface="Inter"/>
              </a:rPr>
              <a:t>Customers waiting days for responses causing frustration and lost customers</a:t>
            </a:r>
            <a:endParaRPr b="0" i="0" sz="1000" u="none" cap="none" strike="noStrike">
              <a:solidFill>
                <a:schemeClr val="dk1"/>
              </a:solidFill>
              <a:latin typeface="Inter"/>
              <a:ea typeface="Inter"/>
              <a:cs typeface="Inter"/>
              <a:sym typeface="Inter"/>
            </a:endParaRPr>
          </a:p>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chemeClr val="dk1"/>
                </a:solidFill>
                <a:latin typeface="Inter"/>
                <a:ea typeface="Inter"/>
                <a:cs typeface="Inter"/>
                <a:sym typeface="Inter"/>
              </a:rPr>
              <a:t>Many opportunities for support tickets to be missed, lost, or poorly communicated.</a:t>
            </a:r>
            <a:endParaRPr b="0" i="0" sz="1000" u="none" cap="none" strike="noStrike">
              <a:solidFill>
                <a:srgbClr val="000000"/>
              </a:solidFill>
              <a:latin typeface="Inter"/>
              <a:ea typeface="Inter"/>
              <a:cs typeface="Inter"/>
              <a:sym typeface="Inter"/>
            </a:endParaRPr>
          </a:p>
        </p:txBody>
      </p:sp>
      <p:sp>
        <p:nvSpPr>
          <p:cNvPr id="905" name="Google Shape;905;g2d3c64ac7e6_8_195"/>
          <p:cNvSpPr/>
          <p:nvPr/>
        </p:nvSpPr>
        <p:spPr>
          <a:xfrm>
            <a:off x="238125" y="3685552"/>
            <a:ext cx="4095754" cy="10429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6" name="Google Shape;906;g2d3c64ac7e6_8_195"/>
          <p:cNvSpPr/>
          <p:nvPr/>
        </p:nvSpPr>
        <p:spPr>
          <a:xfrm>
            <a:off x="238125" y="3634750"/>
            <a:ext cx="485400" cy="217500"/>
          </a:xfrm>
          <a:prstGeom prst="rect">
            <a:avLst/>
          </a:prstGeom>
          <a:noFill/>
          <a:ln>
            <a:noFill/>
          </a:ln>
        </p:spPr>
        <p:txBody>
          <a:bodyPr anchorCtr="0" anchor="b" bIns="0" lIns="0" spcFirstLastPara="1" rIns="0" wrap="square" tIns="0">
            <a:noAutofit/>
          </a:bodyPr>
          <a:lstStyle/>
          <a:p>
            <a:pPr indent="0" lvl="0" marL="0" marR="0" rtl="0" algn="l">
              <a:lnSpc>
                <a:spcPct val="109375"/>
              </a:lnSpc>
              <a:spcBef>
                <a:spcPts val="0"/>
              </a:spcBef>
              <a:spcAft>
                <a:spcPts val="0"/>
              </a:spcAft>
              <a:buClr>
                <a:srgbClr val="000000"/>
              </a:buClr>
              <a:buSzPts val="1200"/>
              <a:buFont typeface="Inter"/>
              <a:buNone/>
            </a:pPr>
            <a:r>
              <a:rPr b="1" i="0" lang="en" sz="1200" u="none" cap="none" strike="noStrike">
                <a:solidFill>
                  <a:srgbClr val="000000"/>
                </a:solidFill>
                <a:latin typeface="Inter"/>
                <a:ea typeface="Inter"/>
                <a:cs typeface="Inter"/>
                <a:sym typeface="Inter"/>
              </a:rPr>
              <a:t>After</a:t>
            </a:r>
            <a:endParaRPr b="0" i="0" sz="1200" u="none" cap="none" strike="noStrike">
              <a:solidFill>
                <a:schemeClr val="dk1"/>
              </a:solidFill>
              <a:latin typeface="Inter"/>
              <a:ea typeface="Inter"/>
              <a:cs typeface="Inter"/>
              <a:sym typeface="Inter"/>
            </a:endParaRPr>
          </a:p>
        </p:txBody>
      </p:sp>
      <p:sp>
        <p:nvSpPr>
          <p:cNvPr id="907" name="Google Shape;907;g2d3c64ac7e6_8_195"/>
          <p:cNvSpPr/>
          <p:nvPr/>
        </p:nvSpPr>
        <p:spPr>
          <a:xfrm>
            <a:off x="217500" y="3898572"/>
            <a:ext cx="4137000" cy="990600"/>
          </a:xfrm>
          <a:prstGeom prst="rect">
            <a:avLst/>
          </a:prstGeom>
          <a:noFill/>
          <a:ln>
            <a:noFill/>
          </a:ln>
        </p:spPr>
        <p:txBody>
          <a:bodyPr anchorCtr="0" anchor="t"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10,000+ manual tasks removed from the support team's day-to-day work in just two months.</a:t>
            </a:r>
            <a:endParaRPr b="0" i="0" sz="1000" u="none" cap="none" strike="noStrike">
              <a:solidFill>
                <a:srgbClr val="000000"/>
              </a:solidFill>
              <a:latin typeface="Inter"/>
              <a:ea typeface="Inter"/>
              <a:cs typeface="Inter"/>
              <a:sym typeface="Inter"/>
            </a:endParaRPr>
          </a:p>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chemeClr val="dk1"/>
                </a:solidFill>
                <a:latin typeface="Inter"/>
                <a:ea typeface="Inter"/>
                <a:cs typeface="Inter"/>
                <a:sym typeface="Inter"/>
              </a:rPr>
              <a:t>Teams can work with the apps they already use, saving up to $15,000 in Salesforce seats. </a:t>
            </a:r>
            <a:endParaRPr b="0" i="0" sz="1000" u="none" cap="none" strike="noStrike">
              <a:solidFill>
                <a:schemeClr val="dk1"/>
              </a:solidFill>
              <a:latin typeface="Inter"/>
              <a:ea typeface="Inter"/>
              <a:cs typeface="Inter"/>
              <a:sym typeface="Inter"/>
            </a:endParaRPr>
          </a:p>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chemeClr val="dk1"/>
                </a:solidFill>
                <a:latin typeface="Inter"/>
                <a:ea typeface="Inter"/>
                <a:cs typeface="Inter"/>
                <a:sym typeface="Inter"/>
              </a:rPr>
              <a:t>Customers receiving responses within hours instead of days.</a:t>
            </a:r>
            <a:endParaRPr b="0" i="0" sz="1000" u="none" cap="none" strike="noStrike">
              <a:solidFill>
                <a:srgbClr val="000000"/>
              </a:solidFill>
              <a:latin typeface="Inter"/>
              <a:ea typeface="Inter"/>
              <a:cs typeface="Inter"/>
              <a:sym typeface="Inter"/>
            </a:endParaRPr>
          </a:p>
        </p:txBody>
      </p:sp>
      <p:sp>
        <p:nvSpPr>
          <p:cNvPr id="908" name="Google Shape;908;g2d3c64ac7e6_8_195"/>
          <p:cNvSpPr/>
          <p:nvPr/>
        </p:nvSpPr>
        <p:spPr>
          <a:xfrm>
            <a:off x="4572004" y="0"/>
            <a:ext cx="4572004" cy="5143500"/>
          </a:xfrm>
          <a:prstGeom prst="rect">
            <a:avLst/>
          </a:prstGeom>
          <a:solidFill>
            <a:srgbClr val="1F3121"/>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9" name="Google Shape;909;g2d3c64ac7e6_8_195"/>
          <p:cNvSpPr/>
          <p:nvPr/>
        </p:nvSpPr>
        <p:spPr>
          <a:xfrm>
            <a:off x="4876805" y="304800"/>
            <a:ext cx="3962404" cy="45339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0" name="Google Shape;910;g2d3c64ac7e6_8_195"/>
          <p:cNvSpPr/>
          <p:nvPr/>
        </p:nvSpPr>
        <p:spPr>
          <a:xfrm>
            <a:off x="4876805" y="304800"/>
            <a:ext cx="3962404" cy="990600"/>
          </a:xfrm>
          <a:prstGeom prst="roundRect">
            <a:avLst>
              <a:gd fmla="val 4846"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1" name="Google Shape;911;g2d3c64ac7e6_8_195"/>
          <p:cNvSpPr/>
          <p:nvPr/>
        </p:nvSpPr>
        <p:spPr>
          <a:xfrm>
            <a:off x="5048255" y="476250"/>
            <a:ext cx="1842688" cy="6477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912" name="Google Shape;912;g2d3c64ac7e6_8_195"/>
          <p:cNvPicPr preferRelativeResize="0"/>
          <p:nvPr/>
        </p:nvPicPr>
        <p:blipFill rotWithShape="1">
          <a:blip r:embed="rId10">
            <a:alphaModFix/>
          </a:blip>
          <a:srcRect b="0" l="0" r="0" t="0"/>
          <a:stretch/>
        </p:blipFill>
        <p:spPr>
          <a:xfrm>
            <a:off x="5095880" y="590550"/>
            <a:ext cx="419101" cy="419048"/>
          </a:xfrm>
          <a:prstGeom prst="rect">
            <a:avLst/>
          </a:prstGeom>
          <a:noFill/>
          <a:ln>
            <a:noFill/>
          </a:ln>
        </p:spPr>
      </p:pic>
      <p:pic>
        <p:nvPicPr>
          <p:cNvPr descr=" " id="913" name="Google Shape;913;g2d3c64ac7e6_8_195"/>
          <p:cNvPicPr preferRelativeResize="0"/>
          <p:nvPr/>
        </p:nvPicPr>
        <p:blipFill rotWithShape="1">
          <a:blip r:embed="rId11">
            <a:alphaModFix/>
          </a:blip>
          <a:srcRect b="0" l="0" r="0" t="0"/>
          <a:stretch/>
        </p:blipFill>
        <p:spPr>
          <a:xfrm>
            <a:off x="5183193" y="660402"/>
            <a:ext cx="244476" cy="284603"/>
          </a:xfrm>
          <a:prstGeom prst="rect">
            <a:avLst/>
          </a:prstGeom>
          <a:noFill/>
          <a:ln>
            <a:noFill/>
          </a:ln>
        </p:spPr>
      </p:pic>
      <p:sp>
        <p:nvSpPr>
          <p:cNvPr id="914" name="Google Shape;914;g2d3c64ac7e6_8_195"/>
          <p:cNvSpPr/>
          <p:nvPr/>
        </p:nvSpPr>
        <p:spPr>
          <a:xfrm>
            <a:off x="5514980" y="373856"/>
            <a:ext cx="1328338" cy="8524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5" name="Google Shape;915;g2d3c64ac7e6_8_195"/>
          <p:cNvSpPr/>
          <p:nvPr/>
        </p:nvSpPr>
        <p:spPr>
          <a:xfrm>
            <a:off x="5514980" y="373856"/>
            <a:ext cx="1157289" cy="1042988"/>
          </a:xfrm>
          <a:prstGeom prst="rect">
            <a:avLst/>
          </a:prstGeom>
          <a:noFill/>
          <a:ln>
            <a:noFill/>
          </a:ln>
        </p:spPr>
        <p:txBody>
          <a:bodyPr anchorCtr="0" anchor="ctr" bIns="0" lIns="0" spcFirstLastPara="1" rIns="0" wrap="square" tIns="0">
            <a:noAutofit/>
          </a:bodyPr>
          <a:lstStyle/>
          <a:p>
            <a:pPr indent="0" lvl="0" marL="0" marR="0" rtl="0" algn="l">
              <a:lnSpc>
                <a:spcPct val="149141"/>
              </a:lnSpc>
              <a:spcBef>
                <a:spcPts val="0"/>
              </a:spcBef>
              <a:spcAft>
                <a:spcPts val="0"/>
              </a:spcAft>
              <a:buClr>
                <a:srgbClr val="2B2358"/>
              </a:buClr>
              <a:buSzPts val="4500"/>
              <a:buFont typeface="Arial"/>
              <a:buNone/>
            </a:pPr>
            <a:r>
              <a:rPr b="1" i="0" lang="en" sz="4500" u="none" cap="none" strike="noStrike">
                <a:solidFill>
                  <a:srgbClr val="2B2358"/>
                </a:solidFill>
                <a:latin typeface="Inter"/>
                <a:ea typeface="Inter"/>
                <a:cs typeface="Inter"/>
                <a:sym typeface="Inter"/>
              </a:rPr>
              <a:t>21.5</a:t>
            </a:r>
            <a:endParaRPr b="1" i="0" sz="4500" u="none" cap="none" strike="noStrike">
              <a:solidFill>
                <a:schemeClr val="dk1"/>
              </a:solidFill>
              <a:latin typeface="Inter"/>
              <a:ea typeface="Inter"/>
              <a:cs typeface="Inter"/>
              <a:sym typeface="Inter"/>
            </a:endParaRPr>
          </a:p>
        </p:txBody>
      </p:sp>
      <p:sp>
        <p:nvSpPr>
          <p:cNvPr id="916" name="Google Shape;916;g2d3c64ac7e6_8_195"/>
          <p:cNvSpPr/>
          <p:nvPr/>
        </p:nvSpPr>
        <p:spPr>
          <a:xfrm>
            <a:off x="6615306" y="238119"/>
            <a:ext cx="485400" cy="5526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2B2358"/>
              </a:buClr>
              <a:buSzPts val="3400"/>
              <a:buFont typeface="Arial"/>
              <a:buNone/>
            </a:pPr>
            <a:r>
              <a:rPr b="1" i="0" lang="en" sz="3400" u="none" cap="none" strike="noStrike">
                <a:solidFill>
                  <a:srgbClr val="2B2358"/>
                </a:solidFill>
                <a:latin typeface="Arial"/>
                <a:ea typeface="Arial"/>
                <a:cs typeface="Arial"/>
                <a:sym typeface="Arial"/>
              </a:rPr>
              <a:t>%</a:t>
            </a:r>
            <a:endParaRPr b="1" i="0" sz="3400" u="none" cap="none" strike="noStrike">
              <a:solidFill>
                <a:schemeClr val="dk1"/>
              </a:solidFill>
              <a:latin typeface="Calibri"/>
              <a:ea typeface="Calibri"/>
              <a:cs typeface="Calibri"/>
              <a:sym typeface="Calibri"/>
            </a:endParaRPr>
          </a:p>
        </p:txBody>
      </p:sp>
      <p:sp>
        <p:nvSpPr>
          <p:cNvPr id="917" name="Google Shape;917;g2d3c64ac7e6_8_195"/>
          <p:cNvSpPr/>
          <p:nvPr/>
        </p:nvSpPr>
        <p:spPr>
          <a:xfrm>
            <a:off x="7062394" y="444500"/>
            <a:ext cx="1687915" cy="711200"/>
          </a:xfrm>
          <a:prstGeom prst="rect">
            <a:avLst/>
          </a:prstGeom>
          <a:noFill/>
          <a:ln>
            <a:noFill/>
          </a:ln>
        </p:spPr>
        <p:txBody>
          <a:bodyPr anchorCtr="0" anchor="ctr" bIns="0" lIns="0" spcFirstLastPara="1" rIns="0" wrap="square" tIns="0">
            <a:noAutofit/>
          </a:bodyPr>
          <a:lstStyle/>
          <a:p>
            <a:pPr indent="0" lvl="0" marL="0" marR="0" rtl="0" algn="l">
              <a:lnSpc>
                <a:spcPct val="115384"/>
              </a:lnSpc>
              <a:spcBef>
                <a:spcPts val="0"/>
              </a:spcBef>
              <a:spcAft>
                <a:spcPts val="0"/>
              </a:spcAft>
              <a:buClr>
                <a:srgbClr val="201515"/>
              </a:buClr>
              <a:buSzPts val="1900"/>
              <a:buFont typeface="Play"/>
              <a:buNone/>
            </a:pPr>
            <a:r>
              <a:rPr b="1" i="0" lang="en" sz="1200" u="none" cap="none" strike="noStrike">
                <a:solidFill>
                  <a:srgbClr val="201515"/>
                </a:solidFill>
                <a:latin typeface="Inter"/>
                <a:ea typeface="Inter"/>
                <a:cs typeface="Inter"/>
                <a:sym typeface="Inter"/>
              </a:rPr>
              <a:t>decrease in support ticket response time</a:t>
            </a:r>
            <a:endParaRPr b="0" i="0" sz="1200" u="none" cap="none" strike="noStrike">
              <a:solidFill>
                <a:schemeClr val="dk1"/>
              </a:solidFill>
              <a:latin typeface="Inter"/>
              <a:ea typeface="Inter"/>
              <a:cs typeface="Inter"/>
              <a:sym typeface="Inter"/>
            </a:endParaRPr>
          </a:p>
        </p:txBody>
      </p:sp>
      <p:sp>
        <p:nvSpPr>
          <p:cNvPr id="918" name="Google Shape;918;g2d3c64ac7e6_8_195"/>
          <p:cNvSpPr/>
          <p:nvPr/>
        </p:nvSpPr>
        <p:spPr>
          <a:xfrm>
            <a:off x="4876805" y="1485900"/>
            <a:ext cx="3962404" cy="990600"/>
          </a:xfrm>
          <a:prstGeom prst="roundRect">
            <a:avLst>
              <a:gd fmla="val 4846"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9" name="Google Shape;919;g2d3c64ac7e6_8_195"/>
          <p:cNvSpPr/>
          <p:nvPr/>
        </p:nvSpPr>
        <p:spPr>
          <a:xfrm>
            <a:off x="5048255" y="1657350"/>
            <a:ext cx="1905002" cy="6477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0" name="Google Shape;920;g2d3c64ac7e6_8_195"/>
          <p:cNvSpPr/>
          <p:nvPr/>
        </p:nvSpPr>
        <p:spPr>
          <a:xfrm>
            <a:off x="5095880" y="1554956"/>
            <a:ext cx="1809752" cy="8524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1" name="Google Shape;921;g2d3c64ac7e6_8_195"/>
          <p:cNvSpPr/>
          <p:nvPr/>
        </p:nvSpPr>
        <p:spPr>
          <a:xfrm>
            <a:off x="5095875" y="1554950"/>
            <a:ext cx="1454700" cy="852600"/>
          </a:xfrm>
          <a:prstGeom prst="rect">
            <a:avLst/>
          </a:prstGeom>
          <a:noFill/>
          <a:ln>
            <a:noFill/>
          </a:ln>
        </p:spPr>
        <p:txBody>
          <a:bodyPr anchorCtr="0" anchor="ctr" bIns="0" lIns="0" spcFirstLastPara="1" rIns="0" wrap="square" tIns="0">
            <a:noAutofit/>
          </a:bodyPr>
          <a:lstStyle/>
          <a:p>
            <a:pPr indent="0" lvl="0" marL="0" marR="0" rtl="0" algn="l">
              <a:lnSpc>
                <a:spcPct val="149141"/>
              </a:lnSpc>
              <a:spcBef>
                <a:spcPts val="0"/>
              </a:spcBef>
              <a:spcAft>
                <a:spcPts val="0"/>
              </a:spcAft>
              <a:buClr>
                <a:srgbClr val="2B2358"/>
              </a:buClr>
              <a:buSzPts val="4500"/>
              <a:buFont typeface="Arial"/>
              <a:buNone/>
            </a:pPr>
            <a:r>
              <a:rPr b="1" i="0" lang="en" sz="4500" u="none" cap="none" strike="noStrike">
                <a:solidFill>
                  <a:srgbClr val="2B2358"/>
                </a:solidFill>
                <a:latin typeface="Inter"/>
                <a:ea typeface="Inter"/>
                <a:cs typeface="Inter"/>
                <a:sym typeface="Inter"/>
              </a:rPr>
              <a:t>$15K</a:t>
            </a:r>
            <a:endParaRPr b="1" i="0" sz="4500" u="none" cap="none" strike="noStrike">
              <a:solidFill>
                <a:schemeClr val="dk1"/>
              </a:solidFill>
              <a:latin typeface="Inter"/>
              <a:ea typeface="Inter"/>
              <a:cs typeface="Inter"/>
              <a:sym typeface="Inter"/>
            </a:endParaRPr>
          </a:p>
        </p:txBody>
      </p:sp>
      <p:sp>
        <p:nvSpPr>
          <p:cNvPr id="922" name="Google Shape;922;g2d3c64ac7e6_8_195"/>
          <p:cNvSpPr/>
          <p:nvPr/>
        </p:nvSpPr>
        <p:spPr>
          <a:xfrm>
            <a:off x="6615297" y="1625600"/>
            <a:ext cx="2135100" cy="711300"/>
          </a:xfrm>
          <a:prstGeom prst="rect">
            <a:avLst/>
          </a:prstGeom>
          <a:noFill/>
          <a:ln>
            <a:noFill/>
          </a:ln>
        </p:spPr>
        <p:txBody>
          <a:bodyPr anchorCtr="0" anchor="ctr" bIns="0" lIns="0" spcFirstLastPara="1" rIns="0" wrap="square" tIns="0">
            <a:noAutofit/>
          </a:bodyPr>
          <a:lstStyle/>
          <a:p>
            <a:pPr indent="0" lvl="0" marL="0" marR="0" rtl="0" algn="l">
              <a:lnSpc>
                <a:spcPct val="115384"/>
              </a:lnSpc>
              <a:spcBef>
                <a:spcPts val="0"/>
              </a:spcBef>
              <a:spcAft>
                <a:spcPts val="0"/>
              </a:spcAft>
              <a:buClr>
                <a:srgbClr val="201515"/>
              </a:buClr>
              <a:buSzPts val="1900"/>
              <a:buFont typeface="Play"/>
              <a:buNone/>
            </a:pPr>
            <a:r>
              <a:rPr b="1" i="0" lang="en" sz="1200" u="none" cap="none" strike="noStrike">
                <a:solidFill>
                  <a:srgbClr val="201515"/>
                </a:solidFill>
                <a:latin typeface="Inter"/>
                <a:ea typeface="Inter"/>
                <a:cs typeface="Inter"/>
                <a:sym typeface="Inter"/>
              </a:rPr>
              <a:t>Saved in additional software seats</a:t>
            </a:r>
            <a:endParaRPr b="0" i="0" sz="1200" u="none" cap="none" strike="noStrike">
              <a:solidFill>
                <a:schemeClr val="dk1"/>
              </a:solidFill>
              <a:latin typeface="Inter"/>
              <a:ea typeface="Inter"/>
              <a:cs typeface="Inter"/>
              <a:sym typeface="Inter"/>
            </a:endParaRPr>
          </a:p>
        </p:txBody>
      </p:sp>
      <p:sp>
        <p:nvSpPr>
          <p:cNvPr id="923" name="Google Shape;923;g2d3c64ac7e6_8_195"/>
          <p:cNvSpPr/>
          <p:nvPr/>
        </p:nvSpPr>
        <p:spPr>
          <a:xfrm>
            <a:off x="4876805" y="2667000"/>
            <a:ext cx="3962404" cy="990600"/>
          </a:xfrm>
          <a:prstGeom prst="roundRect">
            <a:avLst>
              <a:gd fmla="val 4846"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4" name="Google Shape;924;g2d3c64ac7e6_8_195"/>
          <p:cNvSpPr/>
          <p:nvPr/>
        </p:nvSpPr>
        <p:spPr>
          <a:xfrm>
            <a:off x="5048255" y="2838450"/>
            <a:ext cx="1647826" cy="6477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5" name="Google Shape;925;g2d3c64ac7e6_8_195"/>
          <p:cNvSpPr/>
          <p:nvPr/>
        </p:nvSpPr>
        <p:spPr>
          <a:xfrm>
            <a:off x="5095880" y="2736056"/>
            <a:ext cx="1552577" cy="8524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6" name="Google Shape;926;g2d3c64ac7e6_8_195"/>
          <p:cNvSpPr/>
          <p:nvPr/>
        </p:nvSpPr>
        <p:spPr>
          <a:xfrm>
            <a:off x="5095875" y="2736050"/>
            <a:ext cx="1221000" cy="852600"/>
          </a:xfrm>
          <a:prstGeom prst="rect">
            <a:avLst/>
          </a:prstGeom>
          <a:noFill/>
          <a:ln>
            <a:noFill/>
          </a:ln>
        </p:spPr>
        <p:txBody>
          <a:bodyPr anchorCtr="0" anchor="ctr" bIns="0" lIns="0" spcFirstLastPara="1" rIns="0" wrap="square" tIns="0">
            <a:noAutofit/>
          </a:bodyPr>
          <a:lstStyle/>
          <a:p>
            <a:pPr indent="0" lvl="0" marL="0" marR="0" rtl="0" algn="l">
              <a:lnSpc>
                <a:spcPct val="149141"/>
              </a:lnSpc>
              <a:spcBef>
                <a:spcPts val="0"/>
              </a:spcBef>
              <a:spcAft>
                <a:spcPts val="0"/>
              </a:spcAft>
              <a:buClr>
                <a:srgbClr val="2B2358"/>
              </a:buClr>
              <a:buSzPts val="4500"/>
              <a:buFont typeface="Arial"/>
              <a:buNone/>
            </a:pPr>
            <a:r>
              <a:rPr b="1" i="0" lang="en" sz="4500" u="none" cap="none" strike="noStrike">
                <a:solidFill>
                  <a:srgbClr val="2B2358"/>
                </a:solidFill>
                <a:latin typeface="Inter"/>
                <a:ea typeface="Inter"/>
                <a:cs typeface="Inter"/>
                <a:sym typeface="Inter"/>
              </a:rPr>
              <a:t>10K</a:t>
            </a:r>
            <a:endParaRPr b="1" i="0" sz="4500" u="none" cap="none" strike="noStrike">
              <a:solidFill>
                <a:schemeClr val="dk1"/>
              </a:solidFill>
              <a:latin typeface="Inter"/>
              <a:ea typeface="Inter"/>
              <a:cs typeface="Inter"/>
              <a:sym typeface="Inter"/>
            </a:endParaRPr>
          </a:p>
        </p:txBody>
      </p:sp>
      <p:sp>
        <p:nvSpPr>
          <p:cNvPr id="927" name="Google Shape;927;g2d3c64ac7e6_8_195"/>
          <p:cNvSpPr/>
          <p:nvPr/>
        </p:nvSpPr>
        <p:spPr>
          <a:xfrm>
            <a:off x="6272122" y="2806700"/>
            <a:ext cx="2478300" cy="711300"/>
          </a:xfrm>
          <a:prstGeom prst="rect">
            <a:avLst/>
          </a:prstGeom>
          <a:noFill/>
          <a:ln>
            <a:noFill/>
          </a:ln>
        </p:spPr>
        <p:txBody>
          <a:bodyPr anchorCtr="0" anchor="ctr" bIns="0" lIns="0" spcFirstLastPara="1" rIns="0" wrap="square" tIns="0">
            <a:noAutofit/>
          </a:bodyPr>
          <a:lstStyle/>
          <a:p>
            <a:pPr indent="0" lvl="0" marL="0" marR="0" rtl="0" algn="l">
              <a:lnSpc>
                <a:spcPct val="115384"/>
              </a:lnSpc>
              <a:spcBef>
                <a:spcPts val="0"/>
              </a:spcBef>
              <a:spcAft>
                <a:spcPts val="0"/>
              </a:spcAft>
              <a:buClr>
                <a:srgbClr val="201515"/>
              </a:buClr>
              <a:buSzPts val="1900"/>
              <a:buFont typeface="Play"/>
              <a:buNone/>
            </a:pPr>
            <a:r>
              <a:rPr b="1" i="0" lang="en" sz="1200" u="none" cap="none" strike="noStrike">
                <a:solidFill>
                  <a:srgbClr val="201515"/>
                </a:solidFill>
                <a:latin typeface="Inter"/>
                <a:ea typeface="Inter"/>
                <a:cs typeface="Inter"/>
                <a:sym typeface="Inter"/>
              </a:rPr>
              <a:t>tasks automated in two months</a:t>
            </a:r>
            <a:endParaRPr b="0" i="0" sz="1200" u="none" cap="none" strike="noStrike">
              <a:solidFill>
                <a:schemeClr val="dk1"/>
              </a:solidFill>
              <a:latin typeface="Inter"/>
              <a:ea typeface="Inter"/>
              <a:cs typeface="Inter"/>
              <a:sym typeface="Inter"/>
            </a:endParaRPr>
          </a:p>
        </p:txBody>
      </p:sp>
      <p:sp>
        <p:nvSpPr>
          <p:cNvPr id="928" name="Google Shape;928;g2d3c64ac7e6_8_195"/>
          <p:cNvSpPr/>
          <p:nvPr/>
        </p:nvSpPr>
        <p:spPr>
          <a:xfrm>
            <a:off x="4876805" y="3848100"/>
            <a:ext cx="3962404" cy="990600"/>
          </a:xfrm>
          <a:prstGeom prst="roundRect">
            <a:avLst>
              <a:gd fmla="val 4846"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9" name="Google Shape;929;g2d3c64ac7e6_8_195"/>
          <p:cNvSpPr/>
          <p:nvPr/>
        </p:nvSpPr>
        <p:spPr>
          <a:xfrm>
            <a:off x="5048255" y="3943350"/>
            <a:ext cx="3619503" cy="8001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0" name="Google Shape;930;g2d3c64ac7e6_8_195"/>
          <p:cNvSpPr/>
          <p:nvPr/>
        </p:nvSpPr>
        <p:spPr>
          <a:xfrm>
            <a:off x="5048255" y="3943350"/>
            <a:ext cx="3619503" cy="8001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1" name="Google Shape;931;g2d3c64ac7e6_8_195"/>
          <p:cNvSpPr/>
          <p:nvPr/>
        </p:nvSpPr>
        <p:spPr>
          <a:xfrm>
            <a:off x="5048255" y="4021931"/>
            <a:ext cx="3619503" cy="64293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2" name="Google Shape;932;g2d3c64ac7e6_8_195"/>
          <p:cNvSpPr/>
          <p:nvPr/>
        </p:nvSpPr>
        <p:spPr>
          <a:xfrm>
            <a:off x="5048255" y="4021931"/>
            <a:ext cx="3619503" cy="633413"/>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3" name="Google Shape;933;g2d3c64ac7e6_8_195"/>
          <p:cNvSpPr/>
          <p:nvPr/>
        </p:nvSpPr>
        <p:spPr>
          <a:xfrm>
            <a:off x="5048255" y="4021931"/>
            <a:ext cx="3648078" cy="471488"/>
          </a:xfrm>
          <a:prstGeom prst="rect">
            <a:avLst/>
          </a:prstGeom>
          <a:noFill/>
          <a:ln>
            <a:noFill/>
          </a:ln>
        </p:spPr>
        <p:txBody>
          <a:bodyPr anchorCtr="0" anchor="t" bIns="0" lIns="0" spcFirstLastPara="1" rIns="0" wrap="square" tIns="0">
            <a:noAutofit/>
          </a:bodyPr>
          <a:lstStyle/>
          <a:p>
            <a:pPr indent="0" lvl="0" marL="0" marR="0" rtl="0" algn="l">
              <a:lnSpc>
                <a:spcPct val="172222"/>
              </a:lnSpc>
              <a:spcBef>
                <a:spcPts val="0"/>
              </a:spcBef>
              <a:spcAft>
                <a:spcPts val="0"/>
              </a:spcAft>
              <a:buClr>
                <a:srgbClr val="2D2E2E"/>
              </a:buClr>
              <a:buSzPts val="700"/>
              <a:buFont typeface="Inter"/>
              <a:buNone/>
            </a:pPr>
            <a:r>
              <a:rPr b="1" i="0" lang="en" sz="700" u="none" cap="none" strike="noStrike">
                <a:solidFill>
                  <a:srgbClr val="2D2E2E"/>
                </a:solidFill>
                <a:latin typeface="Inter"/>
                <a:ea typeface="Inter"/>
                <a:cs typeface="Inter"/>
                <a:sym typeface="Inter"/>
              </a:rPr>
              <a:t>“Our users get answers and fixes to their issues much faster now. I was also able to leverage Slack and our automations to avoid the need to add dozens of Salesforce licenses for our specialized teams.”</a:t>
            </a:r>
            <a:endParaRPr b="0" i="0" sz="700" u="none" cap="none" strike="noStrike">
              <a:solidFill>
                <a:schemeClr val="dk1"/>
              </a:solidFill>
              <a:latin typeface="Inter"/>
              <a:ea typeface="Inter"/>
              <a:cs typeface="Inter"/>
              <a:sym typeface="Inter"/>
            </a:endParaRPr>
          </a:p>
        </p:txBody>
      </p:sp>
      <p:sp>
        <p:nvSpPr>
          <p:cNvPr id="934" name="Google Shape;934;g2d3c64ac7e6_8_195"/>
          <p:cNvSpPr/>
          <p:nvPr/>
        </p:nvSpPr>
        <p:spPr>
          <a:xfrm>
            <a:off x="5048255" y="4560094"/>
            <a:ext cx="2032002" cy="117475"/>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2D2E2E"/>
              </a:buClr>
              <a:buSzPts val="500"/>
              <a:buFont typeface="Inter"/>
              <a:buNone/>
            </a:pPr>
            <a:r>
              <a:rPr b="0" i="0" lang="en" sz="500" u="none" cap="none" strike="noStrike">
                <a:solidFill>
                  <a:srgbClr val="2D2E2E"/>
                </a:solidFill>
                <a:latin typeface="Inter"/>
                <a:ea typeface="Inter"/>
                <a:cs typeface="Inter"/>
                <a:sym typeface="Inter"/>
              </a:rPr>
              <a:t>Tori Phillips, Revenue Operations Systems Administrator at Hudl</a:t>
            </a:r>
            <a:endParaRPr b="0" i="0" sz="500" u="none" cap="none" strike="noStrike">
              <a:solidFill>
                <a:schemeClr val="dk1"/>
              </a:solidFill>
              <a:latin typeface="Inter"/>
              <a:ea typeface="Inter"/>
              <a:cs typeface="Inter"/>
              <a:sym typeface="Inter"/>
            </a:endParaRPr>
          </a:p>
        </p:txBody>
      </p:sp>
      <p:sp>
        <p:nvSpPr>
          <p:cNvPr id="935" name="Google Shape;935;g2d3c64ac7e6_8_195"/>
          <p:cNvSpPr/>
          <p:nvPr/>
        </p:nvSpPr>
        <p:spPr>
          <a:xfrm>
            <a:off x="238125" y="4829175"/>
            <a:ext cx="3433766" cy="2286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6" name="Google Shape;936;g2d3c64ac7e6_8_195"/>
          <p:cNvSpPr/>
          <p:nvPr/>
        </p:nvSpPr>
        <p:spPr>
          <a:xfrm>
            <a:off x="238125" y="4803775"/>
            <a:ext cx="3459166" cy="254000"/>
          </a:xfrm>
          <a:prstGeom prst="rect">
            <a:avLst/>
          </a:prstGeom>
          <a:noFill/>
          <a:ln>
            <a:noFill/>
          </a:ln>
        </p:spPr>
        <p:txBody>
          <a:bodyPr anchorCtr="0" anchor="b" bIns="0" lIns="0" spcFirstLastPara="1" rIns="0" wrap="square" tIns="0">
            <a:noAutofit/>
          </a:bodyPr>
          <a:lstStyle/>
          <a:p>
            <a:pPr indent="0" lvl="0" marL="0" marR="0" rtl="0" algn="l">
              <a:lnSpc>
                <a:spcPct val="150000"/>
              </a:lnSpc>
              <a:spcBef>
                <a:spcPts val="0"/>
              </a:spcBef>
              <a:spcAft>
                <a:spcPts val="0"/>
              </a:spcAft>
              <a:buClr>
                <a:srgbClr val="3D4592"/>
              </a:buClr>
              <a:buSzPts val="600"/>
              <a:buFont typeface="Inter"/>
              <a:buNone/>
            </a:pPr>
            <a:r>
              <a:rPr b="0" i="0" lang="en" sz="600" u="none" cap="none" strike="noStrike">
                <a:solidFill>
                  <a:srgbClr val="3D4592"/>
                </a:solidFill>
                <a:latin typeface="Inter"/>
                <a:ea typeface="Inter"/>
                <a:cs typeface="Inter"/>
                <a:sym typeface="Inter"/>
              </a:rPr>
              <a:t>🔗 Read the full customer story →</a:t>
            </a:r>
            <a:endParaRPr b="0" i="0" sz="6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9"/>
        </a:solidFill>
      </p:bgPr>
    </p:bg>
    <p:spTree>
      <p:nvGrpSpPr>
        <p:cNvPr id="941" name="Shape 941"/>
        <p:cNvGrpSpPr/>
        <p:nvPr/>
      </p:nvGrpSpPr>
      <p:grpSpPr>
        <a:xfrm>
          <a:off x="0" y="0"/>
          <a:ext cx="0" cy="0"/>
          <a:chOff x="0" y="0"/>
          <a:chExt cx="0" cy="0"/>
        </a:xfrm>
      </p:grpSpPr>
      <p:sp>
        <p:nvSpPr>
          <p:cNvPr id="942" name="Google Shape;942;g2d3c64ac7e6_8_270"/>
          <p:cNvSpPr/>
          <p:nvPr/>
        </p:nvSpPr>
        <p:spPr>
          <a:xfrm>
            <a:off x="217500" y="3518088"/>
            <a:ext cx="4137000" cy="739500"/>
          </a:xfrm>
          <a:prstGeom prst="rect">
            <a:avLst/>
          </a:prstGeom>
          <a:noFill/>
          <a:ln>
            <a:noFill/>
          </a:ln>
        </p:spPr>
        <p:txBody>
          <a:bodyPr anchorCtr="0" anchor="t"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Onboarding to the Ambassador program is handled with automation</a:t>
            </a:r>
            <a:endParaRPr b="0" i="0" sz="1000" u="none" cap="none" strike="noStrike">
              <a:solidFill>
                <a:srgbClr val="000000"/>
              </a:solidFill>
              <a:latin typeface="Inter"/>
              <a:ea typeface="Inter"/>
              <a:cs typeface="Inter"/>
              <a:sym typeface="Inter"/>
            </a:endParaRPr>
          </a:p>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chemeClr val="dk1"/>
                </a:solidFill>
                <a:latin typeface="Inter"/>
                <a:ea typeface="Inter"/>
                <a:cs typeface="Inter"/>
                <a:sym typeface="Inter"/>
              </a:rPr>
              <a:t>Certifications and milestones don’t need human intervention</a:t>
            </a:r>
            <a:endParaRPr b="0" i="0" sz="1000" u="none" cap="none" strike="noStrike">
              <a:solidFill>
                <a:srgbClr val="000000"/>
              </a:solidFill>
              <a:latin typeface="Inter"/>
              <a:ea typeface="Inter"/>
              <a:cs typeface="Inter"/>
              <a:sym typeface="Inter"/>
            </a:endParaRPr>
          </a:p>
        </p:txBody>
      </p:sp>
      <p:sp>
        <p:nvSpPr>
          <p:cNvPr id="943" name="Google Shape;943;g2d3c64ac7e6_8_270"/>
          <p:cNvSpPr/>
          <p:nvPr/>
        </p:nvSpPr>
        <p:spPr>
          <a:xfrm>
            <a:off x="238125" y="1143000"/>
            <a:ext cx="3595691" cy="142875"/>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4" name="Google Shape;944;g2d3c64ac7e6_8_270"/>
          <p:cNvSpPr/>
          <p:nvPr/>
        </p:nvSpPr>
        <p:spPr>
          <a:xfrm>
            <a:off x="238125" y="1143000"/>
            <a:ext cx="1019176" cy="142875"/>
          </a:xfrm>
          <a:prstGeom prst="roundRect">
            <a:avLst>
              <a:gd fmla="val 333600" name="adj"/>
            </a:avLst>
          </a:prstGeom>
          <a:solidFill>
            <a:srgbClr val="FF4F00"/>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5" name="Google Shape;945;g2d3c64ac7e6_8_270"/>
          <p:cNvSpPr/>
          <p:nvPr/>
        </p:nvSpPr>
        <p:spPr>
          <a:xfrm>
            <a:off x="263525" y="1144587"/>
            <a:ext cx="968376"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FFFDF9"/>
              </a:buClr>
              <a:buSzPts val="600"/>
              <a:buFont typeface="Inter"/>
              <a:buNone/>
            </a:pPr>
            <a:r>
              <a:rPr b="1" i="0" lang="en" sz="600" u="none" cap="none" strike="noStrike">
                <a:solidFill>
                  <a:srgbClr val="FFFDF9"/>
                </a:solidFill>
                <a:latin typeface="Inter"/>
                <a:ea typeface="Inter"/>
                <a:cs typeface="Inter"/>
                <a:sym typeface="Inter"/>
              </a:rPr>
              <a:t>Community management</a:t>
            </a:r>
            <a:endParaRPr b="0" i="0" sz="600" u="none" cap="none" strike="noStrike">
              <a:solidFill>
                <a:schemeClr val="dk1"/>
              </a:solidFill>
              <a:latin typeface="Inter"/>
              <a:ea typeface="Inter"/>
              <a:cs typeface="Inter"/>
              <a:sym typeface="Inter"/>
            </a:endParaRPr>
          </a:p>
        </p:txBody>
      </p:sp>
      <p:sp>
        <p:nvSpPr>
          <p:cNvPr id="946" name="Google Shape;946;g2d3c64ac7e6_8_270"/>
          <p:cNvSpPr/>
          <p:nvPr/>
        </p:nvSpPr>
        <p:spPr>
          <a:xfrm>
            <a:off x="1352551" y="1143000"/>
            <a:ext cx="762001" cy="142875"/>
          </a:xfrm>
          <a:prstGeom prst="roundRect">
            <a:avLst>
              <a:gd fmla="val 333600" name="adj"/>
            </a:avLst>
          </a:prstGeom>
          <a:solidFill>
            <a:srgbClr val="FF4F00"/>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7" name="Google Shape;947;g2d3c64ac7e6_8_270"/>
          <p:cNvSpPr/>
          <p:nvPr/>
        </p:nvSpPr>
        <p:spPr>
          <a:xfrm>
            <a:off x="1377951" y="1144587"/>
            <a:ext cx="711201"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FFFDF9"/>
              </a:buClr>
              <a:buSzPts val="600"/>
              <a:buFont typeface="Inter"/>
              <a:buNone/>
            </a:pPr>
            <a:r>
              <a:rPr b="1" i="0" lang="en" sz="600" u="none" cap="none" strike="noStrike">
                <a:solidFill>
                  <a:srgbClr val="FFFDF9"/>
                </a:solidFill>
                <a:latin typeface="Inter"/>
                <a:ea typeface="Inter"/>
                <a:cs typeface="Inter"/>
                <a:sym typeface="Inter"/>
              </a:rPr>
              <a:t>Customer support</a:t>
            </a:r>
            <a:endParaRPr b="0" i="0" sz="600" u="none" cap="none" strike="noStrike">
              <a:solidFill>
                <a:schemeClr val="dk1"/>
              </a:solidFill>
              <a:latin typeface="Inter"/>
              <a:ea typeface="Inter"/>
              <a:cs typeface="Inter"/>
              <a:sym typeface="Inter"/>
            </a:endParaRPr>
          </a:p>
        </p:txBody>
      </p:sp>
      <p:sp>
        <p:nvSpPr>
          <p:cNvPr id="948" name="Google Shape;948;g2d3c64ac7e6_8_270"/>
          <p:cNvSpPr/>
          <p:nvPr/>
        </p:nvSpPr>
        <p:spPr>
          <a:xfrm>
            <a:off x="2209802" y="1143000"/>
            <a:ext cx="1033463" cy="142875"/>
          </a:xfrm>
          <a:prstGeom prst="roundRect">
            <a:avLst>
              <a:gd fmla="val 333600" name="adj"/>
            </a:avLst>
          </a:prstGeom>
          <a:solidFill>
            <a:srgbClr val="CDE4E1"/>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9" name="Google Shape;949;g2d3c64ac7e6_8_270"/>
          <p:cNvSpPr/>
          <p:nvPr/>
        </p:nvSpPr>
        <p:spPr>
          <a:xfrm>
            <a:off x="2235202" y="1144587"/>
            <a:ext cx="982663"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403F3E"/>
              </a:buClr>
              <a:buSzPts val="600"/>
              <a:buFont typeface="Inter"/>
              <a:buNone/>
            </a:pPr>
            <a:r>
              <a:rPr b="1" i="0" lang="en" sz="600" u="none" cap="none" strike="noStrike">
                <a:solidFill>
                  <a:srgbClr val="403F3E"/>
                </a:solidFill>
                <a:latin typeface="Inter"/>
                <a:ea typeface="Inter"/>
                <a:cs typeface="Inter"/>
                <a:sym typeface="Inter"/>
              </a:rPr>
              <a:t>Company size: Enterprise </a:t>
            </a:r>
            <a:endParaRPr b="0" i="0" sz="600" u="none" cap="none" strike="noStrike">
              <a:solidFill>
                <a:schemeClr val="dk1"/>
              </a:solidFill>
              <a:latin typeface="Inter"/>
              <a:ea typeface="Inter"/>
              <a:cs typeface="Inter"/>
              <a:sym typeface="Inter"/>
            </a:endParaRPr>
          </a:p>
        </p:txBody>
      </p:sp>
      <p:sp>
        <p:nvSpPr>
          <p:cNvPr id="950" name="Google Shape;950;g2d3c64ac7e6_8_270"/>
          <p:cNvSpPr/>
          <p:nvPr/>
        </p:nvSpPr>
        <p:spPr>
          <a:xfrm>
            <a:off x="3338516" y="1143000"/>
            <a:ext cx="495300" cy="142875"/>
          </a:xfrm>
          <a:prstGeom prst="roundRect">
            <a:avLst>
              <a:gd fmla="val 333600" name="adj"/>
            </a:avLst>
          </a:prstGeom>
          <a:solidFill>
            <a:srgbClr val="C1B7F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1" name="Google Shape;951;g2d3c64ac7e6_8_270"/>
          <p:cNvSpPr/>
          <p:nvPr/>
        </p:nvSpPr>
        <p:spPr>
          <a:xfrm>
            <a:off x="3363916" y="1144587"/>
            <a:ext cx="444501"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403F3E"/>
              </a:buClr>
              <a:buSzPts val="600"/>
              <a:buFont typeface="Inter"/>
              <a:buNone/>
            </a:pPr>
            <a:r>
              <a:rPr b="1" i="0" lang="en" sz="600" u="none" cap="none" strike="noStrike">
                <a:solidFill>
                  <a:srgbClr val="403F3E"/>
                </a:solidFill>
                <a:latin typeface="Inter"/>
                <a:ea typeface="Inter"/>
                <a:cs typeface="Inter"/>
                <a:sym typeface="Inter"/>
              </a:rPr>
              <a:t>SaaS (B2B)</a:t>
            </a:r>
            <a:endParaRPr b="0" i="0" sz="600" u="none" cap="none" strike="noStrike">
              <a:solidFill>
                <a:schemeClr val="dk1"/>
              </a:solidFill>
              <a:latin typeface="Inter"/>
              <a:ea typeface="Inter"/>
              <a:cs typeface="Inter"/>
              <a:sym typeface="Inter"/>
            </a:endParaRPr>
          </a:p>
        </p:txBody>
      </p:sp>
      <p:sp>
        <p:nvSpPr>
          <p:cNvPr id="952" name="Google Shape;952;g2d3c64ac7e6_8_270"/>
          <p:cNvSpPr/>
          <p:nvPr/>
        </p:nvSpPr>
        <p:spPr>
          <a:xfrm>
            <a:off x="238125" y="238125"/>
            <a:ext cx="3971929" cy="7395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3" name="Google Shape;953;g2d3c64ac7e6_8_270"/>
          <p:cNvSpPr/>
          <p:nvPr/>
        </p:nvSpPr>
        <p:spPr>
          <a:xfrm>
            <a:off x="238125" y="238125"/>
            <a:ext cx="3906401" cy="199838"/>
          </a:xfrm>
          <a:prstGeom prst="rect">
            <a:avLst/>
          </a:prstGeom>
          <a:noFill/>
          <a:ln>
            <a:noFill/>
          </a:ln>
        </p:spPr>
        <p:txBody>
          <a:bodyPr anchorCtr="0" anchor="t" bIns="0" lIns="0" spcFirstLastPara="1" rIns="0" wrap="square" tIns="0">
            <a:noAutofit/>
          </a:bodyPr>
          <a:lstStyle/>
          <a:p>
            <a:pPr indent="0" lvl="0" marL="0" marR="0" rtl="0" algn="l">
              <a:lnSpc>
                <a:spcPct val="250000"/>
              </a:lnSpc>
              <a:spcBef>
                <a:spcPts val="0"/>
              </a:spcBef>
              <a:spcAft>
                <a:spcPts val="0"/>
              </a:spcAft>
              <a:buClr>
                <a:srgbClr val="201515"/>
              </a:buClr>
              <a:buSzPts val="700"/>
              <a:buFont typeface="Play"/>
              <a:buNone/>
            </a:pPr>
            <a:r>
              <a:rPr b="0" i="0" lang="en" sz="700" u="none" cap="none" strike="noStrike">
                <a:solidFill>
                  <a:srgbClr val="201515"/>
                </a:solidFill>
                <a:latin typeface="Inter"/>
                <a:ea typeface="Inter"/>
                <a:cs typeface="Inter"/>
                <a:sym typeface="Inter"/>
              </a:rPr>
              <a:t>CUSTOMER SUCCESS STORY</a:t>
            </a:r>
            <a:endParaRPr b="0" i="0" sz="700" u="none" cap="none" strike="noStrike">
              <a:solidFill>
                <a:schemeClr val="dk1"/>
              </a:solidFill>
              <a:latin typeface="Inter"/>
              <a:ea typeface="Inter"/>
              <a:cs typeface="Inter"/>
              <a:sym typeface="Inter"/>
            </a:endParaRPr>
          </a:p>
        </p:txBody>
      </p:sp>
      <p:sp>
        <p:nvSpPr>
          <p:cNvPr id="954" name="Google Shape;954;g2d3c64ac7e6_8_270"/>
          <p:cNvSpPr/>
          <p:nvPr/>
        </p:nvSpPr>
        <p:spPr>
          <a:xfrm>
            <a:off x="238125" y="406212"/>
            <a:ext cx="3971929"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5" name="Google Shape;955;g2d3c64ac7e6_8_270"/>
          <p:cNvSpPr/>
          <p:nvPr/>
        </p:nvSpPr>
        <p:spPr>
          <a:xfrm>
            <a:off x="238125" y="406212"/>
            <a:ext cx="3971929"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6" name="Google Shape;956;g2d3c64ac7e6_8_270"/>
          <p:cNvSpPr/>
          <p:nvPr/>
        </p:nvSpPr>
        <p:spPr>
          <a:xfrm>
            <a:off x="238125" y="406212"/>
            <a:ext cx="1366839"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957" name="Google Shape;957;g2d3c64ac7e6_8_270"/>
          <p:cNvPicPr preferRelativeResize="0"/>
          <p:nvPr/>
        </p:nvPicPr>
        <p:blipFill rotWithShape="1">
          <a:blip r:embed="rId3">
            <a:alphaModFix/>
          </a:blip>
          <a:srcRect b="0" l="0" r="0" t="0"/>
          <a:stretch/>
        </p:blipFill>
        <p:spPr>
          <a:xfrm>
            <a:off x="238125" y="406212"/>
            <a:ext cx="1366839" cy="571429"/>
          </a:xfrm>
          <a:prstGeom prst="rect">
            <a:avLst/>
          </a:prstGeom>
          <a:noFill/>
          <a:ln>
            <a:noFill/>
          </a:ln>
        </p:spPr>
      </p:pic>
      <p:pic>
        <p:nvPicPr>
          <p:cNvPr descr=" " id="958" name="Google Shape;958;g2d3c64ac7e6_8_270"/>
          <p:cNvPicPr preferRelativeResize="0"/>
          <p:nvPr/>
        </p:nvPicPr>
        <p:blipFill rotWithShape="1">
          <a:blip r:embed="rId4">
            <a:alphaModFix/>
          </a:blip>
          <a:srcRect b="0" l="0" r="0" t="0"/>
          <a:stretch/>
        </p:blipFill>
        <p:spPr>
          <a:xfrm>
            <a:off x="1652589" y="406212"/>
            <a:ext cx="9525" cy="571429"/>
          </a:xfrm>
          <a:prstGeom prst="rect">
            <a:avLst/>
          </a:prstGeom>
          <a:noFill/>
          <a:ln>
            <a:noFill/>
          </a:ln>
        </p:spPr>
      </p:pic>
      <p:sp>
        <p:nvSpPr>
          <p:cNvPr id="959" name="Google Shape;959;g2d3c64ac7e6_8_270"/>
          <p:cNvSpPr/>
          <p:nvPr/>
        </p:nvSpPr>
        <p:spPr>
          <a:xfrm>
            <a:off x="1709739" y="406212"/>
            <a:ext cx="2500315"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960" name="Google Shape;960;g2d3c64ac7e6_8_270"/>
          <p:cNvPicPr preferRelativeResize="0"/>
          <p:nvPr/>
        </p:nvPicPr>
        <p:blipFill rotWithShape="1">
          <a:blip r:embed="rId5">
            <a:alphaModFix/>
          </a:blip>
          <a:srcRect b="0" l="0" r="0" t="0"/>
          <a:stretch/>
        </p:blipFill>
        <p:spPr>
          <a:xfrm>
            <a:off x="1709739" y="430025"/>
            <a:ext cx="2500315" cy="523810"/>
          </a:xfrm>
          <a:prstGeom prst="rect">
            <a:avLst/>
          </a:prstGeom>
          <a:noFill/>
          <a:ln>
            <a:noFill/>
          </a:ln>
        </p:spPr>
      </p:pic>
      <p:sp>
        <p:nvSpPr>
          <p:cNvPr id="961" name="Google Shape;961;g2d3c64ac7e6_8_270"/>
          <p:cNvSpPr/>
          <p:nvPr/>
        </p:nvSpPr>
        <p:spPr>
          <a:xfrm>
            <a:off x="238125" y="1524000"/>
            <a:ext cx="833438" cy="489916"/>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2" name="Google Shape;962;g2d3c64ac7e6_8_270"/>
          <p:cNvSpPr/>
          <p:nvPr/>
        </p:nvSpPr>
        <p:spPr>
          <a:xfrm>
            <a:off x="238125"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3" name="Google Shape;963;g2d3c64ac7e6_8_270"/>
          <p:cNvSpPr/>
          <p:nvPr/>
        </p:nvSpPr>
        <p:spPr>
          <a:xfrm>
            <a:off x="238125"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964" name="Google Shape;964;g2d3c64ac7e6_8_270"/>
          <p:cNvPicPr preferRelativeResize="0"/>
          <p:nvPr/>
        </p:nvPicPr>
        <p:blipFill rotWithShape="1">
          <a:blip r:embed="rId6">
            <a:alphaModFix/>
          </a:blip>
          <a:srcRect b="0" l="0" r="0" t="0"/>
          <a:stretch/>
        </p:blipFill>
        <p:spPr>
          <a:xfrm>
            <a:off x="285750" y="1571625"/>
            <a:ext cx="285750" cy="285715"/>
          </a:xfrm>
          <a:prstGeom prst="rect">
            <a:avLst/>
          </a:prstGeom>
          <a:noFill/>
          <a:ln>
            <a:noFill/>
          </a:ln>
        </p:spPr>
      </p:pic>
      <p:sp>
        <p:nvSpPr>
          <p:cNvPr id="965" name="Google Shape;965;g2d3c64ac7e6_8_270"/>
          <p:cNvSpPr/>
          <p:nvPr/>
        </p:nvSpPr>
        <p:spPr>
          <a:xfrm>
            <a:off x="690563"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6" name="Google Shape;966;g2d3c64ac7e6_8_270"/>
          <p:cNvSpPr/>
          <p:nvPr/>
        </p:nvSpPr>
        <p:spPr>
          <a:xfrm>
            <a:off x="690563"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967" name="Google Shape;967;g2d3c64ac7e6_8_270"/>
          <p:cNvPicPr preferRelativeResize="0"/>
          <p:nvPr/>
        </p:nvPicPr>
        <p:blipFill rotWithShape="1">
          <a:blip r:embed="rId7">
            <a:alphaModFix/>
          </a:blip>
          <a:srcRect b="0" l="0" r="0" t="0"/>
          <a:stretch/>
        </p:blipFill>
        <p:spPr>
          <a:xfrm>
            <a:off x="738188" y="1571625"/>
            <a:ext cx="285750" cy="285715"/>
          </a:xfrm>
          <a:prstGeom prst="rect">
            <a:avLst/>
          </a:prstGeom>
          <a:noFill/>
          <a:ln>
            <a:noFill/>
          </a:ln>
        </p:spPr>
      </p:pic>
      <p:sp>
        <p:nvSpPr>
          <p:cNvPr id="968" name="Google Shape;968;g2d3c64ac7e6_8_270"/>
          <p:cNvSpPr/>
          <p:nvPr/>
        </p:nvSpPr>
        <p:spPr>
          <a:xfrm>
            <a:off x="238125" y="2252039"/>
            <a:ext cx="4095754" cy="8524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969" name="Google Shape;969;g2d3c64ac7e6_8_270"/>
          <p:cNvSpPr/>
          <p:nvPr/>
        </p:nvSpPr>
        <p:spPr>
          <a:xfrm>
            <a:off x="238125" y="2201239"/>
            <a:ext cx="546101" cy="217488"/>
          </a:xfrm>
          <a:prstGeom prst="rect">
            <a:avLst/>
          </a:prstGeom>
          <a:noFill/>
          <a:ln>
            <a:noFill/>
          </a:ln>
        </p:spPr>
        <p:txBody>
          <a:bodyPr anchorCtr="0" anchor="b" bIns="0" lIns="0" spcFirstLastPara="1" rIns="0" wrap="square" tIns="0">
            <a:noAutofit/>
          </a:bodyPr>
          <a:lstStyle/>
          <a:p>
            <a:pPr indent="0" lvl="0" marL="0" marR="0" rtl="0" algn="l">
              <a:lnSpc>
                <a:spcPct val="109375"/>
              </a:lnSpc>
              <a:spcBef>
                <a:spcPts val="0"/>
              </a:spcBef>
              <a:spcAft>
                <a:spcPts val="0"/>
              </a:spcAft>
              <a:buClr>
                <a:srgbClr val="000000"/>
              </a:buClr>
              <a:buSzPts val="1200"/>
              <a:buFont typeface="Inter"/>
              <a:buNone/>
            </a:pPr>
            <a:r>
              <a:rPr b="1" i="0" lang="en" sz="1200" u="none" cap="none" strike="noStrike">
                <a:solidFill>
                  <a:srgbClr val="000000"/>
                </a:solidFill>
                <a:latin typeface="Inter"/>
                <a:ea typeface="Inter"/>
                <a:cs typeface="Inter"/>
                <a:sym typeface="Inter"/>
              </a:rPr>
              <a:t>Before </a:t>
            </a:r>
            <a:endParaRPr b="0" i="0" sz="1200" u="none" cap="none" strike="noStrike">
              <a:solidFill>
                <a:schemeClr val="dk1"/>
              </a:solidFill>
              <a:latin typeface="Inter"/>
              <a:ea typeface="Inter"/>
              <a:cs typeface="Inter"/>
              <a:sym typeface="Inter"/>
            </a:endParaRPr>
          </a:p>
        </p:txBody>
      </p:sp>
      <p:sp>
        <p:nvSpPr>
          <p:cNvPr id="970" name="Google Shape;970;g2d3c64ac7e6_8_270"/>
          <p:cNvSpPr/>
          <p:nvPr/>
        </p:nvSpPr>
        <p:spPr>
          <a:xfrm>
            <a:off x="238125" y="2456823"/>
            <a:ext cx="3579900" cy="711300"/>
          </a:xfrm>
          <a:prstGeom prst="rect">
            <a:avLst/>
          </a:prstGeom>
          <a:noFill/>
          <a:ln>
            <a:noFill/>
          </a:ln>
        </p:spPr>
        <p:txBody>
          <a:bodyPr anchorCtr="0" anchor="t"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To roll out the ambassador program, Asana would need to manually onboard every person</a:t>
            </a:r>
            <a:endParaRPr b="0" i="0" sz="1000" u="none" cap="none" strike="noStrike">
              <a:solidFill>
                <a:srgbClr val="000000"/>
              </a:solidFill>
              <a:latin typeface="Inter"/>
              <a:ea typeface="Inter"/>
              <a:cs typeface="Inter"/>
              <a:sym typeface="Inter"/>
            </a:endParaRPr>
          </a:p>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chemeClr val="dk1"/>
                </a:solidFill>
                <a:latin typeface="Inter"/>
                <a:ea typeface="Inter"/>
                <a:cs typeface="Inter"/>
                <a:sym typeface="Inter"/>
              </a:rPr>
              <a:t>Paired with the existing maintenance work, this made the program unscalable </a:t>
            </a:r>
            <a:endParaRPr b="0" i="0" sz="1000" u="none" cap="none" strike="noStrike">
              <a:solidFill>
                <a:srgbClr val="000000"/>
              </a:solidFill>
              <a:latin typeface="Inter"/>
              <a:ea typeface="Inter"/>
              <a:cs typeface="Inter"/>
              <a:sym typeface="Inter"/>
            </a:endParaRPr>
          </a:p>
        </p:txBody>
      </p:sp>
      <p:sp>
        <p:nvSpPr>
          <p:cNvPr id="971" name="Google Shape;971;g2d3c64ac7e6_8_270"/>
          <p:cNvSpPr/>
          <p:nvPr/>
        </p:nvSpPr>
        <p:spPr>
          <a:xfrm>
            <a:off x="238125" y="3291852"/>
            <a:ext cx="1722671" cy="217488"/>
          </a:xfrm>
          <a:prstGeom prst="rect">
            <a:avLst/>
          </a:prstGeom>
          <a:noFill/>
          <a:ln>
            <a:noFill/>
          </a:ln>
        </p:spPr>
        <p:txBody>
          <a:bodyPr anchorCtr="0" anchor="b" bIns="0" lIns="0" spcFirstLastPara="1" rIns="0" wrap="square" tIns="0">
            <a:noAutofit/>
          </a:bodyPr>
          <a:lstStyle/>
          <a:p>
            <a:pPr indent="0" lvl="0" marL="0" marR="0" rtl="0" algn="l">
              <a:lnSpc>
                <a:spcPct val="109375"/>
              </a:lnSpc>
              <a:spcBef>
                <a:spcPts val="0"/>
              </a:spcBef>
              <a:spcAft>
                <a:spcPts val="0"/>
              </a:spcAft>
              <a:buClr>
                <a:srgbClr val="000000"/>
              </a:buClr>
              <a:buSzPts val="1200"/>
              <a:buFont typeface="Inter"/>
              <a:buNone/>
            </a:pPr>
            <a:r>
              <a:rPr b="1" i="0" lang="en" sz="1200" u="none" cap="none" strike="noStrike">
                <a:solidFill>
                  <a:srgbClr val="000000"/>
                </a:solidFill>
                <a:latin typeface="Inter"/>
                <a:ea typeface="Inter"/>
                <a:cs typeface="Inter"/>
                <a:sym typeface="Inter"/>
              </a:rPr>
              <a:t>After</a:t>
            </a:r>
            <a:endParaRPr b="0" i="0" sz="1200" u="none" cap="none" strike="noStrike">
              <a:solidFill>
                <a:schemeClr val="dk1"/>
              </a:solidFill>
              <a:latin typeface="Inter"/>
              <a:ea typeface="Inter"/>
              <a:cs typeface="Inter"/>
              <a:sym typeface="Inter"/>
            </a:endParaRPr>
          </a:p>
        </p:txBody>
      </p:sp>
      <p:sp>
        <p:nvSpPr>
          <p:cNvPr id="972" name="Google Shape;972;g2d3c64ac7e6_8_270"/>
          <p:cNvSpPr/>
          <p:nvPr/>
        </p:nvSpPr>
        <p:spPr>
          <a:xfrm>
            <a:off x="4572004" y="0"/>
            <a:ext cx="4572004" cy="5143500"/>
          </a:xfrm>
          <a:prstGeom prst="rect">
            <a:avLst/>
          </a:prstGeom>
          <a:solidFill>
            <a:srgbClr val="1F3121"/>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3" name="Google Shape;973;g2d3c64ac7e6_8_270"/>
          <p:cNvSpPr/>
          <p:nvPr/>
        </p:nvSpPr>
        <p:spPr>
          <a:xfrm>
            <a:off x="4876805" y="304800"/>
            <a:ext cx="3962404" cy="45339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4" name="Google Shape;974;g2d3c64ac7e6_8_270"/>
          <p:cNvSpPr/>
          <p:nvPr/>
        </p:nvSpPr>
        <p:spPr>
          <a:xfrm>
            <a:off x="4876805" y="304800"/>
            <a:ext cx="3962404" cy="2171700"/>
          </a:xfrm>
          <a:prstGeom prst="roundRect">
            <a:avLst>
              <a:gd fmla="val 2211"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5" name="Google Shape;975;g2d3c64ac7e6_8_270"/>
          <p:cNvSpPr/>
          <p:nvPr/>
        </p:nvSpPr>
        <p:spPr>
          <a:xfrm>
            <a:off x="5048255" y="476250"/>
            <a:ext cx="419101" cy="18288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6" name="Google Shape;976;g2d3c64ac7e6_8_270"/>
          <p:cNvSpPr/>
          <p:nvPr/>
        </p:nvSpPr>
        <p:spPr>
          <a:xfrm>
            <a:off x="5095880" y="964406"/>
            <a:ext cx="323850" cy="8524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7" name="Google Shape;977;g2d3c64ac7e6_8_270"/>
          <p:cNvSpPr/>
          <p:nvPr/>
        </p:nvSpPr>
        <p:spPr>
          <a:xfrm>
            <a:off x="5057805" y="869106"/>
            <a:ext cx="514500" cy="1043100"/>
          </a:xfrm>
          <a:prstGeom prst="rect">
            <a:avLst/>
          </a:prstGeom>
          <a:noFill/>
          <a:ln>
            <a:noFill/>
          </a:ln>
        </p:spPr>
        <p:txBody>
          <a:bodyPr anchorCtr="0" anchor="ctr" bIns="0" lIns="0" spcFirstLastPara="1" rIns="0" wrap="square" tIns="0">
            <a:noAutofit/>
          </a:bodyPr>
          <a:lstStyle/>
          <a:p>
            <a:pPr indent="0" lvl="0" marL="0" marR="0" rtl="0" algn="l">
              <a:lnSpc>
                <a:spcPct val="149141"/>
              </a:lnSpc>
              <a:spcBef>
                <a:spcPts val="0"/>
              </a:spcBef>
              <a:spcAft>
                <a:spcPts val="0"/>
              </a:spcAft>
              <a:buClr>
                <a:srgbClr val="2B2358"/>
              </a:buClr>
              <a:buSzPts val="4500"/>
              <a:buFont typeface="Arial"/>
              <a:buNone/>
            </a:pPr>
            <a:r>
              <a:rPr b="1" i="0" lang="en" sz="4500" u="none" cap="none" strike="noStrike">
                <a:solidFill>
                  <a:srgbClr val="2B2358"/>
                </a:solidFill>
                <a:latin typeface="Inter"/>
                <a:ea typeface="Inter"/>
                <a:cs typeface="Inter"/>
                <a:sym typeface="Inter"/>
              </a:rPr>
              <a:t>2</a:t>
            </a:r>
            <a:endParaRPr b="1" i="0" sz="4500" u="none" cap="none" strike="noStrike">
              <a:solidFill>
                <a:schemeClr val="dk1"/>
              </a:solidFill>
              <a:latin typeface="Inter"/>
              <a:ea typeface="Inter"/>
              <a:cs typeface="Inter"/>
              <a:sym typeface="Inter"/>
            </a:endParaRPr>
          </a:p>
        </p:txBody>
      </p:sp>
      <p:sp>
        <p:nvSpPr>
          <p:cNvPr id="978" name="Google Shape;978;g2d3c64ac7e6_8_270"/>
          <p:cNvSpPr/>
          <p:nvPr/>
        </p:nvSpPr>
        <p:spPr>
          <a:xfrm>
            <a:off x="5600730" y="1035006"/>
            <a:ext cx="3111600" cy="711300"/>
          </a:xfrm>
          <a:prstGeom prst="rect">
            <a:avLst/>
          </a:prstGeom>
          <a:noFill/>
          <a:ln>
            <a:noFill/>
          </a:ln>
        </p:spPr>
        <p:txBody>
          <a:bodyPr anchorCtr="0" anchor="ctr" bIns="0" lIns="0" spcFirstLastPara="1" rIns="0" wrap="square" tIns="0">
            <a:noAutofit/>
          </a:bodyPr>
          <a:lstStyle/>
          <a:p>
            <a:pPr indent="0" lvl="0" marL="0" marR="0" rtl="0" algn="l">
              <a:lnSpc>
                <a:spcPct val="115384"/>
              </a:lnSpc>
              <a:spcBef>
                <a:spcPts val="0"/>
              </a:spcBef>
              <a:spcAft>
                <a:spcPts val="0"/>
              </a:spcAft>
              <a:buClr>
                <a:srgbClr val="201515"/>
              </a:buClr>
              <a:buSzPts val="1900"/>
              <a:buFont typeface="Play"/>
              <a:buNone/>
            </a:pPr>
            <a:r>
              <a:rPr b="1" i="0" lang="en" sz="1200" u="none" cap="none" strike="noStrike">
                <a:solidFill>
                  <a:srgbClr val="201515"/>
                </a:solidFill>
                <a:latin typeface="Inter"/>
                <a:ea typeface="Inter"/>
                <a:cs typeface="Inter"/>
                <a:sym typeface="Inter"/>
              </a:rPr>
              <a:t>employees worth of time saved with one process (@50K/year salary, $100K savings)</a:t>
            </a:r>
            <a:endParaRPr b="1" i="0" sz="1200" u="none" cap="none" strike="noStrike">
              <a:solidFill>
                <a:schemeClr val="dk1"/>
              </a:solidFill>
              <a:latin typeface="Inter"/>
              <a:ea typeface="Inter"/>
              <a:cs typeface="Inter"/>
              <a:sym typeface="Inter"/>
            </a:endParaRPr>
          </a:p>
        </p:txBody>
      </p:sp>
      <p:sp>
        <p:nvSpPr>
          <p:cNvPr id="979" name="Google Shape;979;g2d3c64ac7e6_8_270"/>
          <p:cNvSpPr/>
          <p:nvPr/>
        </p:nvSpPr>
        <p:spPr>
          <a:xfrm>
            <a:off x="4876805" y="2667000"/>
            <a:ext cx="3962404" cy="2171700"/>
          </a:xfrm>
          <a:prstGeom prst="roundRect">
            <a:avLst>
              <a:gd fmla="val 2211"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0" name="Google Shape;980;g2d3c64ac7e6_8_270"/>
          <p:cNvSpPr/>
          <p:nvPr/>
        </p:nvSpPr>
        <p:spPr>
          <a:xfrm>
            <a:off x="5048255" y="3352800"/>
            <a:ext cx="3619503" cy="8001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1" name="Google Shape;981;g2d3c64ac7e6_8_270"/>
          <p:cNvSpPr/>
          <p:nvPr/>
        </p:nvSpPr>
        <p:spPr>
          <a:xfrm>
            <a:off x="5048255" y="3352800"/>
            <a:ext cx="3619503" cy="8001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2" name="Google Shape;982;g2d3c64ac7e6_8_270"/>
          <p:cNvSpPr/>
          <p:nvPr/>
        </p:nvSpPr>
        <p:spPr>
          <a:xfrm>
            <a:off x="5048255" y="3438525"/>
            <a:ext cx="3619503" cy="62865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983" name="Google Shape;983;g2d3c64ac7e6_8_270"/>
          <p:cNvPicPr preferRelativeResize="0"/>
          <p:nvPr/>
        </p:nvPicPr>
        <p:blipFill rotWithShape="1">
          <a:blip r:embed="rId8">
            <a:alphaModFix/>
          </a:blip>
          <a:srcRect b="0" l="0" r="0" t="0"/>
          <a:stretch/>
        </p:blipFill>
        <p:spPr>
          <a:xfrm>
            <a:off x="5048255" y="3438525"/>
            <a:ext cx="619125" cy="619048"/>
          </a:xfrm>
          <a:prstGeom prst="rect">
            <a:avLst/>
          </a:prstGeom>
          <a:noFill/>
          <a:ln>
            <a:noFill/>
          </a:ln>
        </p:spPr>
      </p:pic>
      <p:sp>
        <p:nvSpPr>
          <p:cNvPr id="984" name="Google Shape;984;g2d3c64ac7e6_8_270"/>
          <p:cNvSpPr/>
          <p:nvPr/>
        </p:nvSpPr>
        <p:spPr>
          <a:xfrm>
            <a:off x="5781680" y="3438525"/>
            <a:ext cx="2886078" cy="485775"/>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5" name="Google Shape;985;g2d3c64ac7e6_8_270"/>
          <p:cNvSpPr/>
          <p:nvPr/>
        </p:nvSpPr>
        <p:spPr>
          <a:xfrm>
            <a:off x="5100623" y="3438525"/>
            <a:ext cx="3595800" cy="324000"/>
          </a:xfrm>
          <a:prstGeom prst="rect">
            <a:avLst/>
          </a:prstGeom>
          <a:noFill/>
          <a:ln>
            <a:noFill/>
          </a:ln>
        </p:spPr>
        <p:txBody>
          <a:bodyPr anchorCtr="0" anchor="t" bIns="0" lIns="0" spcFirstLastPara="1" rIns="0" wrap="square" tIns="0">
            <a:noAutofit/>
          </a:bodyPr>
          <a:lstStyle/>
          <a:p>
            <a:pPr indent="0" lvl="0" marL="0" marR="0" rtl="0" algn="l">
              <a:lnSpc>
                <a:spcPct val="172222"/>
              </a:lnSpc>
              <a:spcBef>
                <a:spcPts val="0"/>
              </a:spcBef>
              <a:spcAft>
                <a:spcPts val="0"/>
              </a:spcAft>
              <a:buClr>
                <a:srgbClr val="2D2E2E"/>
              </a:buClr>
              <a:buSzPts val="700"/>
              <a:buFont typeface="Inter"/>
              <a:buNone/>
            </a:pPr>
            <a:r>
              <a:rPr b="1" i="0" lang="en" sz="700" u="none" cap="none" strike="noStrike">
                <a:solidFill>
                  <a:srgbClr val="2D2E2E"/>
                </a:solidFill>
                <a:latin typeface="Inter"/>
                <a:ea typeface="Inter"/>
                <a:cs typeface="Inter"/>
                <a:sym typeface="Inter"/>
              </a:rPr>
              <a:t>"Automation has definitely let us scale, and it'll help us continue to scale in the future."</a:t>
            </a:r>
            <a:endParaRPr b="0" i="0" sz="700" u="none" cap="none" strike="noStrike">
              <a:solidFill>
                <a:schemeClr val="dk1"/>
              </a:solidFill>
              <a:latin typeface="Inter"/>
              <a:ea typeface="Inter"/>
              <a:cs typeface="Inter"/>
              <a:sym typeface="Inter"/>
            </a:endParaRPr>
          </a:p>
        </p:txBody>
      </p:sp>
      <p:sp>
        <p:nvSpPr>
          <p:cNvPr id="986" name="Google Shape;986;g2d3c64ac7e6_8_270"/>
          <p:cNvSpPr/>
          <p:nvPr/>
        </p:nvSpPr>
        <p:spPr>
          <a:xfrm>
            <a:off x="5100622" y="3829050"/>
            <a:ext cx="2465400" cy="1176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2D2E2E"/>
              </a:buClr>
              <a:buSzPts val="500"/>
              <a:buFont typeface="Inter"/>
              <a:buNone/>
            </a:pPr>
            <a:r>
              <a:rPr b="0" i="0" lang="en" sz="500" u="none" cap="none" strike="noStrike">
                <a:solidFill>
                  <a:srgbClr val="2D2E2E"/>
                </a:solidFill>
                <a:latin typeface="Inter"/>
                <a:ea typeface="Inter"/>
                <a:cs typeface="Inter"/>
                <a:sym typeface="Inter"/>
              </a:rPr>
              <a:t>Tim Tieu, Global Customer Marketing Manager at Asana</a:t>
            </a:r>
            <a:endParaRPr b="0" i="0" sz="500" u="none" cap="none" strike="noStrike">
              <a:solidFill>
                <a:schemeClr val="dk1"/>
              </a:solidFill>
              <a:latin typeface="Inter"/>
              <a:ea typeface="Inter"/>
              <a:cs typeface="Inter"/>
              <a:sym typeface="Inter"/>
            </a:endParaRPr>
          </a:p>
        </p:txBody>
      </p:sp>
      <p:sp>
        <p:nvSpPr>
          <p:cNvPr id="987" name="Google Shape;987;g2d3c64ac7e6_8_270"/>
          <p:cNvSpPr/>
          <p:nvPr/>
        </p:nvSpPr>
        <p:spPr>
          <a:xfrm>
            <a:off x="238125" y="4829175"/>
            <a:ext cx="3433766" cy="2286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8" name="Google Shape;988;g2d3c64ac7e6_8_270"/>
          <p:cNvSpPr/>
          <p:nvPr/>
        </p:nvSpPr>
        <p:spPr>
          <a:xfrm>
            <a:off x="238125" y="4803775"/>
            <a:ext cx="3459166" cy="254000"/>
          </a:xfrm>
          <a:prstGeom prst="rect">
            <a:avLst/>
          </a:prstGeom>
          <a:noFill/>
          <a:ln>
            <a:noFill/>
          </a:ln>
        </p:spPr>
        <p:txBody>
          <a:bodyPr anchorCtr="0" anchor="b" bIns="0" lIns="0" spcFirstLastPara="1" rIns="0" wrap="square" tIns="0">
            <a:noAutofit/>
          </a:bodyPr>
          <a:lstStyle/>
          <a:p>
            <a:pPr indent="0" lvl="0" marL="0" marR="0" rtl="0" algn="l">
              <a:lnSpc>
                <a:spcPct val="150000"/>
              </a:lnSpc>
              <a:spcBef>
                <a:spcPts val="0"/>
              </a:spcBef>
              <a:spcAft>
                <a:spcPts val="0"/>
              </a:spcAft>
              <a:buClr>
                <a:srgbClr val="3D4592"/>
              </a:buClr>
              <a:buSzPts val="600"/>
              <a:buFont typeface="Inter"/>
              <a:buNone/>
            </a:pPr>
            <a:r>
              <a:rPr b="0" i="0" lang="en" sz="600" u="none" cap="none" strike="noStrike">
                <a:solidFill>
                  <a:srgbClr val="3D4592"/>
                </a:solidFill>
                <a:latin typeface="Inter"/>
                <a:ea typeface="Inter"/>
                <a:cs typeface="Inter"/>
                <a:sym typeface="Inter"/>
              </a:rPr>
              <a:t>🔗 Read the full customer story →</a:t>
            </a:r>
            <a:endParaRPr b="0" i="0" sz="6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DF9"/>
        </a:solidFill>
      </p:bgPr>
    </p:bg>
    <p:spTree>
      <p:nvGrpSpPr>
        <p:cNvPr id="993" name="Shape 993"/>
        <p:cNvGrpSpPr/>
        <p:nvPr/>
      </p:nvGrpSpPr>
      <p:grpSpPr>
        <a:xfrm>
          <a:off x="0" y="0"/>
          <a:ext cx="0" cy="0"/>
          <a:chOff x="0" y="0"/>
          <a:chExt cx="0" cy="0"/>
        </a:xfrm>
      </p:grpSpPr>
      <p:sp>
        <p:nvSpPr>
          <p:cNvPr id="994" name="Google Shape;994;g2d3c64ac7e6_8_326"/>
          <p:cNvSpPr/>
          <p:nvPr/>
        </p:nvSpPr>
        <p:spPr>
          <a:xfrm>
            <a:off x="238125" y="1143000"/>
            <a:ext cx="3462341" cy="142875"/>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5" name="Google Shape;995;g2d3c64ac7e6_8_326"/>
          <p:cNvSpPr/>
          <p:nvPr/>
        </p:nvSpPr>
        <p:spPr>
          <a:xfrm>
            <a:off x="238125" y="1143000"/>
            <a:ext cx="628651" cy="142875"/>
          </a:xfrm>
          <a:prstGeom prst="roundRect">
            <a:avLst>
              <a:gd fmla="val 333600" name="adj"/>
            </a:avLst>
          </a:prstGeom>
          <a:solidFill>
            <a:srgbClr val="FF4F00"/>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6" name="Google Shape;996;g2d3c64ac7e6_8_326"/>
          <p:cNvSpPr/>
          <p:nvPr/>
        </p:nvSpPr>
        <p:spPr>
          <a:xfrm>
            <a:off x="263525" y="1144587"/>
            <a:ext cx="577851"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FFFDF9"/>
              </a:buClr>
              <a:buSzPts val="600"/>
              <a:buFont typeface="Inter"/>
              <a:buNone/>
            </a:pPr>
            <a:r>
              <a:rPr b="1" i="0" lang="en" sz="600" u="none" cap="none" strike="noStrike">
                <a:solidFill>
                  <a:srgbClr val="FFFDF9"/>
                </a:solidFill>
                <a:latin typeface="Inter"/>
                <a:ea typeface="Inter"/>
                <a:cs typeface="Inter"/>
                <a:sym typeface="Inter"/>
              </a:rPr>
              <a:t>HR onboarding</a:t>
            </a:r>
            <a:endParaRPr b="0" i="0" sz="600" u="none" cap="none" strike="noStrike">
              <a:solidFill>
                <a:schemeClr val="dk1"/>
              </a:solidFill>
              <a:latin typeface="Inter"/>
              <a:ea typeface="Inter"/>
              <a:cs typeface="Inter"/>
              <a:sym typeface="Inter"/>
            </a:endParaRPr>
          </a:p>
        </p:txBody>
      </p:sp>
      <p:sp>
        <p:nvSpPr>
          <p:cNvPr id="997" name="Google Shape;997;g2d3c64ac7e6_8_326"/>
          <p:cNvSpPr/>
          <p:nvPr/>
        </p:nvSpPr>
        <p:spPr>
          <a:xfrm>
            <a:off x="962026" y="1143000"/>
            <a:ext cx="595313" cy="142875"/>
          </a:xfrm>
          <a:prstGeom prst="roundRect">
            <a:avLst>
              <a:gd fmla="val 333600" name="adj"/>
            </a:avLst>
          </a:prstGeom>
          <a:solidFill>
            <a:srgbClr val="FF4F00"/>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8" name="Google Shape;998;g2d3c64ac7e6_8_326"/>
          <p:cNvSpPr/>
          <p:nvPr/>
        </p:nvSpPr>
        <p:spPr>
          <a:xfrm>
            <a:off x="987426" y="1144587"/>
            <a:ext cx="544513"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FFFDF9"/>
              </a:buClr>
              <a:buSzPts val="600"/>
              <a:buFont typeface="Inter"/>
              <a:buNone/>
            </a:pPr>
            <a:r>
              <a:rPr b="1" i="0" lang="en" sz="600" u="none" cap="none" strike="noStrike">
                <a:solidFill>
                  <a:srgbClr val="FFFDF9"/>
                </a:solidFill>
                <a:latin typeface="Inter"/>
                <a:ea typeface="Inter"/>
                <a:cs typeface="Inter"/>
                <a:sym typeface="Inter"/>
              </a:rPr>
              <a:t>Sales pipeline</a:t>
            </a:r>
            <a:endParaRPr b="0" i="0" sz="600" u="none" cap="none" strike="noStrike">
              <a:solidFill>
                <a:schemeClr val="dk1"/>
              </a:solidFill>
              <a:latin typeface="Inter"/>
              <a:ea typeface="Inter"/>
              <a:cs typeface="Inter"/>
              <a:sym typeface="Inter"/>
            </a:endParaRPr>
          </a:p>
        </p:txBody>
      </p:sp>
      <p:sp>
        <p:nvSpPr>
          <p:cNvPr id="999" name="Google Shape;999;g2d3c64ac7e6_8_326"/>
          <p:cNvSpPr/>
          <p:nvPr/>
        </p:nvSpPr>
        <p:spPr>
          <a:xfrm>
            <a:off x="1652589" y="1143000"/>
            <a:ext cx="1033463" cy="142875"/>
          </a:xfrm>
          <a:prstGeom prst="roundRect">
            <a:avLst>
              <a:gd fmla="val 333600" name="adj"/>
            </a:avLst>
          </a:prstGeom>
          <a:solidFill>
            <a:srgbClr val="CDE4E1"/>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0" name="Google Shape;1000;g2d3c64ac7e6_8_326"/>
          <p:cNvSpPr/>
          <p:nvPr/>
        </p:nvSpPr>
        <p:spPr>
          <a:xfrm>
            <a:off x="1677989" y="1144587"/>
            <a:ext cx="982663"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403F3E"/>
              </a:buClr>
              <a:buSzPts val="600"/>
              <a:buFont typeface="Inter"/>
              <a:buNone/>
            </a:pPr>
            <a:r>
              <a:rPr b="1" i="0" lang="en" sz="600" u="none" cap="none" strike="noStrike">
                <a:solidFill>
                  <a:srgbClr val="403F3E"/>
                </a:solidFill>
                <a:latin typeface="Inter"/>
                <a:ea typeface="Inter"/>
                <a:cs typeface="Inter"/>
                <a:sym typeface="Inter"/>
              </a:rPr>
              <a:t>Company size: Enterprise</a:t>
            </a:r>
            <a:endParaRPr b="0" i="0" sz="600" u="none" cap="none" strike="noStrike">
              <a:solidFill>
                <a:schemeClr val="dk1"/>
              </a:solidFill>
              <a:latin typeface="Inter"/>
              <a:ea typeface="Inter"/>
              <a:cs typeface="Inter"/>
              <a:sym typeface="Inter"/>
            </a:endParaRPr>
          </a:p>
        </p:txBody>
      </p:sp>
      <p:sp>
        <p:nvSpPr>
          <p:cNvPr id="1001" name="Google Shape;1001;g2d3c64ac7e6_8_326"/>
          <p:cNvSpPr/>
          <p:nvPr/>
        </p:nvSpPr>
        <p:spPr>
          <a:xfrm>
            <a:off x="2781303" y="1143000"/>
            <a:ext cx="919163" cy="142875"/>
          </a:xfrm>
          <a:prstGeom prst="roundRect">
            <a:avLst>
              <a:gd fmla="val 333600" name="adj"/>
            </a:avLst>
          </a:prstGeom>
          <a:solidFill>
            <a:srgbClr val="C1B7F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2" name="Google Shape;1002;g2d3c64ac7e6_8_326"/>
          <p:cNvSpPr/>
          <p:nvPr/>
        </p:nvSpPr>
        <p:spPr>
          <a:xfrm>
            <a:off x="2806703" y="1144587"/>
            <a:ext cx="868363"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403F3E"/>
              </a:buClr>
              <a:buSzPts val="600"/>
              <a:buFont typeface="Inter"/>
              <a:buNone/>
            </a:pPr>
            <a:r>
              <a:rPr b="1" i="0" lang="en" sz="600" u="none" cap="none" strike="noStrike">
                <a:solidFill>
                  <a:srgbClr val="403F3E"/>
                </a:solidFill>
                <a:latin typeface="Inter"/>
                <a:ea typeface="Inter"/>
                <a:cs typeface="Inter"/>
                <a:sym typeface="Inter"/>
              </a:rPr>
              <a:t>Consumer Technology</a:t>
            </a:r>
            <a:endParaRPr b="0" i="0" sz="600" u="none" cap="none" strike="noStrike">
              <a:solidFill>
                <a:schemeClr val="dk1"/>
              </a:solidFill>
              <a:latin typeface="Inter"/>
              <a:ea typeface="Inter"/>
              <a:cs typeface="Inter"/>
              <a:sym typeface="Inter"/>
            </a:endParaRPr>
          </a:p>
        </p:txBody>
      </p:sp>
      <p:sp>
        <p:nvSpPr>
          <p:cNvPr id="1003" name="Google Shape;1003;g2d3c64ac7e6_8_326"/>
          <p:cNvSpPr/>
          <p:nvPr/>
        </p:nvSpPr>
        <p:spPr>
          <a:xfrm>
            <a:off x="238125" y="238125"/>
            <a:ext cx="3874651" cy="7395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4" name="Google Shape;1004;g2d3c64ac7e6_8_326"/>
          <p:cNvSpPr/>
          <p:nvPr/>
        </p:nvSpPr>
        <p:spPr>
          <a:xfrm>
            <a:off x="238125" y="238125"/>
            <a:ext cx="3906401" cy="199838"/>
          </a:xfrm>
          <a:prstGeom prst="rect">
            <a:avLst/>
          </a:prstGeom>
          <a:noFill/>
          <a:ln>
            <a:noFill/>
          </a:ln>
        </p:spPr>
        <p:txBody>
          <a:bodyPr anchorCtr="0" anchor="t" bIns="0" lIns="0" spcFirstLastPara="1" rIns="0" wrap="square" tIns="0">
            <a:noAutofit/>
          </a:bodyPr>
          <a:lstStyle/>
          <a:p>
            <a:pPr indent="0" lvl="0" marL="0" marR="0" rtl="0" algn="l">
              <a:lnSpc>
                <a:spcPct val="250000"/>
              </a:lnSpc>
              <a:spcBef>
                <a:spcPts val="0"/>
              </a:spcBef>
              <a:spcAft>
                <a:spcPts val="0"/>
              </a:spcAft>
              <a:buClr>
                <a:srgbClr val="201515"/>
              </a:buClr>
              <a:buSzPts val="700"/>
              <a:buFont typeface="Play"/>
              <a:buNone/>
            </a:pPr>
            <a:r>
              <a:rPr b="0" i="0" lang="en" sz="700" u="none" cap="none" strike="noStrike">
                <a:solidFill>
                  <a:srgbClr val="201515"/>
                </a:solidFill>
                <a:latin typeface="Inter"/>
                <a:ea typeface="Inter"/>
                <a:cs typeface="Inter"/>
                <a:sym typeface="Inter"/>
              </a:rPr>
              <a:t>CUSTOMER SUCCESS STORY</a:t>
            </a:r>
            <a:endParaRPr b="0" i="0" sz="700" u="none" cap="none" strike="noStrike">
              <a:solidFill>
                <a:schemeClr val="dk1"/>
              </a:solidFill>
              <a:latin typeface="Inter"/>
              <a:ea typeface="Inter"/>
              <a:cs typeface="Inter"/>
              <a:sym typeface="Inter"/>
            </a:endParaRPr>
          </a:p>
        </p:txBody>
      </p:sp>
      <p:sp>
        <p:nvSpPr>
          <p:cNvPr id="1005" name="Google Shape;1005;g2d3c64ac7e6_8_326"/>
          <p:cNvSpPr/>
          <p:nvPr/>
        </p:nvSpPr>
        <p:spPr>
          <a:xfrm>
            <a:off x="238125" y="406212"/>
            <a:ext cx="2819403"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6" name="Google Shape;1006;g2d3c64ac7e6_8_326"/>
          <p:cNvSpPr/>
          <p:nvPr/>
        </p:nvSpPr>
        <p:spPr>
          <a:xfrm>
            <a:off x="238125" y="406212"/>
            <a:ext cx="1366839"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007" name="Google Shape;1007;g2d3c64ac7e6_8_326"/>
          <p:cNvPicPr preferRelativeResize="0"/>
          <p:nvPr/>
        </p:nvPicPr>
        <p:blipFill rotWithShape="1">
          <a:blip r:embed="rId3">
            <a:alphaModFix/>
          </a:blip>
          <a:srcRect b="0" l="0" r="0" t="0"/>
          <a:stretch/>
        </p:blipFill>
        <p:spPr>
          <a:xfrm>
            <a:off x="238125" y="406212"/>
            <a:ext cx="1366839" cy="571429"/>
          </a:xfrm>
          <a:prstGeom prst="rect">
            <a:avLst/>
          </a:prstGeom>
          <a:noFill/>
          <a:ln>
            <a:noFill/>
          </a:ln>
        </p:spPr>
      </p:pic>
      <p:pic>
        <p:nvPicPr>
          <p:cNvPr descr=" " id="1008" name="Google Shape;1008;g2d3c64ac7e6_8_326"/>
          <p:cNvPicPr preferRelativeResize="0"/>
          <p:nvPr/>
        </p:nvPicPr>
        <p:blipFill rotWithShape="1">
          <a:blip r:embed="rId4">
            <a:alphaModFix/>
          </a:blip>
          <a:srcRect b="0" l="0" r="0" t="0"/>
          <a:stretch/>
        </p:blipFill>
        <p:spPr>
          <a:xfrm>
            <a:off x="1652589" y="406212"/>
            <a:ext cx="9525" cy="571429"/>
          </a:xfrm>
          <a:prstGeom prst="rect">
            <a:avLst/>
          </a:prstGeom>
          <a:noFill/>
          <a:ln>
            <a:noFill/>
          </a:ln>
        </p:spPr>
      </p:pic>
      <p:sp>
        <p:nvSpPr>
          <p:cNvPr id="1009" name="Google Shape;1009;g2d3c64ac7e6_8_326"/>
          <p:cNvSpPr/>
          <p:nvPr/>
        </p:nvSpPr>
        <p:spPr>
          <a:xfrm>
            <a:off x="1709739" y="406212"/>
            <a:ext cx="1347789"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010" name="Google Shape;1010;g2d3c64ac7e6_8_326"/>
          <p:cNvPicPr preferRelativeResize="0"/>
          <p:nvPr/>
        </p:nvPicPr>
        <p:blipFill rotWithShape="1">
          <a:blip r:embed="rId5">
            <a:alphaModFix/>
          </a:blip>
          <a:srcRect b="0" l="0" r="0" t="0"/>
          <a:stretch/>
        </p:blipFill>
        <p:spPr>
          <a:xfrm>
            <a:off x="1709739" y="406212"/>
            <a:ext cx="1347789" cy="571429"/>
          </a:xfrm>
          <a:prstGeom prst="rect">
            <a:avLst/>
          </a:prstGeom>
          <a:noFill/>
          <a:ln>
            <a:noFill/>
          </a:ln>
        </p:spPr>
      </p:pic>
      <p:sp>
        <p:nvSpPr>
          <p:cNvPr id="1011" name="Google Shape;1011;g2d3c64ac7e6_8_326"/>
          <p:cNvSpPr/>
          <p:nvPr/>
        </p:nvSpPr>
        <p:spPr>
          <a:xfrm>
            <a:off x="238125" y="1524000"/>
            <a:ext cx="1738314" cy="489916"/>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2" name="Google Shape;1012;g2d3c64ac7e6_8_326"/>
          <p:cNvSpPr/>
          <p:nvPr/>
        </p:nvSpPr>
        <p:spPr>
          <a:xfrm>
            <a:off x="238125"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3" name="Google Shape;1013;g2d3c64ac7e6_8_326"/>
          <p:cNvSpPr/>
          <p:nvPr/>
        </p:nvSpPr>
        <p:spPr>
          <a:xfrm>
            <a:off x="238125"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014" name="Google Shape;1014;g2d3c64ac7e6_8_326"/>
          <p:cNvPicPr preferRelativeResize="0"/>
          <p:nvPr/>
        </p:nvPicPr>
        <p:blipFill rotWithShape="1">
          <a:blip r:embed="rId6">
            <a:alphaModFix/>
          </a:blip>
          <a:srcRect b="0" l="0" r="0" t="0"/>
          <a:stretch/>
        </p:blipFill>
        <p:spPr>
          <a:xfrm>
            <a:off x="285750" y="1571625"/>
            <a:ext cx="285750" cy="285715"/>
          </a:xfrm>
          <a:prstGeom prst="rect">
            <a:avLst/>
          </a:prstGeom>
          <a:noFill/>
          <a:ln>
            <a:noFill/>
          </a:ln>
        </p:spPr>
      </p:pic>
      <p:sp>
        <p:nvSpPr>
          <p:cNvPr id="1015" name="Google Shape;1015;g2d3c64ac7e6_8_326"/>
          <p:cNvSpPr/>
          <p:nvPr/>
        </p:nvSpPr>
        <p:spPr>
          <a:xfrm>
            <a:off x="690563"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6" name="Google Shape;1016;g2d3c64ac7e6_8_326"/>
          <p:cNvSpPr/>
          <p:nvPr/>
        </p:nvSpPr>
        <p:spPr>
          <a:xfrm>
            <a:off x="690563"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017" name="Google Shape;1017;g2d3c64ac7e6_8_326"/>
          <p:cNvPicPr preferRelativeResize="0"/>
          <p:nvPr/>
        </p:nvPicPr>
        <p:blipFill rotWithShape="1">
          <a:blip r:embed="rId7">
            <a:alphaModFix/>
          </a:blip>
          <a:srcRect b="0" l="0" r="0" t="0"/>
          <a:stretch/>
        </p:blipFill>
        <p:spPr>
          <a:xfrm>
            <a:off x="738188" y="1571625"/>
            <a:ext cx="285750" cy="285715"/>
          </a:xfrm>
          <a:prstGeom prst="rect">
            <a:avLst/>
          </a:prstGeom>
          <a:noFill/>
          <a:ln>
            <a:noFill/>
          </a:ln>
        </p:spPr>
      </p:pic>
      <p:sp>
        <p:nvSpPr>
          <p:cNvPr id="1018" name="Google Shape;1018;g2d3c64ac7e6_8_326"/>
          <p:cNvSpPr/>
          <p:nvPr/>
        </p:nvSpPr>
        <p:spPr>
          <a:xfrm>
            <a:off x="1143001"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9" name="Google Shape;1019;g2d3c64ac7e6_8_326"/>
          <p:cNvSpPr/>
          <p:nvPr/>
        </p:nvSpPr>
        <p:spPr>
          <a:xfrm>
            <a:off x="1143001"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020" name="Google Shape;1020;g2d3c64ac7e6_8_326"/>
          <p:cNvPicPr preferRelativeResize="0"/>
          <p:nvPr/>
        </p:nvPicPr>
        <p:blipFill rotWithShape="1">
          <a:blip r:embed="rId8">
            <a:alphaModFix/>
          </a:blip>
          <a:srcRect b="0" l="0" r="0" t="0"/>
          <a:stretch/>
        </p:blipFill>
        <p:spPr>
          <a:xfrm>
            <a:off x="1190626" y="1571625"/>
            <a:ext cx="285750" cy="285715"/>
          </a:xfrm>
          <a:prstGeom prst="rect">
            <a:avLst/>
          </a:prstGeom>
          <a:noFill/>
          <a:ln>
            <a:noFill/>
          </a:ln>
        </p:spPr>
      </p:pic>
      <p:sp>
        <p:nvSpPr>
          <p:cNvPr id="1021" name="Google Shape;1021;g2d3c64ac7e6_8_326"/>
          <p:cNvSpPr/>
          <p:nvPr/>
        </p:nvSpPr>
        <p:spPr>
          <a:xfrm>
            <a:off x="1595439"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2" name="Google Shape;1022;g2d3c64ac7e6_8_326"/>
          <p:cNvSpPr/>
          <p:nvPr/>
        </p:nvSpPr>
        <p:spPr>
          <a:xfrm>
            <a:off x="1595439"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023" name="Google Shape;1023;g2d3c64ac7e6_8_326"/>
          <p:cNvPicPr preferRelativeResize="0"/>
          <p:nvPr/>
        </p:nvPicPr>
        <p:blipFill rotWithShape="1">
          <a:blip r:embed="rId9">
            <a:alphaModFix/>
          </a:blip>
          <a:srcRect b="0" l="0" r="0" t="0"/>
          <a:stretch/>
        </p:blipFill>
        <p:spPr>
          <a:xfrm>
            <a:off x="1643064" y="1571625"/>
            <a:ext cx="285750" cy="285715"/>
          </a:xfrm>
          <a:prstGeom prst="rect">
            <a:avLst/>
          </a:prstGeom>
          <a:noFill/>
          <a:ln>
            <a:noFill/>
          </a:ln>
        </p:spPr>
      </p:pic>
      <p:sp>
        <p:nvSpPr>
          <p:cNvPr id="1024" name="Google Shape;1024;g2d3c64ac7e6_8_326"/>
          <p:cNvSpPr/>
          <p:nvPr/>
        </p:nvSpPr>
        <p:spPr>
          <a:xfrm>
            <a:off x="238125" y="2252039"/>
            <a:ext cx="4095754" cy="7000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5" name="Google Shape;1025;g2d3c64ac7e6_8_326"/>
          <p:cNvSpPr/>
          <p:nvPr/>
        </p:nvSpPr>
        <p:spPr>
          <a:xfrm>
            <a:off x="238125" y="2201239"/>
            <a:ext cx="546101" cy="217488"/>
          </a:xfrm>
          <a:prstGeom prst="rect">
            <a:avLst/>
          </a:prstGeom>
          <a:noFill/>
          <a:ln>
            <a:noFill/>
          </a:ln>
        </p:spPr>
        <p:txBody>
          <a:bodyPr anchorCtr="0" anchor="b" bIns="0" lIns="0" spcFirstLastPara="1" rIns="0" wrap="square" tIns="0">
            <a:noAutofit/>
          </a:bodyPr>
          <a:lstStyle/>
          <a:p>
            <a:pPr indent="0" lvl="0" marL="0" marR="0" rtl="0" algn="l">
              <a:lnSpc>
                <a:spcPct val="109375"/>
              </a:lnSpc>
              <a:spcBef>
                <a:spcPts val="0"/>
              </a:spcBef>
              <a:spcAft>
                <a:spcPts val="0"/>
              </a:spcAft>
              <a:buClr>
                <a:srgbClr val="000000"/>
              </a:buClr>
              <a:buSzPts val="1200"/>
              <a:buFont typeface="Inter"/>
              <a:buNone/>
            </a:pPr>
            <a:r>
              <a:rPr b="1" i="0" lang="en" sz="1200" u="none" cap="none" strike="noStrike">
                <a:solidFill>
                  <a:srgbClr val="000000"/>
                </a:solidFill>
                <a:latin typeface="Inter"/>
                <a:ea typeface="Inter"/>
                <a:cs typeface="Inter"/>
                <a:sym typeface="Inter"/>
              </a:rPr>
              <a:t>Before </a:t>
            </a:r>
            <a:endParaRPr b="0" i="0" sz="1200" u="none" cap="none" strike="noStrike">
              <a:solidFill>
                <a:schemeClr val="dk1"/>
              </a:solidFill>
              <a:latin typeface="Calibri"/>
              <a:ea typeface="Calibri"/>
              <a:cs typeface="Calibri"/>
              <a:sym typeface="Calibri"/>
            </a:endParaRPr>
          </a:p>
        </p:txBody>
      </p:sp>
      <p:sp>
        <p:nvSpPr>
          <p:cNvPr id="1026" name="Google Shape;1026;g2d3c64ac7e6_8_326"/>
          <p:cNvSpPr/>
          <p:nvPr/>
        </p:nvSpPr>
        <p:spPr>
          <a:xfrm>
            <a:off x="238125" y="2456822"/>
            <a:ext cx="3579900" cy="552600"/>
          </a:xfrm>
          <a:prstGeom prst="rect">
            <a:avLst/>
          </a:prstGeom>
          <a:noFill/>
          <a:ln>
            <a:noFill/>
          </a:ln>
        </p:spPr>
        <p:txBody>
          <a:bodyPr anchorCtr="0" anchor="t"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Growth was fueled by high-touch onboarding</a:t>
            </a:r>
            <a:endParaRPr b="0" i="0" sz="1000" u="none" cap="none" strike="noStrike">
              <a:solidFill>
                <a:srgbClr val="000000"/>
              </a:solidFill>
              <a:latin typeface="Inter"/>
              <a:ea typeface="Inter"/>
              <a:cs typeface="Inter"/>
              <a:sym typeface="Inter"/>
            </a:endParaRPr>
          </a:p>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chemeClr val="dk1"/>
                </a:solidFill>
                <a:latin typeface="Inter"/>
                <a:ea typeface="Inter"/>
                <a:cs typeface="Inter"/>
                <a:sym typeface="Inter"/>
              </a:rPr>
              <a:t>But onboarding new drivers wasn't scaleable. It took 2-3 hours per driver, and had over 10 manual steps</a:t>
            </a:r>
            <a:endParaRPr b="0" i="0" sz="1000" u="none" cap="none" strike="noStrike">
              <a:solidFill>
                <a:srgbClr val="000000"/>
              </a:solidFill>
              <a:latin typeface="Inter"/>
              <a:ea typeface="Inter"/>
              <a:cs typeface="Inter"/>
              <a:sym typeface="Inter"/>
            </a:endParaRPr>
          </a:p>
        </p:txBody>
      </p:sp>
      <p:sp>
        <p:nvSpPr>
          <p:cNvPr id="1027" name="Google Shape;1027;g2d3c64ac7e6_8_326"/>
          <p:cNvSpPr/>
          <p:nvPr/>
        </p:nvSpPr>
        <p:spPr>
          <a:xfrm>
            <a:off x="238125" y="3190252"/>
            <a:ext cx="4095754" cy="7000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8" name="Google Shape;1028;g2d3c64ac7e6_8_326"/>
          <p:cNvSpPr/>
          <p:nvPr/>
        </p:nvSpPr>
        <p:spPr>
          <a:xfrm>
            <a:off x="238125" y="3139452"/>
            <a:ext cx="1722671" cy="217488"/>
          </a:xfrm>
          <a:prstGeom prst="rect">
            <a:avLst/>
          </a:prstGeom>
          <a:noFill/>
          <a:ln>
            <a:noFill/>
          </a:ln>
        </p:spPr>
        <p:txBody>
          <a:bodyPr anchorCtr="0" anchor="b" bIns="0" lIns="0" spcFirstLastPara="1" rIns="0" wrap="square" tIns="0">
            <a:noAutofit/>
          </a:bodyPr>
          <a:lstStyle/>
          <a:p>
            <a:pPr indent="0" lvl="0" marL="0" marR="0" rtl="0" algn="l">
              <a:lnSpc>
                <a:spcPct val="109375"/>
              </a:lnSpc>
              <a:spcBef>
                <a:spcPts val="0"/>
              </a:spcBef>
              <a:spcAft>
                <a:spcPts val="0"/>
              </a:spcAft>
              <a:buClr>
                <a:srgbClr val="000000"/>
              </a:buClr>
              <a:buSzPts val="1200"/>
              <a:buFont typeface="Inter"/>
              <a:buNone/>
            </a:pPr>
            <a:r>
              <a:rPr b="1" i="0" lang="en" sz="1200" u="none" cap="none" strike="noStrike">
                <a:solidFill>
                  <a:srgbClr val="000000"/>
                </a:solidFill>
                <a:latin typeface="Inter"/>
                <a:ea typeface="Inter"/>
                <a:cs typeface="Inter"/>
                <a:sym typeface="Inter"/>
              </a:rPr>
              <a:t>After</a:t>
            </a:r>
            <a:endParaRPr b="0" i="0" sz="1200" u="none" cap="none" strike="noStrike">
              <a:solidFill>
                <a:schemeClr val="dk1"/>
              </a:solidFill>
              <a:latin typeface="Calibri"/>
              <a:ea typeface="Calibri"/>
              <a:cs typeface="Calibri"/>
              <a:sym typeface="Calibri"/>
            </a:endParaRPr>
          </a:p>
        </p:txBody>
      </p:sp>
      <p:sp>
        <p:nvSpPr>
          <p:cNvPr id="1029" name="Google Shape;1029;g2d3c64ac7e6_8_326"/>
          <p:cNvSpPr/>
          <p:nvPr/>
        </p:nvSpPr>
        <p:spPr>
          <a:xfrm>
            <a:off x="238125" y="3406325"/>
            <a:ext cx="4137000" cy="990600"/>
          </a:xfrm>
          <a:prstGeom prst="rect">
            <a:avLst/>
          </a:prstGeom>
          <a:noFill/>
          <a:ln>
            <a:noFill/>
          </a:ln>
        </p:spPr>
        <p:txBody>
          <a:bodyPr anchorCtr="0" anchor="t"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Completely automated onboarding (that's 92% faster)</a:t>
            </a:r>
            <a:endParaRPr b="0" i="0" sz="1000" u="none" cap="none" strike="noStrike">
              <a:solidFill>
                <a:srgbClr val="000000"/>
              </a:solidFill>
              <a:latin typeface="Inter"/>
              <a:ea typeface="Inter"/>
              <a:cs typeface="Inter"/>
              <a:sym typeface="Inter"/>
            </a:endParaRPr>
          </a:p>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chemeClr val="dk1"/>
                </a:solidFill>
                <a:latin typeface="Inter"/>
                <a:ea typeface="Inter"/>
                <a:cs typeface="Inter"/>
                <a:sym typeface="Inter"/>
              </a:rPr>
              <a:t>New applicants are added to Airtable, and are moved through the process as they complete tasks</a:t>
            </a:r>
            <a:endParaRPr b="0" i="0" sz="1000" u="none" cap="none" strike="noStrike">
              <a:solidFill>
                <a:srgbClr val="000000"/>
              </a:solidFill>
              <a:latin typeface="Inter"/>
              <a:ea typeface="Inter"/>
              <a:cs typeface="Inter"/>
              <a:sym typeface="Inter"/>
            </a:endParaRPr>
          </a:p>
        </p:txBody>
      </p:sp>
      <p:sp>
        <p:nvSpPr>
          <p:cNvPr id="1030" name="Google Shape;1030;g2d3c64ac7e6_8_326"/>
          <p:cNvSpPr/>
          <p:nvPr/>
        </p:nvSpPr>
        <p:spPr>
          <a:xfrm>
            <a:off x="4572004" y="0"/>
            <a:ext cx="4572004" cy="5143500"/>
          </a:xfrm>
          <a:prstGeom prst="rect">
            <a:avLst/>
          </a:prstGeom>
          <a:solidFill>
            <a:srgbClr val="1F3121"/>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1" name="Google Shape;1031;g2d3c64ac7e6_8_326"/>
          <p:cNvSpPr/>
          <p:nvPr/>
        </p:nvSpPr>
        <p:spPr>
          <a:xfrm>
            <a:off x="4876805" y="304800"/>
            <a:ext cx="3962404" cy="45339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2" name="Google Shape;1032;g2d3c64ac7e6_8_326"/>
          <p:cNvSpPr/>
          <p:nvPr/>
        </p:nvSpPr>
        <p:spPr>
          <a:xfrm>
            <a:off x="4876805" y="304800"/>
            <a:ext cx="3962404" cy="990600"/>
          </a:xfrm>
          <a:prstGeom prst="roundRect">
            <a:avLst>
              <a:gd fmla="val 4846"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3" name="Google Shape;1033;g2d3c64ac7e6_8_326"/>
          <p:cNvSpPr/>
          <p:nvPr/>
        </p:nvSpPr>
        <p:spPr>
          <a:xfrm>
            <a:off x="5048255" y="476250"/>
            <a:ext cx="1490263" cy="6477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034" name="Google Shape;1034;g2d3c64ac7e6_8_326"/>
          <p:cNvPicPr preferRelativeResize="0"/>
          <p:nvPr/>
        </p:nvPicPr>
        <p:blipFill rotWithShape="1">
          <a:blip r:embed="rId10">
            <a:alphaModFix/>
          </a:blip>
          <a:srcRect b="0" l="0" r="0" t="0"/>
          <a:stretch/>
        </p:blipFill>
        <p:spPr>
          <a:xfrm>
            <a:off x="5095875" y="609991"/>
            <a:ext cx="419102" cy="369090"/>
          </a:xfrm>
          <a:prstGeom prst="rect">
            <a:avLst/>
          </a:prstGeom>
          <a:noFill/>
          <a:ln>
            <a:noFill/>
          </a:ln>
        </p:spPr>
      </p:pic>
      <p:sp>
        <p:nvSpPr>
          <p:cNvPr id="1035" name="Google Shape;1035;g2d3c64ac7e6_8_326"/>
          <p:cNvSpPr/>
          <p:nvPr/>
        </p:nvSpPr>
        <p:spPr>
          <a:xfrm>
            <a:off x="5514980" y="373856"/>
            <a:ext cx="975912" cy="8524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36" name="Google Shape;1036;g2d3c64ac7e6_8_326"/>
          <p:cNvGrpSpPr/>
          <p:nvPr/>
        </p:nvGrpSpPr>
        <p:grpSpPr>
          <a:xfrm>
            <a:off x="5514960" y="304804"/>
            <a:ext cx="1237713" cy="979494"/>
            <a:chOff x="5514980" y="304794"/>
            <a:chExt cx="1237713" cy="1112050"/>
          </a:xfrm>
        </p:grpSpPr>
        <p:sp>
          <p:nvSpPr>
            <p:cNvPr id="1037" name="Google Shape;1037;g2d3c64ac7e6_8_326"/>
            <p:cNvSpPr/>
            <p:nvPr/>
          </p:nvSpPr>
          <p:spPr>
            <a:xfrm>
              <a:off x="5514980" y="373856"/>
              <a:ext cx="804863" cy="1042988"/>
            </a:xfrm>
            <a:prstGeom prst="rect">
              <a:avLst/>
            </a:prstGeom>
            <a:noFill/>
            <a:ln>
              <a:noFill/>
            </a:ln>
          </p:spPr>
          <p:txBody>
            <a:bodyPr anchorCtr="0" anchor="ctr" bIns="0" lIns="0" spcFirstLastPara="1" rIns="0" wrap="square" tIns="0">
              <a:noAutofit/>
            </a:bodyPr>
            <a:lstStyle/>
            <a:p>
              <a:pPr indent="0" lvl="0" marL="0" marR="0" rtl="0" algn="l">
                <a:lnSpc>
                  <a:spcPct val="149141"/>
                </a:lnSpc>
                <a:spcBef>
                  <a:spcPts val="0"/>
                </a:spcBef>
                <a:spcAft>
                  <a:spcPts val="0"/>
                </a:spcAft>
                <a:buClr>
                  <a:srgbClr val="2B2358"/>
                </a:buClr>
                <a:buSzPts val="4500"/>
                <a:buFont typeface="Arial"/>
                <a:buNone/>
              </a:pPr>
              <a:r>
                <a:rPr b="1" i="0" lang="en" sz="4500" u="none" cap="none" strike="noStrike">
                  <a:solidFill>
                    <a:srgbClr val="2B2358"/>
                  </a:solidFill>
                  <a:latin typeface="Inter"/>
                  <a:ea typeface="Inter"/>
                  <a:cs typeface="Inter"/>
                  <a:sym typeface="Inter"/>
                </a:rPr>
                <a:t>92</a:t>
              </a:r>
              <a:endParaRPr b="1" i="0" sz="4500" u="none" cap="none" strike="noStrike">
                <a:solidFill>
                  <a:schemeClr val="dk1"/>
                </a:solidFill>
                <a:latin typeface="Inter"/>
                <a:ea typeface="Inter"/>
                <a:cs typeface="Inter"/>
                <a:sym typeface="Inter"/>
              </a:endParaRPr>
            </a:p>
          </p:txBody>
        </p:sp>
        <p:sp>
          <p:nvSpPr>
            <p:cNvPr id="1038" name="Google Shape;1038;g2d3c64ac7e6_8_326"/>
            <p:cNvSpPr/>
            <p:nvPr/>
          </p:nvSpPr>
          <p:spPr>
            <a:xfrm>
              <a:off x="6267293" y="304794"/>
              <a:ext cx="485400" cy="5526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2B2358"/>
                </a:buClr>
                <a:buSzPts val="3400"/>
                <a:buFont typeface="Arial"/>
                <a:buNone/>
              </a:pPr>
              <a:r>
                <a:rPr b="1" i="0" lang="en" sz="3400" u="none" cap="none" strike="noStrike">
                  <a:solidFill>
                    <a:srgbClr val="2B2358"/>
                  </a:solidFill>
                  <a:latin typeface="Arial"/>
                  <a:ea typeface="Arial"/>
                  <a:cs typeface="Arial"/>
                  <a:sym typeface="Arial"/>
                </a:rPr>
                <a:t>%</a:t>
              </a:r>
              <a:endParaRPr b="1" i="0" sz="3400" u="none" cap="none" strike="noStrike">
                <a:solidFill>
                  <a:schemeClr val="dk1"/>
                </a:solidFill>
                <a:latin typeface="Calibri"/>
                <a:ea typeface="Calibri"/>
                <a:cs typeface="Calibri"/>
                <a:sym typeface="Calibri"/>
              </a:endParaRPr>
            </a:p>
          </p:txBody>
        </p:sp>
      </p:grpSp>
      <p:sp>
        <p:nvSpPr>
          <p:cNvPr id="1039" name="Google Shape;1039;g2d3c64ac7e6_8_326"/>
          <p:cNvSpPr/>
          <p:nvPr/>
        </p:nvSpPr>
        <p:spPr>
          <a:xfrm>
            <a:off x="6709969" y="481330"/>
            <a:ext cx="2040300" cy="626400"/>
          </a:xfrm>
          <a:prstGeom prst="rect">
            <a:avLst/>
          </a:prstGeom>
          <a:noFill/>
          <a:ln>
            <a:noFill/>
          </a:ln>
        </p:spPr>
        <p:txBody>
          <a:bodyPr anchorCtr="0" anchor="ctr" bIns="0" lIns="0" spcFirstLastPara="1" rIns="0" wrap="square" tIns="0">
            <a:noAutofit/>
          </a:bodyPr>
          <a:lstStyle/>
          <a:p>
            <a:pPr indent="0" lvl="0" marL="0" marR="0" rtl="0" algn="l">
              <a:lnSpc>
                <a:spcPct val="115384"/>
              </a:lnSpc>
              <a:spcBef>
                <a:spcPts val="0"/>
              </a:spcBef>
              <a:spcAft>
                <a:spcPts val="0"/>
              </a:spcAft>
              <a:buClr>
                <a:srgbClr val="201515"/>
              </a:buClr>
              <a:buSzPts val="1900"/>
              <a:buFont typeface="Play"/>
              <a:buNone/>
            </a:pPr>
            <a:r>
              <a:rPr b="1" i="0" lang="en" sz="1200" u="none" cap="none" strike="noStrike">
                <a:solidFill>
                  <a:srgbClr val="201515"/>
                </a:solidFill>
                <a:latin typeface="Inter"/>
                <a:ea typeface="Inter"/>
                <a:cs typeface="Inter"/>
                <a:sym typeface="Inter"/>
              </a:rPr>
              <a:t>faster onboarding experience</a:t>
            </a:r>
            <a:endParaRPr b="0" i="0" sz="1200" u="none" cap="none" strike="noStrike">
              <a:solidFill>
                <a:schemeClr val="dk1"/>
              </a:solidFill>
              <a:latin typeface="Inter"/>
              <a:ea typeface="Inter"/>
              <a:cs typeface="Inter"/>
              <a:sym typeface="Inter"/>
            </a:endParaRPr>
          </a:p>
        </p:txBody>
      </p:sp>
      <p:sp>
        <p:nvSpPr>
          <p:cNvPr id="1040" name="Google Shape;1040;g2d3c64ac7e6_8_326"/>
          <p:cNvSpPr/>
          <p:nvPr/>
        </p:nvSpPr>
        <p:spPr>
          <a:xfrm>
            <a:off x="4876805" y="1485900"/>
            <a:ext cx="3962404" cy="990600"/>
          </a:xfrm>
          <a:prstGeom prst="roundRect">
            <a:avLst>
              <a:gd fmla="val 4846"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1" name="Google Shape;1041;g2d3c64ac7e6_8_326"/>
          <p:cNvSpPr/>
          <p:nvPr/>
        </p:nvSpPr>
        <p:spPr>
          <a:xfrm>
            <a:off x="5048255" y="1657350"/>
            <a:ext cx="1443039" cy="6477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042" name="Google Shape;1042;g2d3c64ac7e6_8_326"/>
          <p:cNvPicPr preferRelativeResize="0"/>
          <p:nvPr/>
        </p:nvPicPr>
        <p:blipFill rotWithShape="1">
          <a:blip r:embed="rId10">
            <a:alphaModFix/>
          </a:blip>
          <a:srcRect b="0" l="0" r="0" t="0"/>
          <a:stretch/>
        </p:blipFill>
        <p:spPr>
          <a:xfrm>
            <a:off x="5095875" y="1824683"/>
            <a:ext cx="419102" cy="362313"/>
          </a:xfrm>
          <a:prstGeom prst="rect">
            <a:avLst/>
          </a:prstGeom>
          <a:noFill/>
          <a:ln>
            <a:noFill/>
          </a:ln>
        </p:spPr>
      </p:pic>
      <p:sp>
        <p:nvSpPr>
          <p:cNvPr id="1043" name="Google Shape;1043;g2d3c64ac7e6_8_326"/>
          <p:cNvSpPr/>
          <p:nvPr/>
        </p:nvSpPr>
        <p:spPr>
          <a:xfrm>
            <a:off x="5514980" y="1554956"/>
            <a:ext cx="928689" cy="8524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4" name="Google Shape;1044;g2d3c64ac7e6_8_326"/>
          <p:cNvSpPr/>
          <p:nvPr/>
        </p:nvSpPr>
        <p:spPr>
          <a:xfrm>
            <a:off x="5514976" y="1554951"/>
            <a:ext cx="1119300" cy="901800"/>
          </a:xfrm>
          <a:prstGeom prst="rect">
            <a:avLst/>
          </a:prstGeom>
          <a:noFill/>
          <a:ln>
            <a:noFill/>
          </a:ln>
        </p:spPr>
        <p:txBody>
          <a:bodyPr anchorCtr="0" anchor="ctr" bIns="0" lIns="0" spcFirstLastPara="1" rIns="0" wrap="square" tIns="0">
            <a:noAutofit/>
          </a:bodyPr>
          <a:lstStyle/>
          <a:p>
            <a:pPr indent="0" lvl="0" marL="0" marR="0" rtl="0" algn="l">
              <a:lnSpc>
                <a:spcPct val="149141"/>
              </a:lnSpc>
              <a:spcBef>
                <a:spcPts val="0"/>
              </a:spcBef>
              <a:spcAft>
                <a:spcPts val="0"/>
              </a:spcAft>
              <a:buClr>
                <a:srgbClr val="2B2358"/>
              </a:buClr>
              <a:buSzPts val="4500"/>
              <a:buFont typeface="Arial"/>
              <a:buNone/>
            </a:pPr>
            <a:r>
              <a:rPr b="1" i="0" lang="en" sz="4500" u="none" cap="none" strike="noStrike">
                <a:solidFill>
                  <a:srgbClr val="2B2358"/>
                </a:solidFill>
                <a:latin typeface="Inter"/>
                <a:ea typeface="Inter"/>
                <a:cs typeface="Inter"/>
                <a:sym typeface="Inter"/>
              </a:rPr>
              <a:t>10X</a:t>
            </a:r>
            <a:endParaRPr b="1" i="0" sz="4500" u="none" cap="none" strike="noStrike">
              <a:solidFill>
                <a:schemeClr val="dk1"/>
              </a:solidFill>
              <a:latin typeface="Inter"/>
              <a:ea typeface="Inter"/>
              <a:cs typeface="Inter"/>
              <a:sym typeface="Inter"/>
            </a:endParaRPr>
          </a:p>
        </p:txBody>
      </p:sp>
      <p:sp>
        <p:nvSpPr>
          <p:cNvPr id="1045" name="Google Shape;1045;g2d3c64ac7e6_8_326"/>
          <p:cNvSpPr/>
          <p:nvPr/>
        </p:nvSpPr>
        <p:spPr>
          <a:xfrm>
            <a:off x="6662744" y="1698384"/>
            <a:ext cx="2087700" cy="615000"/>
          </a:xfrm>
          <a:prstGeom prst="rect">
            <a:avLst/>
          </a:prstGeom>
          <a:noFill/>
          <a:ln>
            <a:noFill/>
          </a:ln>
        </p:spPr>
        <p:txBody>
          <a:bodyPr anchorCtr="0" anchor="ctr" bIns="0" lIns="0" spcFirstLastPara="1" rIns="0" wrap="square" tIns="0">
            <a:noAutofit/>
          </a:bodyPr>
          <a:lstStyle/>
          <a:p>
            <a:pPr indent="0" lvl="0" marL="0" marR="0" rtl="0" algn="l">
              <a:lnSpc>
                <a:spcPct val="115384"/>
              </a:lnSpc>
              <a:spcBef>
                <a:spcPts val="0"/>
              </a:spcBef>
              <a:spcAft>
                <a:spcPts val="0"/>
              </a:spcAft>
              <a:buClr>
                <a:srgbClr val="201515"/>
              </a:buClr>
              <a:buSzPts val="1900"/>
              <a:buFont typeface="Play"/>
              <a:buNone/>
            </a:pPr>
            <a:r>
              <a:rPr b="1" i="0" lang="en" sz="1200" u="none" cap="none" strike="noStrike">
                <a:solidFill>
                  <a:srgbClr val="201515"/>
                </a:solidFill>
                <a:latin typeface="Inter"/>
                <a:ea typeface="Inter"/>
                <a:cs typeface="Inter"/>
                <a:sym typeface="Inter"/>
              </a:rPr>
              <a:t>Increase in the number of drivers onboarded per day</a:t>
            </a:r>
            <a:endParaRPr b="0" i="0" sz="1200" u="none" cap="none" strike="noStrike">
              <a:solidFill>
                <a:schemeClr val="dk1"/>
              </a:solidFill>
              <a:latin typeface="Inter"/>
              <a:ea typeface="Inter"/>
              <a:cs typeface="Inter"/>
              <a:sym typeface="Inter"/>
            </a:endParaRPr>
          </a:p>
        </p:txBody>
      </p:sp>
      <p:sp>
        <p:nvSpPr>
          <p:cNvPr id="1046" name="Google Shape;1046;g2d3c64ac7e6_8_326"/>
          <p:cNvSpPr/>
          <p:nvPr/>
        </p:nvSpPr>
        <p:spPr>
          <a:xfrm>
            <a:off x="4876805" y="2667000"/>
            <a:ext cx="3962404" cy="990600"/>
          </a:xfrm>
          <a:prstGeom prst="roundRect">
            <a:avLst>
              <a:gd fmla="val 4846"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7" name="Google Shape;1047;g2d3c64ac7e6_8_326"/>
          <p:cNvSpPr/>
          <p:nvPr/>
        </p:nvSpPr>
        <p:spPr>
          <a:xfrm>
            <a:off x="5048255" y="2838450"/>
            <a:ext cx="1609727" cy="6477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8" name="Google Shape;1048;g2d3c64ac7e6_8_326"/>
          <p:cNvSpPr/>
          <p:nvPr/>
        </p:nvSpPr>
        <p:spPr>
          <a:xfrm>
            <a:off x="5095880" y="2736056"/>
            <a:ext cx="1514476" cy="8524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9" name="Google Shape;1049;g2d3c64ac7e6_8_326"/>
          <p:cNvSpPr/>
          <p:nvPr/>
        </p:nvSpPr>
        <p:spPr>
          <a:xfrm>
            <a:off x="5095875" y="2736050"/>
            <a:ext cx="2087700" cy="901800"/>
          </a:xfrm>
          <a:prstGeom prst="rect">
            <a:avLst/>
          </a:prstGeom>
          <a:noFill/>
          <a:ln>
            <a:noFill/>
          </a:ln>
        </p:spPr>
        <p:txBody>
          <a:bodyPr anchorCtr="0" anchor="ctr" bIns="0" lIns="0" spcFirstLastPara="1" rIns="0" wrap="square" tIns="0">
            <a:noAutofit/>
          </a:bodyPr>
          <a:lstStyle/>
          <a:p>
            <a:pPr indent="0" lvl="0" marL="0" marR="0" rtl="0" algn="l">
              <a:lnSpc>
                <a:spcPct val="149141"/>
              </a:lnSpc>
              <a:spcBef>
                <a:spcPts val="0"/>
              </a:spcBef>
              <a:spcAft>
                <a:spcPts val="0"/>
              </a:spcAft>
              <a:buClr>
                <a:srgbClr val="2B2358"/>
              </a:buClr>
              <a:buSzPts val="4500"/>
              <a:buFont typeface="Arial"/>
              <a:buNone/>
            </a:pPr>
            <a:r>
              <a:rPr b="1" i="0" lang="en" sz="4500" u="none" cap="none" strike="noStrike">
                <a:solidFill>
                  <a:srgbClr val="2B2358"/>
                </a:solidFill>
                <a:latin typeface="Inter"/>
                <a:ea typeface="Inter"/>
                <a:cs typeface="Inter"/>
                <a:sym typeface="Inter"/>
              </a:rPr>
              <a:t>100K+</a:t>
            </a:r>
            <a:endParaRPr b="1" i="0" sz="4500" u="none" cap="none" strike="noStrike">
              <a:solidFill>
                <a:schemeClr val="dk1"/>
              </a:solidFill>
              <a:latin typeface="Inter"/>
              <a:ea typeface="Inter"/>
              <a:cs typeface="Inter"/>
              <a:sym typeface="Inter"/>
            </a:endParaRPr>
          </a:p>
        </p:txBody>
      </p:sp>
      <p:sp>
        <p:nvSpPr>
          <p:cNvPr id="1050" name="Google Shape;1050;g2d3c64ac7e6_8_326"/>
          <p:cNvSpPr/>
          <p:nvPr/>
        </p:nvSpPr>
        <p:spPr>
          <a:xfrm>
            <a:off x="7027626" y="2797130"/>
            <a:ext cx="1722600" cy="615000"/>
          </a:xfrm>
          <a:prstGeom prst="rect">
            <a:avLst/>
          </a:prstGeom>
          <a:noFill/>
          <a:ln>
            <a:noFill/>
          </a:ln>
        </p:spPr>
        <p:txBody>
          <a:bodyPr anchorCtr="0" anchor="ctr" bIns="0" lIns="0" spcFirstLastPara="1" rIns="0" wrap="square" tIns="0">
            <a:noAutofit/>
          </a:bodyPr>
          <a:lstStyle/>
          <a:p>
            <a:pPr indent="0" lvl="0" marL="0" marR="0" rtl="0" algn="l">
              <a:lnSpc>
                <a:spcPct val="115384"/>
              </a:lnSpc>
              <a:spcBef>
                <a:spcPts val="0"/>
              </a:spcBef>
              <a:spcAft>
                <a:spcPts val="0"/>
              </a:spcAft>
              <a:buClr>
                <a:srgbClr val="201515"/>
              </a:buClr>
              <a:buSzPts val="1900"/>
              <a:buFont typeface="Play"/>
              <a:buNone/>
            </a:pPr>
            <a:r>
              <a:rPr b="1" i="0" lang="en" sz="1200" u="none" cap="none" strike="noStrike">
                <a:solidFill>
                  <a:srgbClr val="201515"/>
                </a:solidFill>
                <a:latin typeface="Inter"/>
                <a:ea typeface="Inter"/>
                <a:cs typeface="Inter"/>
                <a:sym typeface="Inter"/>
              </a:rPr>
              <a:t>hours saved</a:t>
            </a:r>
            <a:endParaRPr b="0" i="0" sz="1200" u="none" cap="none" strike="noStrike">
              <a:solidFill>
                <a:schemeClr val="dk1"/>
              </a:solidFill>
              <a:latin typeface="Inter"/>
              <a:ea typeface="Inter"/>
              <a:cs typeface="Inter"/>
              <a:sym typeface="Inter"/>
            </a:endParaRPr>
          </a:p>
        </p:txBody>
      </p:sp>
      <p:sp>
        <p:nvSpPr>
          <p:cNvPr id="1051" name="Google Shape;1051;g2d3c64ac7e6_8_326"/>
          <p:cNvSpPr/>
          <p:nvPr/>
        </p:nvSpPr>
        <p:spPr>
          <a:xfrm>
            <a:off x="4876805" y="3848100"/>
            <a:ext cx="3962404" cy="990600"/>
          </a:xfrm>
          <a:prstGeom prst="roundRect">
            <a:avLst>
              <a:gd fmla="val 4846"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2" name="Google Shape;1052;g2d3c64ac7e6_8_326"/>
          <p:cNvSpPr/>
          <p:nvPr/>
        </p:nvSpPr>
        <p:spPr>
          <a:xfrm>
            <a:off x="5048255" y="3943350"/>
            <a:ext cx="3619503" cy="8001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3" name="Google Shape;1053;g2d3c64ac7e6_8_326"/>
          <p:cNvSpPr/>
          <p:nvPr/>
        </p:nvSpPr>
        <p:spPr>
          <a:xfrm>
            <a:off x="5048255" y="3943350"/>
            <a:ext cx="3619503" cy="8001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4" name="Google Shape;1054;g2d3c64ac7e6_8_326"/>
          <p:cNvSpPr/>
          <p:nvPr/>
        </p:nvSpPr>
        <p:spPr>
          <a:xfrm>
            <a:off x="5048255" y="4021931"/>
            <a:ext cx="3619503" cy="64293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5" name="Google Shape;1055;g2d3c64ac7e6_8_326"/>
          <p:cNvSpPr/>
          <p:nvPr/>
        </p:nvSpPr>
        <p:spPr>
          <a:xfrm>
            <a:off x="5048255" y="4021931"/>
            <a:ext cx="3619503" cy="633413"/>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6" name="Google Shape;1056;g2d3c64ac7e6_8_326"/>
          <p:cNvSpPr/>
          <p:nvPr/>
        </p:nvSpPr>
        <p:spPr>
          <a:xfrm>
            <a:off x="5048250" y="4021922"/>
            <a:ext cx="3648000" cy="700200"/>
          </a:xfrm>
          <a:prstGeom prst="rect">
            <a:avLst/>
          </a:prstGeom>
          <a:noFill/>
          <a:ln>
            <a:noFill/>
          </a:ln>
        </p:spPr>
        <p:txBody>
          <a:bodyPr anchorCtr="0" anchor="t" bIns="0" lIns="0" spcFirstLastPara="1" rIns="0" wrap="square" tIns="0">
            <a:noAutofit/>
          </a:bodyPr>
          <a:lstStyle/>
          <a:p>
            <a:pPr indent="0" lvl="0" marL="0" marR="0" rtl="0" algn="l">
              <a:lnSpc>
                <a:spcPct val="172222"/>
              </a:lnSpc>
              <a:spcBef>
                <a:spcPts val="0"/>
              </a:spcBef>
              <a:spcAft>
                <a:spcPts val="0"/>
              </a:spcAft>
              <a:buClr>
                <a:srgbClr val="2D2E2E"/>
              </a:buClr>
              <a:buSzPts val="700"/>
              <a:buFont typeface="Inter"/>
              <a:buNone/>
            </a:pPr>
            <a:r>
              <a:rPr b="1" i="0" lang="en" sz="700" u="none" cap="none" strike="noStrike">
                <a:solidFill>
                  <a:srgbClr val="2D2E2E"/>
                </a:solidFill>
                <a:latin typeface="Inter"/>
                <a:ea typeface="Inter"/>
                <a:cs typeface="Inter"/>
                <a:sym typeface="Inter"/>
              </a:rPr>
              <a:t>"It's hard to quantify" how much time and money Zapier has saved the team. It's countless, countless hours of manual time. Like, hundreds, thousands, of hours over the lifetime of our business.  We've saved at least 10s of thousands of manual hours."</a:t>
            </a:r>
            <a:endParaRPr b="0" i="0" sz="700" u="none" cap="none" strike="noStrike">
              <a:solidFill>
                <a:schemeClr val="dk1"/>
              </a:solidFill>
              <a:latin typeface="Inter"/>
              <a:ea typeface="Inter"/>
              <a:cs typeface="Inter"/>
              <a:sym typeface="Inter"/>
            </a:endParaRPr>
          </a:p>
        </p:txBody>
      </p:sp>
      <p:sp>
        <p:nvSpPr>
          <p:cNvPr id="1057" name="Google Shape;1057;g2d3c64ac7e6_8_326"/>
          <p:cNvSpPr/>
          <p:nvPr/>
        </p:nvSpPr>
        <p:spPr>
          <a:xfrm>
            <a:off x="5425092" y="4664869"/>
            <a:ext cx="1932000" cy="1176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2D2E2E"/>
              </a:buClr>
              <a:buSzPts val="500"/>
              <a:buFont typeface="Inter"/>
              <a:buNone/>
            </a:pPr>
            <a:r>
              <a:rPr b="0" i="0" lang="en" sz="500" u="none" cap="none" strike="noStrike">
                <a:solidFill>
                  <a:srgbClr val="2D2E2E"/>
                </a:solidFill>
                <a:latin typeface="Inter"/>
                <a:ea typeface="Inter"/>
                <a:cs typeface="Inter"/>
                <a:sym typeface="Inter"/>
              </a:rPr>
              <a:t>Kenan Saleh, Co-Founder of Halo Cars and GM at Lyft Media</a:t>
            </a:r>
            <a:endParaRPr b="0" i="0" sz="500" u="none" cap="none" strike="noStrike">
              <a:solidFill>
                <a:schemeClr val="dk1"/>
              </a:solidFill>
              <a:latin typeface="Inter"/>
              <a:ea typeface="Inter"/>
              <a:cs typeface="Inter"/>
              <a:sym typeface="Inter"/>
            </a:endParaRPr>
          </a:p>
        </p:txBody>
      </p:sp>
      <p:sp>
        <p:nvSpPr>
          <p:cNvPr id="1058" name="Google Shape;1058;g2d3c64ac7e6_8_326"/>
          <p:cNvSpPr/>
          <p:nvPr/>
        </p:nvSpPr>
        <p:spPr>
          <a:xfrm>
            <a:off x="238125" y="4829175"/>
            <a:ext cx="3433766" cy="2286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9" name="Google Shape;1059;g2d3c64ac7e6_8_326"/>
          <p:cNvSpPr/>
          <p:nvPr/>
        </p:nvSpPr>
        <p:spPr>
          <a:xfrm>
            <a:off x="238125" y="4803775"/>
            <a:ext cx="3459166" cy="254000"/>
          </a:xfrm>
          <a:prstGeom prst="rect">
            <a:avLst/>
          </a:prstGeom>
          <a:noFill/>
          <a:ln>
            <a:noFill/>
          </a:ln>
        </p:spPr>
        <p:txBody>
          <a:bodyPr anchorCtr="0" anchor="b" bIns="0" lIns="0" spcFirstLastPara="1" rIns="0" wrap="square" tIns="0">
            <a:noAutofit/>
          </a:bodyPr>
          <a:lstStyle/>
          <a:p>
            <a:pPr indent="0" lvl="0" marL="0" marR="0" rtl="0" algn="l">
              <a:lnSpc>
                <a:spcPct val="150000"/>
              </a:lnSpc>
              <a:spcBef>
                <a:spcPts val="0"/>
              </a:spcBef>
              <a:spcAft>
                <a:spcPts val="0"/>
              </a:spcAft>
              <a:buClr>
                <a:srgbClr val="3D4592"/>
              </a:buClr>
              <a:buSzPts val="600"/>
              <a:buFont typeface="Inter"/>
              <a:buNone/>
            </a:pPr>
            <a:r>
              <a:rPr b="0" i="0" lang="en" sz="600" u="none" cap="none" strike="noStrike">
                <a:solidFill>
                  <a:srgbClr val="3D4592"/>
                </a:solidFill>
                <a:latin typeface="Inter"/>
                <a:ea typeface="Inter"/>
                <a:cs typeface="Inter"/>
                <a:sym typeface="Inter"/>
              </a:rPr>
              <a:t>🔗 Read the full customer story →</a:t>
            </a:r>
            <a:endParaRPr b="0" i="0" sz="6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64" name="Shape 1064"/>
        <p:cNvGrpSpPr/>
        <p:nvPr/>
      </p:nvGrpSpPr>
      <p:grpSpPr>
        <a:xfrm>
          <a:off x="0" y="0"/>
          <a:ext cx="0" cy="0"/>
          <a:chOff x="0" y="0"/>
          <a:chExt cx="0" cy="0"/>
        </a:xfrm>
      </p:grpSpPr>
      <p:pic>
        <p:nvPicPr>
          <p:cNvPr descr=" " id="1065" name="Google Shape;1065;g2d3c64ac7e6_8_398"/>
          <p:cNvPicPr preferRelativeResize="0"/>
          <p:nvPr/>
        </p:nvPicPr>
        <p:blipFill rotWithShape="1">
          <a:blip r:embed="rId3">
            <a:alphaModFix/>
          </a:blip>
          <a:srcRect b="0" l="0" r="0" t="0"/>
          <a:stretch/>
        </p:blipFill>
        <p:spPr>
          <a:xfrm>
            <a:off x="0" y="0"/>
            <a:ext cx="9144009" cy="5142862"/>
          </a:xfrm>
          <a:prstGeom prst="rect">
            <a:avLst/>
          </a:prstGeom>
          <a:noFill/>
          <a:ln>
            <a:noFill/>
          </a:ln>
        </p:spPr>
      </p:pic>
      <p:sp>
        <p:nvSpPr>
          <p:cNvPr id="1066" name="Google Shape;1066;g2d3c64ac7e6_8_398"/>
          <p:cNvSpPr/>
          <p:nvPr/>
        </p:nvSpPr>
        <p:spPr>
          <a:xfrm>
            <a:off x="238125" y="1143000"/>
            <a:ext cx="2095502" cy="142875"/>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7" name="Google Shape;1067;g2d3c64ac7e6_8_398"/>
          <p:cNvSpPr/>
          <p:nvPr/>
        </p:nvSpPr>
        <p:spPr>
          <a:xfrm>
            <a:off x="238125" y="1143000"/>
            <a:ext cx="762001" cy="142875"/>
          </a:xfrm>
          <a:prstGeom prst="roundRect">
            <a:avLst>
              <a:gd fmla="val 333600" name="adj"/>
            </a:avLst>
          </a:prstGeom>
          <a:solidFill>
            <a:srgbClr val="FF4F00"/>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8" name="Google Shape;1068;g2d3c64ac7e6_8_398"/>
          <p:cNvSpPr/>
          <p:nvPr/>
        </p:nvSpPr>
        <p:spPr>
          <a:xfrm>
            <a:off x="263525" y="1144587"/>
            <a:ext cx="711201"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FFFDF9"/>
              </a:buClr>
              <a:buSzPts val="600"/>
              <a:buFont typeface="Inter"/>
              <a:buNone/>
            </a:pPr>
            <a:r>
              <a:rPr b="1" i="0" lang="en" sz="600" u="none" cap="none" strike="noStrike">
                <a:solidFill>
                  <a:srgbClr val="FFFDF9"/>
                </a:solidFill>
                <a:latin typeface="Inter"/>
                <a:ea typeface="Inter"/>
                <a:cs typeface="Inter"/>
                <a:sym typeface="Inter"/>
              </a:rPr>
              <a:t>Customer support</a:t>
            </a:r>
            <a:endParaRPr b="0" i="0" sz="600" u="none" cap="none" strike="noStrike">
              <a:solidFill>
                <a:schemeClr val="dk1"/>
              </a:solidFill>
              <a:latin typeface="Calibri"/>
              <a:ea typeface="Calibri"/>
              <a:cs typeface="Calibri"/>
              <a:sym typeface="Calibri"/>
            </a:endParaRPr>
          </a:p>
        </p:txBody>
      </p:sp>
      <p:sp>
        <p:nvSpPr>
          <p:cNvPr id="1069" name="Google Shape;1069;g2d3c64ac7e6_8_398"/>
          <p:cNvSpPr/>
          <p:nvPr/>
        </p:nvSpPr>
        <p:spPr>
          <a:xfrm>
            <a:off x="1095376" y="1143000"/>
            <a:ext cx="628651" cy="142875"/>
          </a:xfrm>
          <a:prstGeom prst="roundRect">
            <a:avLst>
              <a:gd fmla="val 333600" name="adj"/>
            </a:avLst>
          </a:prstGeom>
          <a:solidFill>
            <a:srgbClr val="FF4F00"/>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0" name="Google Shape;1070;g2d3c64ac7e6_8_398"/>
          <p:cNvSpPr/>
          <p:nvPr/>
        </p:nvSpPr>
        <p:spPr>
          <a:xfrm>
            <a:off x="1120776" y="1144587"/>
            <a:ext cx="577851"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FFFDF9"/>
              </a:buClr>
              <a:buSzPts val="600"/>
              <a:buFont typeface="Inter"/>
              <a:buNone/>
            </a:pPr>
            <a:r>
              <a:rPr b="1" i="0" lang="en" sz="600" u="none" cap="none" strike="noStrike">
                <a:solidFill>
                  <a:srgbClr val="FFFDF9"/>
                </a:solidFill>
                <a:latin typeface="Inter"/>
                <a:ea typeface="Inter"/>
                <a:cs typeface="Inter"/>
                <a:sym typeface="Inter"/>
              </a:rPr>
              <a:t>HR onboarding</a:t>
            </a:r>
            <a:endParaRPr b="0" i="0" sz="600" u="none" cap="none" strike="noStrike">
              <a:solidFill>
                <a:schemeClr val="dk1"/>
              </a:solidFill>
              <a:latin typeface="Calibri"/>
              <a:ea typeface="Calibri"/>
              <a:cs typeface="Calibri"/>
              <a:sym typeface="Calibri"/>
            </a:endParaRPr>
          </a:p>
        </p:txBody>
      </p:sp>
      <p:sp>
        <p:nvSpPr>
          <p:cNvPr id="1071" name="Google Shape;1071;g2d3c64ac7e6_8_398"/>
          <p:cNvSpPr/>
          <p:nvPr/>
        </p:nvSpPr>
        <p:spPr>
          <a:xfrm>
            <a:off x="1819277" y="1143000"/>
            <a:ext cx="514350" cy="142875"/>
          </a:xfrm>
          <a:prstGeom prst="roundRect">
            <a:avLst>
              <a:gd fmla="val 333600" name="adj"/>
            </a:avLst>
          </a:prstGeom>
          <a:solidFill>
            <a:srgbClr val="C1B7F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2" name="Google Shape;1072;g2d3c64ac7e6_8_398"/>
          <p:cNvSpPr/>
          <p:nvPr/>
        </p:nvSpPr>
        <p:spPr>
          <a:xfrm>
            <a:off x="1844677" y="1144587"/>
            <a:ext cx="463550"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403F3E"/>
              </a:buClr>
              <a:buSzPts val="600"/>
              <a:buFont typeface="Inter"/>
              <a:buNone/>
            </a:pPr>
            <a:r>
              <a:rPr b="1" i="0" lang="en" sz="600" u="none" cap="none" strike="noStrike">
                <a:solidFill>
                  <a:srgbClr val="403F3E"/>
                </a:solidFill>
                <a:latin typeface="Inter"/>
                <a:ea typeface="Inter"/>
                <a:cs typeface="Inter"/>
                <a:sym typeface="Inter"/>
              </a:rPr>
              <a:t>Advertising</a:t>
            </a:r>
            <a:endParaRPr b="0" i="0" sz="600" u="none" cap="none" strike="noStrike">
              <a:solidFill>
                <a:schemeClr val="dk1"/>
              </a:solidFill>
              <a:latin typeface="Calibri"/>
              <a:ea typeface="Calibri"/>
              <a:cs typeface="Calibri"/>
              <a:sym typeface="Calibri"/>
            </a:endParaRPr>
          </a:p>
        </p:txBody>
      </p:sp>
      <p:sp>
        <p:nvSpPr>
          <p:cNvPr id="1073" name="Google Shape;1073;g2d3c64ac7e6_8_398"/>
          <p:cNvSpPr/>
          <p:nvPr/>
        </p:nvSpPr>
        <p:spPr>
          <a:xfrm>
            <a:off x="238125" y="238125"/>
            <a:ext cx="3874651" cy="7395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4" name="Google Shape;1074;g2d3c64ac7e6_8_398"/>
          <p:cNvSpPr/>
          <p:nvPr/>
        </p:nvSpPr>
        <p:spPr>
          <a:xfrm>
            <a:off x="238125" y="238125"/>
            <a:ext cx="3874651" cy="7395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5" name="Google Shape;1075;g2d3c64ac7e6_8_398"/>
          <p:cNvSpPr/>
          <p:nvPr/>
        </p:nvSpPr>
        <p:spPr>
          <a:xfrm>
            <a:off x="238125" y="238125"/>
            <a:ext cx="3906401" cy="199838"/>
          </a:xfrm>
          <a:prstGeom prst="rect">
            <a:avLst/>
          </a:prstGeom>
          <a:noFill/>
          <a:ln>
            <a:noFill/>
          </a:ln>
        </p:spPr>
        <p:txBody>
          <a:bodyPr anchorCtr="0" anchor="t" bIns="0" lIns="0" spcFirstLastPara="1" rIns="0" wrap="square" tIns="0">
            <a:noAutofit/>
          </a:bodyPr>
          <a:lstStyle/>
          <a:p>
            <a:pPr indent="0" lvl="0" marL="0" marR="0" rtl="0" algn="l">
              <a:lnSpc>
                <a:spcPct val="250000"/>
              </a:lnSpc>
              <a:spcBef>
                <a:spcPts val="0"/>
              </a:spcBef>
              <a:spcAft>
                <a:spcPts val="0"/>
              </a:spcAft>
              <a:buClr>
                <a:srgbClr val="201515"/>
              </a:buClr>
              <a:buSzPts val="700"/>
              <a:buFont typeface="Play"/>
              <a:buNone/>
            </a:pPr>
            <a:r>
              <a:rPr b="0" i="0" lang="en" sz="700" u="none" cap="none" strike="noStrike">
                <a:solidFill>
                  <a:srgbClr val="201515"/>
                </a:solidFill>
                <a:latin typeface="Inter"/>
                <a:ea typeface="Inter"/>
                <a:cs typeface="Inter"/>
                <a:sym typeface="Inter"/>
              </a:rPr>
              <a:t>CUSTOMER SUCCESS STORY</a:t>
            </a:r>
            <a:endParaRPr b="0" i="0" sz="700" u="none" cap="none" strike="noStrike">
              <a:solidFill>
                <a:schemeClr val="dk1"/>
              </a:solidFill>
              <a:latin typeface="Inter"/>
              <a:ea typeface="Inter"/>
              <a:cs typeface="Inter"/>
              <a:sym typeface="Inter"/>
            </a:endParaRPr>
          </a:p>
        </p:txBody>
      </p:sp>
      <p:sp>
        <p:nvSpPr>
          <p:cNvPr id="1076" name="Google Shape;1076;g2d3c64ac7e6_8_398"/>
          <p:cNvSpPr/>
          <p:nvPr/>
        </p:nvSpPr>
        <p:spPr>
          <a:xfrm>
            <a:off x="238125" y="406212"/>
            <a:ext cx="2819403"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7" name="Google Shape;1077;g2d3c64ac7e6_8_398"/>
          <p:cNvSpPr/>
          <p:nvPr/>
        </p:nvSpPr>
        <p:spPr>
          <a:xfrm>
            <a:off x="238125" y="406212"/>
            <a:ext cx="1366839"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078" name="Google Shape;1078;g2d3c64ac7e6_8_398"/>
          <p:cNvPicPr preferRelativeResize="0"/>
          <p:nvPr/>
        </p:nvPicPr>
        <p:blipFill rotWithShape="1">
          <a:blip r:embed="rId4">
            <a:alphaModFix/>
          </a:blip>
          <a:srcRect b="0" l="0" r="0" t="0"/>
          <a:stretch/>
        </p:blipFill>
        <p:spPr>
          <a:xfrm>
            <a:off x="238125" y="406212"/>
            <a:ext cx="1366839" cy="571429"/>
          </a:xfrm>
          <a:prstGeom prst="rect">
            <a:avLst/>
          </a:prstGeom>
          <a:noFill/>
          <a:ln>
            <a:noFill/>
          </a:ln>
        </p:spPr>
      </p:pic>
      <p:pic>
        <p:nvPicPr>
          <p:cNvPr descr=" " id="1079" name="Google Shape;1079;g2d3c64ac7e6_8_398"/>
          <p:cNvPicPr preferRelativeResize="0"/>
          <p:nvPr/>
        </p:nvPicPr>
        <p:blipFill rotWithShape="1">
          <a:blip r:embed="rId5">
            <a:alphaModFix/>
          </a:blip>
          <a:srcRect b="0" l="0" r="0" t="0"/>
          <a:stretch/>
        </p:blipFill>
        <p:spPr>
          <a:xfrm>
            <a:off x="1652589" y="406212"/>
            <a:ext cx="9525" cy="571429"/>
          </a:xfrm>
          <a:prstGeom prst="rect">
            <a:avLst/>
          </a:prstGeom>
          <a:noFill/>
          <a:ln>
            <a:noFill/>
          </a:ln>
        </p:spPr>
      </p:pic>
      <p:sp>
        <p:nvSpPr>
          <p:cNvPr id="1080" name="Google Shape;1080;g2d3c64ac7e6_8_398"/>
          <p:cNvSpPr/>
          <p:nvPr/>
        </p:nvSpPr>
        <p:spPr>
          <a:xfrm>
            <a:off x="1709739" y="406212"/>
            <a:ext cx="1347789"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081" name="Google Shape;1081;g2d3c64ac7e6_8_398"/>
          <p:cNvPicPr preferRelativeResize="0"/>
          <p:nvPr/>
        </p:nvPicPr>
        <p:blipFill rotWithShape="1">
          <a:blip r:embed="rId6">
            <a:alphaModFix/>
          </a:blip>
          <a:srcRect b="0" l="0" r="0" t="0"/>
          <a:stretch/>
        </p:blipFill>
        <p:spPr>
          <a:xfrm>
            <a:off x="1709739" y="399069"/>
            <a:ext cx="595313" cy="585715"/>
          </a:xfrm>
          <a:prstGeom prst="rect">
            <a:avLst/>
          </a:prstGeom>
          <a:noFill/>
          <a:ln>
            <a:noFill/>
          </a:ln>
        </p:spPr>
      </p:pic>
      <p:sp>
        <p:nvSpPr>
          <p:cNvPr id="1082" name="Google Shape;1082;g2d3c64ac7e6_8_398"/>
          <p:cNvSpPr/>
          <p:nvPr/>
        </p:nvSpPr>
        <p:spPr>
          <a:xfrm>
            <a:off x="238125" y="1524000"/>
            <a:ext cx="1285876" cy="489916"/>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3" name="Google Shape;1083;g2d3c64ac7e6_8_398"/>
          <p:cNvSpPr/>
          <p:nvPr/>
        </p:nvSpPr>
        <p:spPr>
          <a:xfrm>
            <a:off x="238125"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4" name="Google Shape;1084;g2d3c64ac7e6_8_398"/>
          <p:cNvSpPr/>
          <p:nvPr/>
        </p:nvSpPr>
        <p:spPr>
          <a:xfrm>
            <a:off x="238125"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085" name="Google Shape;1085;g2d3c64ac7e6_8_398"/>
          <p:cNvPicPr preferRelativeResize="0"/>
          <p:nvPr/>
        </p:nvPicPr>
        <p:blipFill rotWithShape="1">
          <a:blip r:embed="rId7">
            <a:alphaModFix/>
          </a:blip>
          <a:srcRect b="0" l="0" r="0" t="0"/>
          <a:stretch/>
        </p:blipFill>
        <p:spPr>
          <a:xfrm>
            <a:off x="285750" y="1571625"/>
            <a:ext cx="285750" cy="285715"/>
          </a:xfrm>
          <a:prstGeom prst="rect">
            <a:avLst/>
          </a:prstGeom>
          <a:noFill/>
          <a:ln>
            <a:noFill/>
          </a:ln>
        </p:spPr>
      </p:pic>
      <p:sp>
        <p:nvSpPr>
          <p:cNvPr id="1086" name="Google Shape;1086;g2d3c64ac7e6_8_398"/>
          <p:cNvSpPr/>
          <p:nvPr/>
        </p:nvSpPr>
        <p:spPr>
          <a:xfrm>
            <a:off x="690563"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7" name="Google Shape;1087;g2d3c64ac7e6_8_398"/>
          <p:cNvSpPr/>
          <p:nvPr/>
        </p:nvSpPr>
        <p:spPr>
          <a:xfrm>
            <a:off x="690563"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088" name="Google Shape;1088;g2d3c64ac7e6_8_398"/>
          <p:cNvPicPr preferRelativeResize="0"/>
          <p:nvPr/>
        </p:nvPicPr>
        <p:blipFill rotWithShape="1">
          <a:blip r:embed="rId8">
            <a:alphaModFix/>
          </a:blip>
          <a:srcRect b="0" l="0" r="0" t="0"/>
          <a:stretch/>
        </p:blipFill>
        <p:spPr>
          <a:xfrm>
            <a:off x="738188" y="1571625"/>
            <a:ext cx="285750" cy="285715"/>
          </a:xfrm>
          <a:prstGeom prst="rect">
            <a:avLst/>
          </a:prstGeom>
          <a:noFill/>
          <a:ln>
            <a:noFill/>
          </a:ln>
        </p:spPr>
      </p:pic>
      <p:sp>
        <p:nvSpPr>
          <p:cNvPr id="1089" name="Google Shape;1089;g2d3c64ac7e6_8_398"/>
          <p:cNvSpPr/>
          <p:nvPr/>
        </p:nvSpPr>
        <p:spPr>
          <a:xfrm>
            <a:off x="1143001"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0" name="Google Shape;1090;g2d3c64ac7e6_8_398"/>
          <p:cNvSpPr/>
          <p:nvPr/>
        </p:nvSpPr>
        <p:spPr>
          <a:xfrm>
            <a:off x="1143001"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091" name="Google Shape;1091;g2d3c64ac7e6_8_398"/>
          <p:cNvPicPr preferRelativeResize="0"/>
          <p:nvPr/>
        </p:nvPicPr>
        <p:blipFill rotWithShape="1">
          <a:blip r:embed="rId9">
            <a:alphaModFix/>
          </a:blip>
          <a:srcRect b="0" l="0" r="0" t="0"/>
          <a:stretch/>
        </p:blipFill>
        <p:spPr>
          <a:xfrm>
            <a:off x="1190626" y="1571625"/>
            <a:ext cx="285750" cy="285715"/>
          </a:xfrm>
          <a:prstGeom prst="rect">
            <a:avLst/>
          </a:prstGeom>
          <a:noFill/>
          <a:ln>
            <a:noFill/>
          </a:ln>
        </p:spPr>
      </p:pic>
      <p:sp>
        <p:nvSpPr>
          <p:cNvPr id="1092" name="Google Shape;1092;g2d3c64ac7e6_8_398"/>
          <p:cNvSpPr/>
          <p:nvPr/>
        </p:nvSpPr>
        <p:spPr>
          <a:xfrm>
            <a:off x="238125" y="2252039"/>
            <a:ext cx="4095754" cy="7000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3" name="Google Shape;1093;g2d3c64ac7e6_8_398"/>
          <p:cNvSpPr/>
          <p:nvPr/>
        </p:nvSpPr>
        <p:spPr>
          <a:xfrm>
            <a:off x="238125" y="2201239"/>
            <a:ext cx="546101" cy="217488"/>
          </a:xfrm>
          <a:prstGeom prst="rect">
            <a:avLst/>
          </a:prstGeom>
          <a:noFill/>
          <a:ln>
            <a:noFill/>
          </a:ln>
        </p:spPr>
        <p:txBody>
          <a:bodyPr anchorCtr="0" anchor="b" bIns="0" lIns="0" spcFirstLastPara="1" rIns="0" wrap="square" tIns="0">
            <a:noAutofit/>
          </a:bodyPr>
          <a:lstStyle/>
          <a:p>
            <a:pPr indent="0" lvl="0" marL="0" marR="0" rtl="0" algn="l">
              <a:lnSpc>
                <a:spcPct val="109375"/>
              </a:lnSpc>
              <a:spcBef>
                <a:spcPts val="0"/>
              </a:spcBef>
              <a:spcAft>
                <a:spcPts val="0"/>
              </a:spcAft>
              <a:buClr>
                <a:srgbClr val="000000"/>
              </a:buClr>
              <a:buSzPts val="1200"/>
              <a:buFont typeface="Inter"/>
              <a:buNone/>
            </a:pPr>
            <a:r>
              <a:rPr b="1" i="0" lang="en" sz="1200" u="none" cap="none" strike="noStrike">
                <a:solidFill>
                  <a:srgbClr val="000000"/>
                </a:solidFill>
                <a:latin typeface="Inter"/>
                <a:ea typeface="Inter"/>
                <a:cs typeface="Inter"/>
                <a:sym typeface="Inter"/>
              </a:rPr>
              <a:t>Before </a:t>
            </a:r>
            <a:endParaRPr b="0" i="0" sz="1200" u="none" cap="none" strike="noStrike">
              <a:solidFill>
                <a:schemeClr val="dk1"/>
              </a:solidFill>
              <a:latin typeface="Inter"/>
              <a:ea typeface="Inter"/>
              <a:cs typeface="Inter"/>
              <a:sym typeface="Inter"/>
            </a:endParaRPr>
          </a:p>
        </p:txBody>
      </p:sp>
      <p:sp>
        <p:nvSpPr>
          <p:cNvPr id="1094" name="Google Shape;1094;g2d3c64ac7e6_8_398"/>
          <p:cNvSpPr/>
          <p:nvPr/>
        </p:nvSpPr>
        <p:spPr>
          <a:xfrm>
            <a:off x="238125" y="2456827"/>
            <a:ext cx="3579816" cy="346075"/>
          </a:xfrm>
          <a:prstGeom prst="rect">
            <a:avLst/>
          </a:prstGeom>
          <a:noFill/>
          <a:ln>
            <a:noFill/>
          </a:ln>
        </p:spPr>
        <p:txBody>
          <a:bodyPr anchorCtr="0" anchor="t"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Customers were waiting too long for a response on their support ticket</a:t>
            </a:r>
            <a:endParaRPr b="0" i="0" sz="1000" u="none" cap="none" strike="noStrike">
              <a:solidFill>
                <a:schemeClr val="dk1"/>
              </a:solidFill>
              <a:latin typeface="Inter"/>
              <a:ea typeface="Inter"/>
              <a:cs typeface="Inter"/>
              <a:sym typeface="Inter"/>
            </a:endParaRPr>
          </a:p>
        </p:txBody>
      </p:sp>
      <p:sp>
        <p:nvSpPr>
          <p:cNvPr id="1095" name="Google Shape;1095;g2d3c64ac7e6_8_398"/>
          <p:cNvSpPr/>
          <p:nvPr/>
        </p:nvSpPr>
        <p:spPr>
          <a:xfrm>
            <a:off x="238125" y="2799727"/>
            <a:ext cx="3579816" cy="193675"/>
          </a:xfrm>
          <a:prstGeom prst="rect">
            <a:avLst/>
          </a:prstGeom>
          <a:noFill/>
          <a:ln>
            <a:noFill/>
          </a:ln>
        </p:spPr>
        <p:txBody>
          <a:bodyPr anchorCtr="0" anchor="t"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The HR onboarding process was manual and time-consuming</a:t>
            </a:r>
            <a:endParaRPr b="0" i="0" sz="1000" u="none" cap="none" strike="noStrike">
              <a:solidFill>
                <a:schemeClr val="dk1"/>
              </a:solidFill>
              <a:latin typeface="Inter"/>
              <a:ea typeface="Inter"/>
              <a:cs typeface="Inter"/>
              <a:sym typeface="Inter"/>
            </a:endParaRPr>
          </a:p>
        </p:txBody>
      </p:sp>
      <p:sp>
        <p:nvSpPr>
          <p:cNvPr id="1096" name="Google Shape;1096;g2d3c64ac7e6_8_398"/>
          <p:cNvSpPr/>
          <p:nvPr/>
        </p:nvSpPr>
        <p:spPr>
          <a:xfrm>
            <a:off x="238125" y="3139452"/>
            <a:ext cx="1722671" cy="217488"/>
          </a:xfrm>
          <a:prstGeom prst="rect">
            <a:avLst/>
          </a:prstGeom>
          <a:noFill/>
          <a:ln>
            <a:noFill/>
          </a:ln>
        </p:spPr>
        <p:txBody>
          <a:bodyPr anchorCtr="0" anchor="b" bIns="0" lIns="0" spcFirstLastPara="1" rIns="0" wrap="square" tIns="0">
            <a:noAutofit/>
          </a:bodyPr>
          <a:lstStyle/>
          <a:p>
            <a:pPr indent="0" lvl="0" marL="0" marR="0" rtl="0" algn="l">
              <a:lnSpc>
                <a:spcPct val="109375"/>
              </a:lnSpc>
              <a:spcBef>
                <a:spcPts val="0"/>
              </a:spcBef>
              <a:spcAft>
                <a:spcPts val="0"/>
              </a:spcAft>
              <a:buClr>
                <a:srgbClr val="000000"/>
              </a:buClr>
              <a:buSzPts val="1200"/>
              <a:buFont typeface="Inter"/>
              <a:buNone/>
            </a:pPr>
            <a:r>
              <a:rPr b="1" i="0" lang="en" sz="1200" u="none" cap="none" strike="noStrike">
                <a:solidFill>
                  <a:srgbClr val="000000"/>
                </a:solidFill>
                <a:latin typeface="Inter"/>
                <a:ea typeface="Inter"/>
                <a:cs typeface="Inter"/>
                <a:sym typeface="Inter"/>
              </a:rPr>
              <a:t>After</a:t>
            </a:r>
            <a:endParaRPr b="0" i="0" sz="1200" u="none" cap="none" strike="noStrike">
              <a:solidFill>
                <a:schemeClr val="dk1"/>
              </a:solidFill>
              <a:latin typeface="Inter"/>
              <a:ea typeface="Inter"/>
              <a:cs typeface="Inter"/>
              <a:sym typeface="Inter"/>
            </a:endParaRPr>
          </a:p>
        </p:txBody>
      </p:sp>
      <p:sp>
        <p:nvSpPr>
          <p:cNvPr id="1097" name="Google Shape;1097;g2d3c64ac7e6_8_398"/>
          <p:cNvSpPr/>
          <p:nvPr/>
        </p:nvSpPr>
        <p:spPr>
          <a:xfrm>
            <a:off x="217500" y="3420781"/>
            <a:ext cx="4137000" cy="571500"/>
          </a:xfrm>
          <a:prstGeom prst="rect">
            <a:avLst/>
          </a:prstGeom>
          <a:noFill/>
          <a:ln>
            <a:noFill/>
          </a:ln>
        </p:spPr>
        <p:txBody>
          <a:bodyPr anchorCtr="0" anchor="b"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New support tickets trigger ChatGPT to summarize the request and draft suggested answers, storing them in a private note within the ticket.</a:t>
            </a:r>
            <a:endParaRPr b="0" i="0" sz="1000" u="none" cap="none" strike="noStrike">
              <a:solidFill>
                <a:schemeClr val="dk1"/>
              </a:solidFill>
              <a:latin typeface="Inter"/>
              <a:ea typeface="Inter"/>
              <a:cs typeface="Inter"/>
              <a:sym typeface="Inter"/>
            </a:endParaRPr>
          </a:p>
        </p:txBody>
      </p:sp>
      <p:sp>
        <p:nvSpPr>
          <p:cNvPr id="1098" name="Google Shape;1098;g2d3c64ac7e6_8_398"/>
          <p:cNvSpPr/>
          <p:nvPr/>
        </p:nvSpPr>
        <p:spPr>
          <a:xfrm>
            <a:off x="217488" y="3988914"/>
            <a:ext cx="4137000" cy="346200"/>
          </a:xfrm>
          <a:prstGeom prst="rect">
            <a:avLst/>
          </a:prstGeom>
          <a:noFill/>
          <a:ln>
            <a:noFill/>
          </a:ln>
        </p:spPr>
        <p:txBody>
          <a:bodyPr anchorCtr="0" anchor="b"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When a new employee signs their handbook, a 29-step Zap is triggered, handling the entire onboarding process</a:t>
            </a:r>
            <a:endParaRPr b="0" i="0" sz="1000" u="none" cap="none" strike="noStrike">
              <a:solidFill>
                <a:schemeClr val="dk1"/>
              </a:solidFill>
              <a:latin typeface="Inter"/>
              <a:ea typeface="Inter"/>
              <a:cs typeface="Inter"/>
              <a:sym typeface="Inter"/>
            </a:endParaRPr>
          </a:p>
        </p:txBody>
      </p:sp>
      <p:sp>
        <p:nvSpPr>
          <p:cNvPr id="1099" name="Google Shape;1099;g2d3c64ac7e6_8_398"/>
          <p:cNvSpPr/>
          <p:nvPr/>
        </p:nvSpPr>
        <p:spPr>
          <a:xfrm>
            <a:off x="4876805" y="304800"/>
            <a:ext cx="3962404" cy="45339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0" name="Google Shape;1100;g2d3c64ac7e6_8_398"/>
          <p:cNvSpPr/>
          <p:nvPr/>
        </p:nvSpPr>
        <p:spPr>
          <a:xfrm>
            <a:off x="4876805" y="304800"/>
            <a:ext cx="3962404" cy="1384300"/>
          </a:xfrm>
          <a:prstGeom prst="roundRect">
            <a:avLst>
              <a:gd fmla="val 3468"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1" name="Google Shape;1101;g2d3c64ac7e6_8_398"/>
          <p:cNvSpPr/>
          <p:nvPr/>
        </p:nvSpPr>
        <p:spPr>
          <a:xfrm>
            <a:off x="5048255" y="476250"/>
            <a:ext cx="723901" cy="10414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2" name="Google Shape;1102;g2d3c64ac7e6_8_398"/>
          <p:cNvSpPr/>
          <p:nvPr/>
        </p:nvSpPr>
        <p:spPr>
          <a:xfrm>
            <a:off x="5095880" y="570705"/>
            <a:ext cx="628651" cy="8524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3" name="Google Shape;1103;g2d3c64ac7e6_8_398"/>
          <p:cNvSpPr/>
          <p:nvPr/>
        </p:nvSpPr>
        <p:spPr>
          <a:xfrm>
            <a:off x="5095875" y="304802"/>
            <a:ext cx="819300" cy="1308900"/>
          </a:xfrm>
          <a:prstGeom prst="rect">
            <a:avLst/>
          </a:prstGeom>
          <a:noFill/>
          <a:ln>
            <a:noFill/>
          </a:ln>
        </p:spPr>
        <p:txBody>
          <a:bodyPr anchorCtr="0" anchor="ctr" bIns="0" lIns="0" spcFirstLastPara="1" rIns="0" wrap="square" tIns="0">
            <a:noAutofit/>
          </a:bodyPr>
          <a:lstStyle/>
          <a:p>
            <a:pPr indent="0" lvl="0" marL="0" marR="0" rtl="0" algn="l">
              <a:lnSpc>
                <a:spcPct val="149141"/>
              </a:lnSpc>
              <a:spcBef>
                <a:spcPts val="0"/>
              </a:spcBef>
              <a:spcAft>
                <a:spcPts val="0"/>
              </a:spcAft>
              <a:buClr>
                <a:srgbClr val="2B2358"/>
              </a:buClr>
              <a:buSzPts val="4500"/>
              <a:buFont typeface="Arial"/>
              <a:buNone/>
            </a:pPr>
            <a:r>
              <a:rPr b="1" i="0" lang="en" sz="4500" u="none" cap="none" strike="noStrike">
                <a:solidFill>
                  <a:srgbClr val="2B2358"/>
                </a:solidFill>
                <a:latin typeface="Inter"/>
                <a:ea typeface="Inter"/>
                <a:cs typeface="Inter"/>
                <a:sym typeface="Inter"/>
              </a:rPr>
              <a:t>29</a:t>
            </a:r>
            <a:endParaRPr b="1" i="0" sz="4500" u="none" cap="none" strike="noStrike">
              <a:solidFill>
                <a:schemeClr val="dk1"/>
              </a:solidFill>
              <a:latin typeface="Inter"/>
              <a:ea typeface="Inter"/>
              <a:cs typeface="Inter"/>
              <a:sym typeface="Inter"/>
            </a:endParaRPr>
          </a:p>
        </p:txBody>
      </p:sp>
      <p:sp>
        <p:nvSpPr>
          <p:cNvPr id="1104" name="Google Shape;1104;g2d3c64ac7e6_8_398"/>
          <p:cNvSpPr/>
          <p:nvPr/>
        </p:nvSpPr>
        <p:spPr>
          <a:xfrm>
            <a:off x="5943600" y="304850"/>
            <a:ext cx="2806800" cy="1384200"/>
          </a:xfrm>
          <a:prstGeom prst="rect">
            <a:avLst/>
          </a:prstGeom>
          <a:noFill/>
          <a:ln>
            <a:noFill/>
          </a:ln>
        </p:spPr>
        <p:txBody>
          <a:bodyPr anchorCtr="0" anchor="ctr" bIns="0" lIns="0" spcFirstLastPara="1" rIns="0" wrap="square" tIns="0">
            <a:noAutofit/>
          </a:bodyPr>
          <a:lstStyle/>
          <a:p>
            <a:pPr indent="0" lvl="0" marL="0" marR="0" rtl="0" algn="l">
              <a:lnSpc>
                <a:spcPct val="115384"/>
              </a:lnSpc>
              <a:spcBef>
                <a:spcPts val="0"/>
              </a:spcBef>
              <a:spcAft>
                <a:spcPts val="0"/>
              </a:spcAft>
              <a:buClr>
                <a:srgbClr val="201515"/>
              </a:buClr>
              <a:buSzPts val="1900"/>
              <a:buFont typeface="Play"/>
              <a:buNone/>
            </a:pPr>
            <a:r>
              <a:rPr b="1" i="0" lang="en" sz="1900" u="none" cap="none" strike="noStrike">
                <a:solidFill>
                  <a:srgbClr val="201515"/>
                </a:solidFill>
                <a:latin typeface="Inter"/>
                <a:ea typeface="Inter"/>
                <a:cs typeface="Inter"/>
                <a:sym typeface="Inter"/>
              </a:rPr>
              <a:t>step onboarding process automated</a:t>
            </a:r>
            <a:endParaRPr b="0" i="0" sz="1900" u="none" cap="none" strike="noStrike">
              <a:solidFill>
                <a:schemeClr val="dk1"/>
              </a:solidFill>
              <a:latin typeface="Inter"/>
              <a:ea typeface="Inter"/>
              <a:cs typeface="Inter"/>
              <a:sym typeface="Inter"/>
            </a:endParaRPr>
          </a:p>
        </p:txBody>
      </p:sp>
      <p:sp>
        <p:nvSpPr>
          <p:cNvPr id="1105" name="Google Shape;1105;g2d3c64ac7e6_8_398"/>
          <p:cNvSpPr/>
          <p:nvPr/>
        </p:nvSpPr>
        <p:spPr>
          <a:xfrm>
            <a:off x="4876805" y="1879602"/>
            <a:ext cx="3962404" cy="1384300"/>
          </a:xfrm>
          <a:prstGeom prst="roundRect">
            <a:avLst>
              <a:gd fmla="val 3468"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6" name="Google Shape;1106;g2d3c64ac7e6_8_398"/>
          <p:cNvSpPr/>
          <p:nvPr/>
        </p:nvSpPr>
        <p:spPr>
          <a:xfrm>
            <a:off x="5048255" y="2051052"/>
            <a:ext cx="1133476" cy="10414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107" name="Google Shape;1107;g2d3c64ac7e6_8_398"/>
          <p:cNvPicPr preferRelativeResize="0"/>
          <p:nvPr/>
        </p:nvPicPr>
        <p:blipFill rotWithShape="1">
          <a:blip r:embed="rId10">
            <a:alphaModFix/>
          </a:blip>
          <a:srcRect b="0" l="0" r="0" t="0"/>
          <a:stretch/>
        </p:blipFill>
        <p:spPr>
          <a:xfrm>
            <a:off x="5095880" y="2362200"/>
            <a:ext cx="419101" cy="419048"/>
          </a:xfrm>
          <a:prstGeom prst="rect">
            <a:avLst/>
          </a:prstGeom>
          <a:noFill/>
          <a:ln>
            <a:noFill/>
          </a:ln>
        </p:spPr>
      </p:pic>
      <p:pic>
        <p:nvPicPr>
          <p:cNvPr descr=" " id="1108" name="Google Shape;1108;g2d3c64ac7e6_8_398"/>
          <p:cNvPicPr preferRelativeResize="0"/>
          <p:nvPr/>
        </p:nvPicPr>
        <p:blipFill rotWithShape="1">
          <a:blip r:embed="rId11">
            <a:alphaModFix/>
          </a:blip>
          <a:srcRect b="0" l="0" r="0" t="0"/>
          <a:stretch/>
        </p:blipFill>
        <p:spPr>
          <a:xfrm>
            <a:off x="5183418" y="2429398"/>
            <a:ext cx="244476" cy="284603"/>
          </a:xfrm>
          <a:prstGeom prst="rect">
            <a:avLst/>
          </a:prstGeom>
          <a:noFill/>
          <a:ln>
            <a:noFill/>
          </a:ln>
        </p:spPr>
      </p:pic>
      <p:sp>
        <p:nvSpPr>
          <p:cNvPr id="1109" name="Google Shape;1109;g2d3c64ac7e6_8_398"/>
          <p:cNvSpPr/>
          <p:nvPr/>
        </p:nvSpPr>
        <p:spPr>
          <a:xfrm>
            <a:off x="5514980" y="2145506"/>
            <a:ext cx="619125" cy="8524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0" name="Google Shape;1110;g2d3c64ac7e6_8_398"/>
          <p:cNvSpPr/>
          <p:nvPr/>
        </p:nvSpPr>
        <p:spPr>
          <a:xfrm>
            <a:off x="5515205" y="2050206"/>
            <a:ext cx="809700" cy="1043100"/>
          </a:xfrm>
          <a:prstGeom prst="rect">
            <a:avLst/>
          </a:prstGeom>
          <a:noFill/>
          <a:ln>
            <a:noFill/>
          </a:ln>
        </p:spPr>
        <p:txBody>
          <a:bodyPr anchorCtr="0" anchor="ctr" bIns="0" lIns="0" spcFirstLastPara="1" rIns="0" wrap="square" tIns="0">
            <a:noAutofit/>
          </a:bodyPr>
          <a:lstStyle/>
          <a:p>
            <a:pPr indent="0" lvl="0" marL="0" marR="0" rtl="0" algn="l">
              <a:lnSpc>
                <a:spcPct val="149141"/>
              </a:lnSpc>
              <a:spcBef>
                <a:spcPts val="0"/>
              </a:spcBef>
              <a:spcAft>
                <a:spcPts val="0"/>
              </a:spcAft>
              <a:buClr>
                <a:srgbClr val="2B2358"/>
              </a:buClr>
              <a:buSzPts val="4500"/>
              <a:buFont typeface="Arial"/>
              <a:buNone/>
            </a:pPr>
            <a:r>
              <a:rPr b="1" i="0" lang="en" sz="4500" u="none" cap="none" strike="noStrike">
                <a:solidFill>
                  <a:srgbClr val="2B2358"/>
                </a:solidFill>
                <a:latin typeface="Inter"/>
                <a:ea typeface="Inter"/>
                <a:cs typeface="Inter"/>
                <a:sym typeface="Inter"/>
              </a:rPr>
              <a:t>30</a:t>
            </a:r>
            <a:endParaRPr b="1" i="0" sz="4500" u="none" cap="none" strike="noStrike">
              <a:solidFill>
                <a:schemeClr val="dk1"/>
              </a:solidFill>
              <a:latin typeface="Inter"/>
              <a:ea typeface="Inter"/>
              <a:cs typeface="Inter"/>
              <a:sym typeface="Inter"/>
            </a:endParaRPr>
          </a:p>
        </p:txBody>
      </p:sp>
      <p:sp>
        <p:nvSpPr>
          <p:cNvPr id="1111" name="Google Shape;1111;g2d3c64ac7e6_8_398"/>
          <p:cNvSpPr/>
          <p:nvPr/>
        </p:nvSpPr>
        <p:spPr>
          <a:xfrm>
            <a:off x="6353406" y="2216100"/>
            <a:ext cx="2397000" cy="711300"/>
          </a:xfrm>
          <a:prstGeom prst="rect">
            <a:avLst/>
          </a:prstGeom>
          <a:noFill/>
          <a:ln>
            <a:noFill/>
          </a:ln>
        </p:spPr>
        <p:txBody>
          <a:bodyPr anchorCtr="0" anchor="ctr" bIns="0" lIns="0" spcFirstLastPara="1" rIns="0" wrap="square" tIns="0">
            <a:noAutofit/>
          </a:bodyPr>
          <a:lstStyle/>
          <a:p>
            <a:pPr indent="0" lvl="0" marL="0" marR="0" rtl="0" algn="l">
              <a:lnSpc>
                <a:spcPct val="115384"/>
              </a:lnSpc>
              <a:spcBef>
                <a:spcPts val="0"/>
              </a:spcBef>
              <a:spcAft>
                <a:spcPts val="0"/>
              </a:spcAft>
              <a:buClr>
                <a:srgbClr val="201515"/>
              </a:buClr>
              <a:buSzPts val="1900"/>
              <a:buFont typeface="Play"/>
              <a:buNone/>
            </a:pPr>
            <a:r>
              <a:rPr b="1" i="0" lang="en" sz="1200" u="none" cap="none" strike="noStrike">
                <a:solidFill>
                  <a:srgbClr val="201515"/>
                </a:solidFill>
                <a:latin typeface="Inter"/>
                <a:ea typeface="Inter"/>
                <a:cs typeface="Inter"/>
                <a:sym typeface="Inter"/>
              </a:rPr>
              <a:t>minutes faster responses to support ticket</a:t>
            </a:r>
            <a:endParaRPr b="0" i="0" sz="1200" u="none" cap="none" strike="noStrike">
              <a:solidFill>
                <a:schemeClr val="dk1"/>
              </a:solidFill>
              <a:latin typeface="Inter"/>
              <a:ea typeface="Inter"/>
              <a:cs typeface="Inter"/>
              <a:sym typeface="Inter"/>
            </a:endParaRPr>
          </a:p>
        </p:txBody>
      </p:sp>
      <p:sp>
        <p:nvSpPr>
          <p:cNvPr id="1112" name="Google Shape;1112;g2d3c64ac7e6_8_398"/>
          <p:cNvSpPr/>
          <p:nvPr/>
        </p:nvSpPr>
        <p:spPr>
          <a:xfrm>
            <a:off x="4876805" y="3454398"/>
            <a:ext cx="3962404" cy="1384300"/>
          </a:xfrm>
          <a:prstGeom prst="roundRect">
            <a:avLst>
              <a:gd fmla="val 3468"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3" name="Google Shape;1113;g2d3c64ac7e6_8_398"/>
          <p:cNvSpPr/>
          <p:nvPr/>
        </p:nvSpPr>
        <p:spPr>
          <a:xfrm>
            <a:off x="5048255" y="3746497"/>
            <a:ext cx="3619503" cy="8001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4" name="Google Shape;1114;g2d3c64ac7e6_8_398"/>
          <p:cNvSpPr/>
          <p:nvPr/>
        </p:nvSpPr>
        <p:spPr>
          <a:xfrm>
            <a:off x="5048255" y="3746497"/>
            <a:ext cx="3619503" cy="8001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5" name="Google Shape;1115;g2d3c64ac7e6_8_398"/>
          <p:cNvSpPr/>
          <p:nvPr/>
        </p:nvSpPr>
        <p:spPr>
          <a:xfrm>
            <a:off x="5048255" y="3898897"/>
            <a:ext cx="3619503" cy="4953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6" name="Google Shape;1116;g2d3c64ac7e6_8_398"/>
          <p:cNvSpPr/>
          <p:nvPr/>
        </p:nvSpPr>
        <p:spPr>
          <a:xfrm>
            <a:off x="5048255" y="3898897"/>
            <a:ext cx="3619503" cy="485775"/>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7" name="Google Shape;1117;g2d3c64ac7e6_8_398"/>
          <p:cNvSpPr/>
          <p:nvPr/>
        </p:nvSpPr>
        <p:spPr>
          <a:xfrm>
            <a:off x="5048255" y="3898897"/>
            <a:ext cx="3648078" cy="323850"/>
          </a:xfrm>
          <a:prstGeom prst="rect">
            <a:avLst/>
          </a:prstGeom>
          <a:noFill/>
          <a:ln>
            <a:noFill/>
          </a:ln>
        </p:spPr>
        <p:txBody>
          <a:bodyPr anchorCtr="0" anchor="t" bIns="0" lIns="0" spcFirstLastPara="1" rIns="0" wrap="square" tIns="0">
            <a:noAutofit/>
          </a:bodyPr>
          <a:lstStyle/>
          <a:p>
            <a:pPr indent="0" lvl="0" marL="0" marR="0" rtl="0" algn="l">
              <a:lnSpc>
                <a:spcPct val="172222"/>
              </a:lnSpc>
              <a:spcBef>
                <a:spcPts val="0"/>
              </a:spcBef>
              <a:spcAft>
                <a:spcPts val="0"/>
              </a:spcAft>
              <a:buClr>
                <a:srgbClr val="2D2E2E"/>
              </a:buClr>
              <a:buSzPts val="700"/>
              <a:buFont typeface="Inter"/>
              <a:buNone/>
            </a:pPr>
            <a:r>
              <a:rPr b="1" i="0" lang="en" sz="700" u="none" cap="none" strike="noStrike">
                <a:solidFill>
                  <a:srgbClr val="2D2E2E"/>
                </a:solidFill>
                <a:latin typeface="Inter"/>
                <a:ea typeface="Inter"/>
                <a:cs typeface="Inter"/>
                <a:sym typeface="Inter"/>
              </a:rPr>
              <a:t>“Zapier is integrated into almost every aspect of my company in some way, shape, or form.”</a:t>
            </a:r>
            <a:endParaRPr b="0" i="0" sz="700" u="none" cap="none" strike="noStrike">
              <a:solidFill>
                <a:schemeClr val="dk1"/>
              </a:solidFill>
              <a:latin typeface="Inter"/>
              <a:ea typeface="Inter"/>
              <a:cs typeface="Inter"/>
              <a:sym typeface="Inter"/>
            </a:endParaRPr>
          </a:p>
        </p:txBody>
      </p:sp>
      <p:sp>
        <p:nvSpPr>
          <p:cNvPr id="1118" name="Google Shape;1118;g2d3c64ac7e6_8_398"/>
          <p:cNvSpPr/>
          <p:nvPr/>
        </p:nvSpPr>
        <p:spPr>
          <a:xfrm>
            <a:off x="5048255" y="4289422"/>
            <a:ext cx="2003427" cy="117475"/>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2D2E2E"/>
              </a:buClr>
              <a:buSzPts val="500"/>
              <a:buFont typeface="Inter"/>
              <a:buNone/>
            </a:pPr>
            <a:r>
              <a:rPr b="0" i="0" lang="en" sz="500" u="none" cap="none" strike="noStrike">
                <a:solidFill>
                  <a:srgbClr val="2D2E2E"/>
                </a:solidFill>
                <a:latin typeface="Inter"/>
                <a:ea typeface="Inter"/>
                <a:cs typeface="Inter"/>
                <a:sym typeface="Inter"/>
              </a:rPr>
              <a:t>Dan Dorato-Hankins, Chief Technology Officer at Vector Media</a:t>
            </a:r>
            <a:endParaRPr b="0" i="0" sz="500" u="none" cap="none" strike="noStrike">
              <a:solidFill>
                <a:schemeClr val="dk1"/>
              </a:solidFill>
              <a:latin typeface="Inter"/>
              <a:ea typeface="Inter"/>
              <a:cs typeface="Inter"/>
              <a:sym typeface="Inter"/>
            </a:endParaRPr>
          </a:p>
        </p:txBody>
      </p:sp>
      <p:sp>
        <p:nvSpPr>
          <p:cNvPr id="1119" name="Google Shape;1119;g2d3c64ac7e6_8_398"/>
          <p:cNvSpPr/>
          <p:nvPr/>
        </p:nvSpPr>
        <p:spPr>
          <a:xfrm>
            <a:off x="238125" y="4829175"/>
            <a:ext cx="3433766" cy="2286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0" name="Google Shape;1120;g2d3c64ac7e6_8_398"/>
          <p:cNvSpPr/>
          <p:nvPr/>
        </p:nvSpPr>
        <p:spPr>
          <a:xfrm>
            <a:off x="238125" y="4803775"/>
            <a:ext cx="3459166" cy="254000"/>
          </a:xfrm>
          <a:prstGeom prst="rect">
            <a:avLst/>
          </a:prstGeom>
          <a:noFill/>
          <a:ln>
            <a:noFill/>
          </a:ln>
        </p:spPr>
        <p:txBody>
          <a:bodyPr anchorCtr="0" anchor="b" bIns="0" lIns="0" spcFirstLastPara="1" rIns="0" wrap="square" tIns="0">
            <a:noAutofit/>
          </a:bodyPr>
          <a:lstStyle/>
          <a:p>
            <a:pPr indent="0" lvl="0" marL="0" marR="0" rtl="0" algn="l">
              <a:lnSpc>
                <a:spcPct val="150000"/>
              </a:lnSpc>
              <a:spcBef>
                <a:spcPts val="0"/>
              </a:spcBef>
              <a:spcAft>
                <a:spcPts val="0"/>
              </a:spcAft>
              <a:buClr>
                <a:srgbClr val="3D4592"/>
              </a:buClr>
              <a:buSzPts val="600"/>
              <a:buFont typeface="Inter"/>
              <a:buNone/>
            </a:pPr>
            <a:r>
              <a:rPr b="0" i="0" lang="en" sz="600" u="none" cap="none" strike="noStrike">
                <a:solidFill>
                  <a:srgbClr val="3D4592"/>
                </a:solidFill>
                <a:latin typeface="Inter"/>
                <a:ea typeface="Inter"/>
                <a:cs typeface="Inter"/>
                <a:sym typeface="Inter"/>
              </a:rPr>
              <a:t>🔗 Read the full customer story →</a:t>
            </a:r>
            <a:endParaRPr b="0" i="0" sz="6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25" name="Shape 1125"/>
        <p:cNvGrpSpPr/>
        <p:nvPr/>
      </p:nvGrpSpPr>
      <p:grpSpPr>
        <a:xfrm>
          <a:off x="0" y="0"/>
          <a:ext cx="0" cy="0"/>
          <a:chOff x="0" y="0"/>
          <a:chExt cx="0" cy="0"/>
        </a:xfrm>
      </p:grpSpPr>
      <p:pic>
        <p:nvPicPr>
          <p:cNvPr descr=" " id="1126" name="Google Shape;1126;g2d3c64ac7e6_8_459"/>
          <p:cNvPicPr preferRelativeResize="0"/>
          <p:nvPr/>
        </p:nvPicPr>
        <p:blipFill rotWithShape="1">
          <a:blip r:embed="rId3">
            <a:alphaModFix/>
          </a:blip>
          <a:srcRect b="0" l="0" r="0" t="0"/>
          <a:stretch/>
        </p:blipFill>
        <p:spPr>
          <a:xfrm>
            <a:off x="0" y="0"/>
            <a:ext cx="9144009" cy="5142862"/>
          </a:xfrm>
          <a:prstGeom prst="rect">
            <a:avLst/>
          </a:prstGeom>
          <a:noFill/>
          <a:ln>
            <a:noFill/>
          </a:ln>
        </p:spPr>
      </p:pic>
      <p:sp>
        <p:nvSpPr>
          <p:cNvPr id="1127" name="Google Shape;1127;g2d3c64ac7e6_8_459"/>
          <p:cNvSpPr/>
          <p:nvPr/>
        </p:nvSpPr>
        <p:spPr>
          <a:xfrm>
            <a:off x="238125" y="1143000"/>
            <a:ext cx="4205292" cy="142875"/>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8" name="Google Shape;1128;g2d3c64ac7e6_8_459"/>
          <p:cNvSpPr/>
          <p:nvPr/>
        </p:nvSpPr>
        <p:spPr>
          <a:xfrm>
            <a:off x="238125" y="1143000"/>
            <a:ext cx="766763" cy="142875"/>
          </a:xfrm>
          <a:prstGeom prst="roundRect">
            <a:avLst>
              <a:gd fmla="val 333600" name="adj"/>
            </a:avLst>
          </a:prstGeom>
          <a:solidFill>
            <a:srgbClr val="FF4F00"/>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9" name="Google Shape;1129;g2d3c64ac7e6_8_459"/>
          <p:cNvSpPr/>
          <p:nvPr/>
        </p:nvSpPr>
        <p:spPr>
          <a:xfrm>
            <a:off x="263525" y="1144587"/>
            <a:ext cx="715963"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FFFDF9"/>
              </a:buClr>
              <a:buSzPts val="600"/>
              <a:buFont typeface="Inter"/>
              <a:buNone/>
            </a:pPr>
            <a:r>
              <a:rPr b="1" i="0" lang="en" sz="600" u="none" cap="none" strike="noStrike">
                <a:solidFill>
                  <a:srgbClr val="FFFDF9"/>
                </a:solidFill>
                <a:latin typeface="Inter"/>
                <a:ea typeface="Inter"/>
                <a:cs typeface="Inter"/>
                <a:sym typeface="Inter"/>
              </a:rPr>
              <a:t>Lead management</a:t>
            </a:r>
            <a:endParaRPr b="0" i="0" sz="600" u="none" cap="none" strike="noStrike">
              <a:solidFill>
                <a:schemeClr val="dk1"/>
              </a:solidFill>
              <a:latin typeface="Inter"/>
              <a:ea typeface="Inter"/>
              <a:cs typeface="Inter"/>
              <a:sym typeface="Inter"/>
            </a:endParaRPr>
          </a:p>
        </p:txBody>
      </p:sp>
      <p:sp>
        <p:nvSpPr>
          <p:cNvPr id="1130" name="Google Shape;1130;g2d3c64ac7e6_8_459"/>
          <p:cNvSpPr/>
          <p:nvPr/>
        </p:nvSpPr>
        <p:spPr>
          <a:xfrm>
            <a:off x="1100139" y="1143000"/>
            <a:ext cx="1152526" cy="142875"/>
          </a:xfrm>
          <a:prstGeom prst="roundRect">
            <a:avLst>
              <a:gd fmla="val 333600" name="adj"/>
            </a:avLst>
          </a:prstGeom>
          <a:solidFill>
            <a:srgbClr val="FF4F00"/>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1" name="Google Shape;1131;g2d3c64ac7e6_8_459"/>
          <p:cNvSpPr/>
          <p:nvPr/>
        </p:nvSpPr>
        <p:spPr>
          <a:xfrm>
            <a:off x="1125539" y="1144587"/>
            <a:ext cx="1101726"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FFFDF9"/>
              </a:buClr>
              <a:buSzPts val="600"/>
              <a:buFont typeface="Inter"/>
              <a:buNone/>
            </a:pPr>
            <a:r>
              <a:rPr b="1" i="0" lang="en" sz="600" u="none" cap="none" strike="noStrike">
                <a:solidFill>
                  <a:srgbClr val="FFFDF9"/>
                </a:solidFill>
                <a:latin typeface="Inter"/>
                <a:ea typeface="Inter"/>
                <a:cs typeface="Inter"/>
                <a:sym typeface="Inter"/>
              </a:rPr>
              <a:t>Advertising list management</a:t>
            </a:r>
            <a:endParaRPr b="0" i="0" sz="600" u="none" cap="none" strike="noStrike">
              <a:solidFill>
                <a:schemeClr val="dk1"/>
              </a:solidFill>
              <a:latin typeface="Inter"/>
              <a:ea typeface="Inter"/>
              <a:cs typeface="Inter"/>
              <a:sym typeface="Inter"/>
            </a:endParaRPr>
          </a:p>
        </p:txBody>
      </p:sp>
      <p:sp>
        <p:nvSpPr>
          <p:cNvPr id="1132" name="Google Shape;1132;g2d3c64ac7e6_8_459"/>
          <p:cNvSpPr/>
          <p:nvPr/>
        </p:nvSpPr>
        <p:spPr>
          <a:xfrm>
            <a:off x="2347915" y="1143000"/>
            <a:ext cx="1081088" cy="142875"/>
          </a:xfrm>
          <a:prstGeom prst="roundRect">
            <a:avLst>
              <a:gd fmla="val 333600" name="adj"/>
            </a:avLst>
          </a:prstGeom>
          <a:solidFill>
            <a:srgbClr val="CDE4E1"/>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3" name="Google Shape;1133;g2d3c64ac7e6_8_459"/>
          <p:cNvSpPr/>
          <p:nvPr/>
        </p:nvSpPr>
        <p:spPr>
          <a:xfrm>
            <a:off x="2373315" y="1144587"/>
            <a:ext cx="1030289"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403F3E"/>
              </a:buClr>
              <a:buSzPts val="600"/>
              <a:buFont typeface="Inter"/>
              <a:buNone/>
            </a:pPr>
            <a:r>
              <a:rPr b="1" i="0" lang="en" sz="600" u="none" cap="none" strike="noStrike">
                <a:solidFill>
                  <a:srgbClr val="403F3E"/>
                </a:solidFill>
                <a:latin typeface="Inter"/>
                <a:ea typeface="Inter"/>
                <a:cs typeface="Inter"/>
                <a:sym typeface="Inter"/>
              </a:rPr>
              <a:t>Company size: Mid-market</a:t>
            </a:r>
            <a:endParaRPr b="0" i="0" sz="600" u="none" cap="none" strike="noStrike">
              <a:solidFill>
                <a:schemeClr val="dk1"/>
              </a:solidFill>
              <a:latin typeface="Inter"/>
              <a:ea typeface="Inter"/>
              <a:cs typeface="Inter"/>
              <a:sym typeface="Inter"/>
            </a:endParaRPr>
          </a:p>
        </p:txBody>
      </p:sp>
      <p:sp>
        <p:nvSpPr>
          <p:cNvPr id="1134" name="Google Shape;1134;g2d3c64ac7e6_8_459"/>
          <p:cNvSpPr/>
          <p:nvPr/>
        </p:nvSpPr>
        <p:spPr>
          <a:xfrm>
            <a:off x="3524253" y="1143000"/>
            <a:ext cx="919163" cy="142875"/>
          </a:xfrm>
          <a:prstGeom prst="roundRect">
            <a:avLst>
              <a:gd fmla="val 333600" name="adj"/>
            </a:avLst>
          </a:prstGeom>
          <a:solidFill>
            <a:srgbClr val="C1B7F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5" name="Google Shape;1135;g2d3c64ac7e6_8_459"/>
          <p:cNvSpPr/>
          <p:nvPr/>
        </p:nvSpPr>
        <p:spPr>
          <a:xfrm>
            <a:off x="3549654" y="1144587"/>
            <a:ext cx="868363"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403F3E"/>
              </a:buClr>
              <a:buSzPts val="600"/>
              <a:buFont typeface="Inter"/>
              <a:buNone/>
            </a:pPr>
            <a:r>
              <a:rPr b="1" i="0" lang="en" sz="600" u="none" cap="none" strike="noStrike">
                <a:solidFill>
                  <a:srgbClr val="403F3E"/>
                </a:solidFill>
                <a:latin typeface="Inter"/>
                <a:ea typeface="Inter"/>
                <a:cs typeface="Inter"/>
                <a:sym typeface="Inter"/>
              </a:rPr>
              <a:t>Consumer Technology</a:t>
            </a:r>
            <a:endParaRPr b="0" i="0" sz="600" u="none" cap="none" strike="noStrike">
              <a:solidFill>
                <a:schemeClr val="dk1"/>
              </a:solidFill>
              <a:latin typeface="Inter"/>
              <a:ea typeface="Inter"/>
              <a:cs typeface="Inter"/>
              <a:sym typeface="Inter"/>
            </a:endParaRPr>
          </a:p>
        </p:txBody>
      </p:sp>
      <p:sp>
        <p:nvSpPr>
          <p:cNvPr id="1136" name="Google Shape;1136;g2d3c64ac7e6_8_459"/>
          <p:cNvSpPr/>
          <p:nvPr/>
        </p:nvSpPr>
        <p:spPr>
          <a:xfrm>
            <a:off x="238125" y="238125"/>
            <a:ext cx="3305178" cy="7620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7" name="Google Shape;1137;g2d3c64ac7e6_8_459"/>
          <p:cNvSpPr/>
          <p:nvPr/>
        </p:nvSpPr>
        <p:spPr>
          <a:xfrm>
            <a:off x="238125" y="238125"/>
            <a:ext cx="3336928" cy="269875"/>
          </a:xfrm>
          <a:prstGeom prst="rect">
            <a:avLst/>
          </a:prstGeom>
          <a:noFill/>
          <a:ln>
            <a:noFill/>
          </a:ln>
        </p:spPr>
        <p:txBody>
          <a:bodyPr anchorCtr="0" anchor="t" bIns="0" lIns="0" spcFirstLastPara="1" rIns="0" wrap="square" tIns="0">
            <a:noAutofit/>
          </a:bodyPr>
          <a:lstStyle/>
          <a:p>
            <a:pPr indent="0" lvl="0" marL="0" marR="0" rtl="0" algn="l">
              <a:lnSpc>
                <a:spcPct val="250000"/>
              </a:lnSpc>
              <a:spcBef>
                <a:spcPts val="0"/>
              </a:spcBef>
              <a:spcAft>
                <a:spcPts val="0"/>
              </a:spcAft>
              <a:buClr>
                <a:srgbClr val="201515"/>
              </a:buClr>
              <a:buSzPts val="700"/>
              <a:buFont typeface="Play"/>
              <a:buNone/>
            </a:pPr>
            <a:r>
              <a:rPr b="0" i="0" lang="en" sz="700" u="none" cap="none" strike="noStrike">
                <a:solidFill>
                  <a:srgbClr val="201515"/>
                </a:solidFill>
                <a:latin typeface="Inter"/>
                <a:ea typeface="Inter"/>
                <a:cs typeface="Inter"/>
                <a:sym typeface="Inter"/>
              </a:rPr>
              <a:t>CUSTOMER SUCCESS STORY</a:t>
            </a:r>
            <a:endParaRPr b="0" i="0" sz="700" u="none" cap="none" strike="noStrike">
              <a:solidFill>
                <a:schemeClr val="dk1"/>
              </a:solidFill>
              <a:latin typeface="Inter"/>
              <a:ea typeface="Inter"/>
              <a:cs typeface="Inter"/>
              <a:sym typeface="Inter"/>
            </a:endParaRPr>
          </a:p>
        </p:txBody>
      </p:sp>
      <p:sp>
        <p:nvSpPr>
          <p:cNvPr id="1138" name="Google Shape;1138;g2d3c64ac7e6_8_459"/>
          <p:cNvSpPr/>
          <p:nvPr/>
        </p:nvSpPr>
        <p:spPr>
          <a:xfrm>
            <a:off x="238125" y="428625"/>
            <a:ext cx="2819403"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9" name="Google Shape;1139;g2d3c64ac7e6_8_459"/>
          <p:cNvSpPr/>
          <p:nvPr/>
        </p:nvSpPr>
        <p:spPr>
          <a:xfrm>
            <a:off x="238125" y="428625"/>
            <a:ext cx="1366839"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140" name="Google Shape;1140;g2d3c64ac7e6_8_459"/>
          <p:cNvPicPr preferRelativeResize="0"/>
          <p:nvPr/>
        </p:nvPicPr>
        <p:blipFill rotWithShape="1">
          <a:blip r:embed="rId4">
            <a:alphaModFix/>
          </a:blip>
          <a:srcRect b="0" l="0" r="0" t="0"/>
          <a:stretch/>
        </p:blipFill>
        <p:spPr>
          <a:xfrm>
            <a:off x="238125" y="428625"/>
            <a:ext cx="1366839" cy="571429"/>
          </a:xfrm>
          <a:prstGeom prst="rect">
            <a:avLst/>
          </a:prstGeom>
          <a:noFill/>
          <a:ln>
            <a:noFill/>
          </a:ln>
        </p:spPr>
      </p:pic>
      <p:pic>
        <p:nvPicPr>
          <p:cNvPr descr=" " id="1141" name="Google Shape;1141;g2d3c64ac7e6_8_459"/>
          <p:cNvPicPr preferRelativeResize="0"/>
          <p:nvPr/>
        </p:nvPicPr>
        <p:blipFill rotWithShape="1">
          <a:blip r:embed="rId5">
            <a:alphaModFix/>
          </a:blip>
          <a:srcRect b="0" l="0" r="0" t="0"/>
          <a:stretch/>
        </p:blipFill>
        <p:spPr>
          <a:xfrm>
            <a:off x="1652589" y="428625"/>
            <a:ext cx="9525" cy="571429"/>
          </a:xfrm>
          <a:prstGeom prst="rect">
            <a:avLst/>
          </a:prstGeom>
          <a:noFill/>
          <a:ln>
            <a:noFill/>
          </a:ln>
        </p:spPr>
      </p:pic>
      <p:sp>
        <p:nvSpPr>
          <p:cNvPr id="1142" name="Google Shape;1142;g2d3c64ac7e6_8_459"/>
          <p:cNvSpPr/>
          <p:nvPr/>
        </p:nvSpPr>
        <p:spPr>
          <a:xfrm>
            <a:off x="1709739" y="428625"/>
            <a:ext cx="1347789"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143" name="Google Shape;1143;g2d3c64ac7e6_8_459"/>
          <p:cNvPicPr preferRelativeResize="0"/>
          <p:nvPr/>
        </p:nvPicPr>
        <p:blipFill rotWithShape="1">
          <a:blip r:embed="rId6">
            <a:alphaModFix/>
          </a:blip>
          <a:srcRect b="0" l="0" r="0" t="0"/>
          <a:stretch/>
        </p:blipFill>
        <p:spPr>
          <a:xfrm>
            <a:off x="1709739" y="523875"/>
            <a:ext cx="1347789" cy="380953"/>
          </a:xfrm>
          <a:prstGeom prst="rect">
            <a:avLst/>
          </a:prstGeom>
          <a:noFill/>
          <a:ln>
            <a:noFill/>
          </a:ln>
        </p:spPr>
      </p:pic>
      <p:sp>
        <p:nvSpPr>
          <p:cNvPr id="1144" name="Google Shape;1144;g2d3c64ac7e6_8_459"/>
          <p:cNvSpPr/>
          <p:nvPr/>
        </p:nvSpPr>
        <p:spPr>
          <a:xfrm>
            <a:off x="238125" y="1524000"/>
            <a:ext cx="1738314" cy="489916"/>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5" name="Google Shape;1145;g2d3c64ac7e6_8_459"/>
          <p:cNvSpPr/>
          <p:nvPr/>
        </p:nvSpPr>
        <p:spPr>
          <a:xfrm>
            <a:off x="238125"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6" name="Google Shape;1146;g2d3c64ac7e6_8_459"/>
          <p:cNvSpPr/>
          <p:nvPr/>
        </p:nvSpPr>
        <p:spPr>
          <a:xfrm>
            <a:off x="238125"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147" name="Google Shape;1147;g2d3c64ac7e6_8_459"/>
          <p:cNvPicPr preferRelativeResize="0"/>
          <p:nvPr/>
        </p:nvPicPr>
        <p:blipFill rotWithShape="1">
          <a:blip r:embed="rId7">
            <a:alphaModFix/>
          </a:blip>
          <a:srcRect b="0" l="0" r="0" t="0"/>
          <a:stretch/>
        </p:blipFill>
        <p:spPr>
          <a:xfrm>
            <a:off x="285750" y="1571625"/>
            <a:ext cx="285750" cy="285715"/>
          </a:xfrm>
          <a:prstGeom prst="rect">
            <a:avLst/>
          </a:prstGeom>
          <a:noFill/>
          <a:ln>
            <a:noFill/>
          </a:ln>
        </p:spPr>
      </p:pic>
      <p:pic>
        <p:nvPicPr>
          <p:cNvPr descr=" " id="1148" name="Google Shape;1148;g2d3c64ac7e6_8_459"/>
          <p:cNvPicPr preferRelativeResize="0"/>
          <p:nvPr/>
        </p:nvPicPr>
        <p:blipFill rotWithShape="1">
          <a:blip r:embed="rId8">
            <a:alphaModFix/>
          </a:blip>
          <a:srcRect b="0" l="0" r="0" t="0"/>
          <a:stretch/>
        </p:blipFill>
        <p:spPr>
          <a:xfrm>
            <a:off x="642938" y="1500188"/>
            <a:ext cx="476251" cy="476191"/>
          </a:xfrm>
          <a:prstGeom prst="rect">
            <a:avLst/>
          </a:prstGeom>
          <a:noFill/>
          <a:ln>
            <a:noFill/>
          </a:ln>
        </p:spPr>
      </p:pic>
      <p:sp>
        <p:nvSpPr>
          <p:cNvPr id="1149" name="Google Shape;1149;g2d3c64ac7e6_8_459"/>
          <p:cNvSpPr/>
          <p:nvPr/>
        </p:nvSpPr>
        <p:spPr>
          <a:xfrm>
            <a:off x="690563"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150" name="Google Shape;1150;g2d3c64ac7e6_8_459"/>
          <p:cNvPicPr preferRelativeResize="0"/>
          <p:nvPr/>
        </p:nvPicPr>
        <p:blipFill rotWithShape="1">
          <a:blip r:embed="rId9">
            <a:alphaModFix/>
          </a:blip>
          <a:srcRect b="0" l="0" r="0" t="0"/>
          <a:stretch/>
        </p:blipFill>
        <p:spPr>
          <a:xfrm>
            <a:off x="738188" y="1571625"/>
            <a:ext cx="285750" cy="285715"/>
          </a:xfrm>
          <a:prstGeom prst="rect">
            <a:avLst/>
          </a:prstGeom>
          <a:noFill/>
          <a:ln>
            <a:noFill/>
          </a:ln>
        </p:spPr>
      </p:pic>
      <p:sp>
        <p:nvSpPr>
          <p:cNvPr id="1151" name="Google Shape;1151;g2d3c64ac7e6_8_459"/>
          <p:cNvSpPr/>
          <p:nvPr/>
        </p:nvSpPr>
        <p:spPr>
          <a:xfrm>
            <a:off x="1143001"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2" name="Google Shape;1152;g2d3c64ac7e6_8_459"/>
          <p:cNvSpPr/>
          <p:nvPr/>
        </p:nvSpPr>
        <p:spPr>
          <a:xfrm>
            <a:off x="1143001"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153" name="Google Shape;1153;g2d3c64ac7e6_8_459"/>
          <p:cNvPicPr preferRelativeResize="0"/>
          <p:nvPr/>
        </p:nvPicPr>
        <p:blipFill rotWithShape="1">
          <a:blip r:embed="rId10">
            <a:alphaModFix/>
          </a:blip>
          <a:srcRect b="0" l="0" r="0" t="0"/>
          <a:stretch/>
        </p:blipFill>
        <p:spPr>
          <a:xfrm>
            <a:off x="1190626" y="1571625"/>
            <a:ext cx="285750" cy="285715"/>
          </a:xfrm>
          <a:prstGeom prst="rect">
            <a:avLst/>
          </a:prstGeom>
          <a:noFill/>
          <a:ln>
            <a:noFill/>
          </a:ln>
        </p:spPr>
      </p:pic>
      <p:sp>
        <p:nvSpPr>
          <p:cNvPr id="1154" name="Google Shape;1154;g2d3c64ac7e6_8_459"/>
          <p:cNvSpPr/>
          <p:nvPr/>
        </p:nvSpPr>
        <p:spPr>
          <a:xfrm>
            <a:off x="1595439"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5" name="Google Shape;1155;g2d3c64ac7e6_8_459"/>
          <p:cNvSpPr/>
          <p:nvPr/>
        </p:nvSpPr>
        <p:spPr>
          <a:xfrm>
            <a:off x="1595439"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156" name="Google Shape;1156;g2d3c64ac7e6_8_459"/>
          <p:cNvPicPr preferRelativeResize="0"/>
          <p:nvPr/>
        </p:nvPicPr>
        <p:blipFill rotWithShape="1">
          <a:blip r:embed="rId11">
            <a:alphaModFix/>
          </a:blip>
          <a:srcRect b="0" l="0" r="0" t="0"/>
          <a:stretch/>
        </p:blipFill>
        <p:spPr>
          <a:xfrm>
            <a:off x="1643064" y="1571625"/>
            <a:ext cx="285750" cy="285715"/>
          </a:xfrm>
          <a:prstGeom prst="rect">
            <a:avLst/>
          </a:prstGeom>
          <a:noFill/>
          <a:ln>
            <a:noFill/>
          </a:ln>
        </p:spPr>
      </p:pic>
      <p:sp>
        <p:nvSpPr>
          <p:cNvPr id="1157" name="Google Shape;1157;g2d3c64ac7e6_8_459"/>
          <p:cNvSpPr/>
          <p:nvPr/>
        </p:nvSpPr>
        <p:spPr>
          <a:xfrm>
            <a:off x="238125" y="2252041"/>
            <a:ext cx="4095754" cy="10429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8" name="Google Shape;1158;g2d3c64ac7e6_8_459"/>
          <p:cNvSpPr/>
          <p:nvPr/>
        </p:nvSpPr>
        <p:spPr>
          <a:xfrm>
            <a:off x="238125" y="2201241"/>
            <a:ext cx="546101" cy="217488"/>
          </a:xfrm>
          <a:prstGeom prst="rect">
            <a:avLst/>
          </a:prstGeom>
          <a:noFill/>
          <a:ln>
            <a:noFill/>
          </a:ln>
        </p:spPr>
        <p:txBody>
          <a:bodyPr anchorCtr="0" anchor="b" bIns="0" lIns="0" spcFirstLastPara="1" rIns="0" wrap="square" tIns="0">
            <a:noAutofit/>
          </a:bodyPr>
          <a:lstStyle/>
          <a:p>
            <a:pPr indent="0" lvl="0" marL="0" marR="0" rtl="0" algn="l">
              <a:lnSpc>
                <a:spcPct val="109375"/>
              </a:lnSpc>
              <a:spcBef>
                <a:spcPts val="0"/>
              </a:spcBef>
              <a:spcAft>
                <a:spcPts val="0"/>
              </a:spcAft>
              <a:buClr>
                <a:srgbClr val="000000"/>
              </a:buClr>
              <a:buSzPts val="1200"/>
              <a:buFont typeface="Inter"/>
              <a:buNone/>
            </a:pPr>
            <a:r>
              <a:rPr b="1" i="0" lang="en" sz="1200" u="none" cap="none" strike="noStrike">
                <a:solidFill>
                  <a:srgbClr val="000000"/>
                </a:solidFill>
                <a:latin typeface="Inter"/>
                <a:ea typeface="Inter"/>
                <a:cs typeface="Inter"/>
                <a:sym typeface="Inter"/>
              </a:rPr>
              <a:t>Before </a:t>
            </a:r>
            <a:endParaRPr b="0" i="0" sz="1200" u="none" cap="none" strike="noStrike">
              <a:solidFill>
                <a:schemeClr val="dk1"/>
              </a:solidFill>
              <a:latin typeface="Inter"/>
              <a:ea typeface="Inter"/>
              <a:cs typeface="Inter"/>
              <a:sym typeface="Inter"/>
            </a:endParaRPr>
          </a:p>
        </p:txBody>
      </p:sp>
      <p:sp>
        <p:nvSpPr>
          <p:cNvPr id="1159" name="Google Shape;1159;g2d3c64ac7e6_8_459"/>
          <p:cNvSpPr/>
          <p:nvPr/>
        </p:nvSpPr>
        <p:spPr>
          <a:xfrm>
            <a:off x="238125" y="2456829"/>
            <a:ext cx="3579816" cy="346075"/>
          </a:xfrm>
          <a:prstGeom prst="rect">
            <a:avLst/>
          </a:prstGeom>
          <a:noFill/>
          <a:ln>
            <a:noFill/>
          </a:ln>
        </p:spPr>
        <p:txBody>
          <a:bodyPr anchorCtr="0" anchor="t"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Valuable hours spent downloading lead list and enrolling in email campaigns.</a:t>
            </a:r>
            <a:endParaRPr b="0" i="0" sz="1000" u="none" cap="none" strike="noStrike">
              <a:solidFill>
                <a:schemeClr val="dk1"/>
              </a:solidFill>
              <a:latin typeface="Inter"/>
              <a:ea typeface="Inter"/>
              <a:cs typeface="Inter"/>
              <a:sym typeface="Inter"/>
            </a:endParaRPr>
          </a:p>
        </p:txBody>
      </p:sp>
      <p:sp>
        <p:nvSpPr>
          <p:cNvPr id="1160" name="Google Shape;1160;g2d3c64ac7e6_8_459"/>
          <p:cNvSpPr/>
          <p:nvPr/>
        </p:nvSpPr>
        <p:spPr>
          <a:xfrm>
            <a:off x="238125" y="2799729"/>
            <a:ext cx="3579816" cy="346075"/>
          </a:xfrm>
          <a:prstGeom prst="rect">
            <a:avLst/>
          </a:prstGeom>
          <a:noFill/>
          <a:ln>
            <a:noFill/>
          </a:ln>
        </p:spPr>
        <p:txBody>
          <a:bodyPr anchorCtr="0" anchor="t"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Difficult to identify high quality leads—making it challenging to prioritize them.</a:t>
            </a:r>
            <a:endParaRPr b="0" i="0" sz="1000" u="none" cap="none" strike="noStrike">
              <a:solidFill>
                <a:schemeClr val="dk1"/>
              </a:solidFill>
              <a:latin typeface="Inter"/>
              <a:ea typeface="Inter"/>
              <a:cs typeface="Inter"/>
              <a:sym typeface="Inter"/>
            </a:endParaRPr>
          </a:p>
        </p:txBody>
      </p:sp>
      <p:sp>
        <p:nvSpPr>
          <p:cNvPr id="1161" name="Google Shape;1161;g2d3c64ac7e6_8_459"/>
          <p:cNvSpPr/>
          <p:nvPr/>
        </p:nvSpPr>
        <p:spPr>
          <a:xfrm>
            <a:off x="238125" y="3142629"/>
            <a:ext cx="3579816" cy="193675"/>
          </a:xfrm>
          <a:prstGeom prst="rect">
            <a:avLst/>
          </a:prstGeom>
          <a:noFill/>
          <a:ln>
            <a:noFill/>
          </a:ln>
        </p:spPr>
        <p:txBody>
          <a:bodyPr anchorCtr="0" anchor="t"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Not enough resources to customize purchasing journeys. </a:t>
            </a:r>
            <a:endParaRPr b="0" i="0" sz="1000" u="none" cap="none" strike="noStrike">
              <a:solidFill>
                <a:schemeClr val="dk1"/>
              </a:solidFill>
              <a:latin typeface="Inter"/>
              <a:ea typeface="Inter"/>
              <a:cs typeface="Inter"/>
              <a:sym typeface="Inter"/>
            </a:endParaRPr>
          </a:p>
        </p:txBody>
      </p:sp>
      <p:sp>
        <p:nvSpPr>
          <p:cNvPr id="1162" name="Google Shape;1162;g2d3c64ac7e6_8_459"/>
          <p:cNvSpPr/>
          <p:nvPr/>
        </p:nvSpPr>
        <p:spPr>
          <a:xfrm>
            <a:off x="238125" y="3533154"/>
            <a:ext cx="4095754" cy="7381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3" name="Google Shape;1163;g2d3c64ac7e6_8_459"/>
          <p:cNvSpPr/>
          <p:nvPr/>
        </p:nvSpPr>
        <p:spPr>
          <a:xfrm>
            <a:off x="238125" y="3482353"/>
            <a:ext cx="1722671" cy="217488"/>
          </a:xfrm>
          <a:prstGeom prst="rect">
            <a:avLst/>
          </a:prstGeom>
          <a:noFill/>
          <a:ln>
            <a:noFill/>
          </a:ln>
        </p:spPr>
        <p:txBody>
          <a:bodyPr anchorCtr="0" anchor="b" bIns="0" lIns="0" spcFirstLastPara="1" rIns="0" wrap="square" tIns="0">
            <a:noAutofit/>
          </a:bodyPr>
          <a:lstStyle/>
          <a:p>
            <a:pPr indent="0" lvl="0" marL="0" marR="0" rtl="0" algn="l">
              <a:lnSpc>
                <a:spcPct val="109375"/>
              </a:lnSpc>
              <a:spcBef>
                <a:spcPts val="0"/>
              </a:spcBef>
              <a:spcAft>
                <a:spcPts val="0"/>
              </a:spcAft>
              <a:buClr>
                <a:srgbClr val="000000"/>
              </a:buClr>
              <a:buSzPts val="1200"/>
              <a:buFont typeface="Inter"/>
              <a:buNone/>
            </a:pPr>
            <a:r>
              <a:rPr b="1" i="0" lang="en" sz="1200" u="none" cap="none" strike="noStrike">
                <a:solidFill>
                  <a:srgbClr val="000000"/>
                </a:solidFill>
                <a:latin typeface="Inter"/>
                <a:ea typeface="Inter"/>
                <a:cs typeface="Inter"/>
                <a:sym typeface="Inter"/>
              </a:rPr>
              <a:t>After</a:t>
            </a:r>
            <a:endParaRPr b="0" i="0" sz="1200" u="none" cap="none" strike="noStrike">
              <a:solidFill>
                <a:schemeClr val="dk1"/>
              </a:solidFill>
              <a:latin typeface="Inter"/>
              <a:ea typeface="Inter"/>
              <a:cs typeface="Inter"/>
              <a:sym typeface="Inter"/>
            </a:endParaRPr>
          </a:p>
        </p:txBody>
      </p:sp>
      <p:sp>
        <p:nvSpPr>
          <p:cNvPr id="1164" name="Google Shape;1164;g2d3c64ac7e6_8_459"/>
          <p:cNvSpPr/>
          <p:nvPr/>
        </p:nvSpPr>
        <p:spPr>
          <a:xfrm>
            <a:off x="238125" y="3696666"/>
            <a:ext cx="4137029" cy="193675"/>
          </a:xfrm>
          <a:prstGeom prst="rect">
            <a:avLst/>
          </a:prstGeom>
          <a:noFill/>
          <a:ln>
            <a:noFill/>
          </a:ln>
        </p:spPr>
        <p:txBody>
          <a:bodyPr anchorCtr="0" anchor="b"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Leads created in Salesforce, automatically.</a:t>
            </a:r>
            <a:endParaRPr b="0" i="0" sz="1000" u="none" cap="none" strike="noStrike">
              <a:solidFill>
                <a:schemeClr val="dk1"/>
              </a:solidFill>
              <a:latin typeface="Inter"/>
              <a:ea typeface="Inter"/>
              <a:cs typeface="Inter"/>
              <a:sym typeface="Inter"/>
            </a:endParaRPr>
          </a:p>
        </p:txBody>
      </p:sp>
      <p:sp>
        <p:nvSpPr>
          <p:cNvPr id="1165" name="Google Shape;1165;g2d3c64ac7e6_8_459"/>
          <p:cNvSpPr/>
          <p:nvPr/>
        </p:nvSpPr>
        <p:spPr>
          <a:xfrm>
            <a:off x="238125" y="3887166"/>
            <a:ext cx="4137029" cy="193675"/>
          </a:xfrm>
          <a:prstGeom prst="rect">
            <a:avLst/>
          </a:prstGeom>
          <a:noFill/>
          <a:ln>
            <a:noFill/>
          </a:ln>
        </p:spPr>
        <p:txBody>
          <a:bodyPr anchorCtr="0" anchor="b"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Key details extracted from emails and shared with team.</a:t>
            </a:r>
            <a:endParaRPr b="0" i="0" sz="1000" u="none" cap="none" strike="noStrike">
              <a:solidFill>
                <a:schemeClr val="dk1"/>
              </a:solidFill>
              <a:latin typeface="Inter"/>
              <a:ea typeface="Inter"/>
              <a:cs typeface="Inter"/>
              <a:sym typeface="Inter"/>
            </a:endParaRPr>
          </a:p>
        </p:txBody>
      </p:sp>
      <p:sp>
        <p:nvSpPr>
          <p:cNvPr id="1166" name="Google Shape;1166;g2d3c64ac7e6_8_459"/>
          <p:cNvSpPr/>
          <p:nvPr/>
        </p:nvSpPr>
        <p:spPr>
          <a:xfrm>
            <a:off x="238150" y="4110572"/>
            <a:ext cx="4137000" cy="346200"/>
          </a:xfrm>
          <a:prstGeom prst="rect">
            <a:avLst/>
          </a:prstGeom>
          <a:noFill/>
          <a:ln>
            <a:noFill/>
          </a:ln>
        </p:spPr>
        <p:txBody>
          <a:bodyPr anchorCtr="0" anchor="b"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Over 50 custom purchasing journeys, increasing conversion rates. </a:t>
            </a:r>
            <a:endParaRPr b="0" i="0" sz="1000" u="none" cap="none" strike="noStrike">
              <a:solidFill>
                <a:schemeClr val="dk1"/>
              </a:solidFill>
              <a:latin typeface="Inter"/>
              <a:ea typeface="Inter"/>
              <a:cs typeface="Inter"/>
              <a:sym typeface="Inter"/>
            </a:endParaRPr>
          </a:p>
        </p:txBody>
      </p:sp>
      <p:sp>
        <p:nvSpPr>
          <p:cNvPr id="1167" name="Google Shape;1167;g2d3c64ac7e6_8_459"/>
          <p:cNvSpPr/>
          <p:nvPr/>
        </p:nvSpPr>
        <p:spPr>
          <a:xfrm>
            <a:off x="4876805" y="304800"/>
            <a:ext cx="3962404" cy="45339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8" name="Google Shape;1168;g2d3c64ac7e6_8_459"/>
          <p:cNvSpPr/>
          <p:nvPr/>
        </p:nvSpPr>
        <p:spPr>
          <a:xfrm>
            <a:off x="4876805" y="304800"/>
            <a:ext cx="3962404" cy="1384300"/>
          </a:xfrm>
          <a:prstGeom prst="roundRect">
            <a:avLst>
              <a:gd fmla="val 3468"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9" name="Google Shape;1169;g2d3c64ac7e6_8_459"/>
          <p:cNvSpPr/>
          <p:nvPr/>
        </p:nvSpPr>
        <p:spPr>
          <a:xfrm>
            <a:off x="5048255" y="476250"/>
            <a:ext cx="1490263" cy="10414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170" name="Google Shape;1170;g2d3c64ac7e6_8_459"/>
          <p:cNvPicPr preferRelativeResize="0"/>
          <p:nvPr/>
        </p:nvPicPr>
        <p:blipFill rotWithShape="1">
          <a:blip r:embed="rId12">
            <a:alphaModFix/>
          </a:blip>
          <a:srcRect b="0" l="0" r="0" t="0"/>
          <a:stretch/>
        </p:blipFill>
        <p:spPr>
          <a:xfrm>
            <a:off x="5095880" y="787400"/>
            <a:ext cx="419101" cy="419048"/>
          </a:xfrm>
          <a:prstGeom prst="rect">
            <a:avLst/>
          </a:prstGeom>
          <a:noFill/>
          <a:ln>
            <a:noFill/>
          </a:ln>
        </p:spPr>
      </p:pic>
      <p:pic>
        <p:nvPicPr>
          <p:cNvPr descr=" " id="1171" name="Google Shape;1171;g2d3c64ac7e6_8_459"/>
          <p:cNvPicPr preferRelativeResize="0"/>
          <p:nvPr/>
        </p:nvPicPr>
        <p:blipFill rotWithShape="1">
          <a:blip r:embed="rId13">
            <a:alphaModFix/>
          </a:blip>
          <a:srcRect b="0" l="0" r="0" t="0"/>
          <a:stretch/>
        </p:blipFill>
        <p:spPr>
          <a:xfrm>
            <a:off x="5173581" y="920913"/>
            <a:ext cx="244476" cy="284604"/>
          </a:xfrm>
          <a:prstGeom prst="rect">
            <a:avLst/>
          </a:prstGeom>
          <a:noFill/>
          <a:ln>
            <a:noFill/>
          </a:ln>
        </p:spPr>
      </p:pic>
      <p:sp>
        <p:nvSpPr>
          <p:cNvPr id="1172" name="Google Shape;1172;g2d3c64ac7e6_8_459"/>
          <p:cNvSpPr/>
          <p:nvPr/>
        </p:nvSpPr>
        <p:spPr>
          <a:xfrm>
            <a:off x="5514980" y="570706"/>
            <a:ext cx="975912" cy="8524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3" name="Google Shape;1173;g2d3c64ac7e6_8_459"/>
          <p:cNvSpPr/>
          <p:nvPr/>
        </p:nvSpPr>
        <p:spPr>
          <a:xfrm>
            <a:off x="5505380" y="541719"/>
            <a:ext cx="804900" cy="1043100"/>
          </a:xfrm>
          <a:prstGeom prst="rect">
            <a:avLst/>
          </a:prstGeom>
          <a:noFill/>
          <a:ln>
            <a:noFill/>
          </a:ln>
        </p:spPr>
        <p:txBody>
          <a:bodyPr anchorCtr="0" anchor="ctr" bIns="0" lIns="0" spcFirstLastPara="1" rIns="0" wrap="square" tIns="0">
            <a:noAutofit/>
          </a:bodyPr>
          <a:lstStyle/>
          <a:p>
            <a:pPr indent="0" lvl="0" marL="0" marR="0" rtl="0" algn="l">
              <a:lnSpc>
                <a:spcPct val="149141"/>
              </a:lnSpc>
              <a:spcBef>
                <a:spcPts val="0"/>
              </a:spcBef>
              <a:spcAft>
                <a:spcPts val="0"/>
              </a:spcAft>
              <a:buClr>
                <a:srgbClr val="2B2358"/>
              </a:buClr>
              <a:buSzPts val="4500"/>
              <a:buFont typeface="Arial"/>
              <a:buNone/>
            </a:pPr>
            <a:r>
              <a:rPr b="1" i="0" lang="en" sz="4500" u="none" cap="none" strike="noStrike">
                <a:solidFill>
                  <a:srgbClr val="2B2358"/>
                </a:solidFill>
                <a:latin typeface="Inter"/>
                <a:ea typeface="Inter"/>
                <a:cs typeface="Inter"/>
                <a:sym typeface="Inter"/>
              </a:rPr>
              <a:t>20</a:t>
            </a:r>
            <a:endParaRPr b="1" i="0" sz="4500" u="none" cap="none" strike="noStrike">
              <a:solidFill>
                <a:schemeClr val="dk1"/>
              </a:solidFill>
              <a:latin typeface="Inter"/>
              <a:ea typeface="Inter"/>
              <a:cs typeface="Inter"/>
              <a:sym typeface="Inter"/>
            </a:endParaRPr>
          </a:p>
        </p:txBody>
      </p:sp>
      <p:sp>
        <p:nvSpPr>
          <p:cNvPr id="1174" name="Google Shape;1174;g2d3c64ac7e6_8_459"/>
          <p:cNvSpPr/>
          <p:nvPr/>
        </p:nvSpPr>
        <p:spPr>
          <a:xfrm>
            <a:off x="6224493" y="409081"/>
            <a:ext cx="485400" cy="5526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2B2358"/>
              </a:buClr>
              <a:buSzPts val="3400"/>
              <a:buFont typeface="Arial"/>
              <a:buNone/>
            </a:pPr>
            <a:r>
              <a:rPr b="1" i="0" lang="en" sz="3400" u="none" cap="none" strike="noStrike">
                <a:solidFill>
                  <a:srgbClr val="2B2358"/>
                </a:solidFill>
                <a:latin typeface="Arial"/>
                <a:ea typeface="Arial"/>
                <a:cs typeface="Arial"/>
                <a:sym typeface="Arial"/>
              </a:rPr>
              <a:t>%</a:t>
            </a:r>
            <a:endParaRPr b="1" i="0" sz="3400" u="none" cap="none" strike="noStrike">
              <a:solidFill>
                <a:schemeClr val="dk1"/>
              </a:solidFill>
              <a:latin typeface="Calibri"/>
              <a:ea typeface="Calibri"/>
              <a:cs typeface="Calibri"/>
              <a:sym typeface="Calibri"/>
            </a:endParaRPr>
          </a:p>
        </p:txBody>
      </p:sp>
      <p:sp>
        <p:nvSpPr>
          <p:cNvPr id="1175" name="Google Shape;1175;g2d3c64ac7e6_8_459"/>
          <p:cNvSpPr/>
          <p:nvPr/>
        </p:nvSpPr>
        <p:spPr>
          <a:xfrm>
            <a:off x="6709894" y="707612"/>
            <a:ext cx="2040300" cy="711300"/>
          </a:xfrm>
          <a:prstGeom prst="rect">
            <a:avLst/>
          </a:prstGeom>
          <a:noFill/>
          <a:ln>
            <a:noFill/>
          </a:ln>
        </p:spPr>
        <p:txBody>
          <a:bodyPr anchorCtr="0" anchor="ctr" bIns="0" lIns="0" spcFirstLastPara="1" rIns="0" wrap="square" tIns="0">
            <a:noAutofit/>
          </a:bodyPr>
          <a:lstStyle/>
          <a:p>
            <a:pPr indent="0" lvl="0" marL="0" marR="0" rtl="0" algn="l">
              <a:lnSpc>
                <a:spcPct val="115384"/>
              </a:lnSpc>
              <a:spcBef>
                <a:spcPts val="0"/>
              </a:spcBef>
              <a:spcAft>
                <a:spcPts val="0"/>
              </a:spcAft>
              <a:buClr>
                <a:srgbClr val="201515"/>
              </a:buClr>
              <a:buSzPts val="1900"/>
              <a:buFont typeface="Play"/>
              <a:buNone/>
            </a:pPr>
            <a:r>
              <a:rPr b="1" i="0" lang="en" sz="1200" u="none" cap="none" strike="noStrike">
                <a:solidFill>
                  <a:srgbClr val="201515"/>
                </a:solidFill>
                <a:latin typeface="Inter"/>
                <a:ea typeface="Inter"/>
                <a:cs typeface="Inter"/>
                <a:sym typeface="Inter"/>
              </a:rPr>
              <a:t>reduction in cost per lead</a:t>
            </a:r>
            <a:endParaRPr b="0" i="0" sz="1200" u="none" cap="none" strike="noStrike">
              <a:solidFill>
                <a:schemeClr val="dk1"/>
              </a:solidFill>
              <a:latin typeface="Inter"/>
              <a:ea typeface="Inter"/>
              <a:cs typeface="Inter"/>
              <a:sym typeface="Inter"/>
            </a:endParaRPr>
          </a:p>
        </p:txBody>
      </p:sp>
      <p:sp>
        <p:nvSpPr>
          <p:cNvPr id="1176" name="Google Shape;1176;g2d3c64ac7e6_8_459"/>
          <p:cNvSpPr/>
          <p:nvPr/>
        </p:nvSpPr>
        <p:spPr>
          <a:xfrm>
            <a:off x="4876805" y="1879600"/>
            <a:ext cx="3962404" cy="1384300"/>
          </a:xfrm>
          <a:prstGeom prst="roundRect">
            <a:avLst>
              <a:gd fmla="val 3468"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7" name="Google Shape;1177;g2d3c64ac7e6_8_459"/>
          <p:cNvSpPr/>
          <p:nvPr/>
        </p:nvSpPr>
        <p:spPr>
          <a:xfrm>
            <a:off x="5048255" y="2051050"/>
            <a:ext cx="1090614" cy="10414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178" name="Google Shape;1178;g2d3c64ac7e6_8_459"/>
          <p:cNvPicPr preferRelativeResize="0"/>
          <p:nvPr/>
        </p:nvPicPr>
        <p:blipFill rotWithShape="1">
          <a:blip r:embed="rId14">
            <a:alphaModFix/>
          </a:blip>
          <a:srcRect b="0" l="0" r="0" t="0"/>
          <a:stretch/>
        </p:blipFill>
        <p:spPr>
          <a:xfrm>
            <a:off x="5095880" y="2362176"/>
            <a:ext cx="419100" cy="419048"/>
          </a:xfrm>
          <a:prstGeom prst="rect">
            <a:avLst/>
          </a:prstGeom>
          <a:noFill/>
          <a:ln>
            <a:noFill/>
          </a:ln>
        </p:spPr>
      </p:pic>
      <p:sp>
        <p:nvSpPr>
          <p:cNvPr id="1179" name="Google Shape;1179;g2d3c64ac7e6_8_459"/>
          <p:cNvSpPr/>
          <p:nvPr/>
        </p:nvSpPr>
        <p:spPr>
          <a:xfrm>
            <a:off x="5514980" y="2145506"/>
            <a:ext cx="576263" cy="8524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0" name="Google Shape;1180;g2d3c64ac7e6_8_459"/>
          <p:cNvSpPr/>
          <p:nvPr/>
        </p:nvSpPr>
        <p:spPr>
          <a:xfrm>
            <a:off x="5514980" y="2050206"/>
            <a:ext cx="766800" cy="1043100"/>
          </a:xfrm>
          <a:prstGeom prst="rect">
            <a:avLst/>
          </a:prstGeom>
          <a:noFill/>
          <a:ln>
            <a:noFill/>
          </a:ln>
        </p:spPr>
        <p:txBody>
          <a:bodyPr anchorCtr="0" anchor="ctr" bIns="0" lIns="0" spcFirstLastPara="1" rIns="0" wrap="square" tIns="0">
            <a:noAutofit/>
          </a:bodyPr>
          <a:lstStyle/>
          <a:p>
            <a:pPr indent="0" lvl="0" marL="0" marR="0" rtl="0" algn="l">
              <a:lnSpc>
                <a:spcPct val="149141"/>
              </a:lnSpc>
              <a:spcBef>
                <a:spcPts val="0"/>
              </a:spcBef>
              <a:spcAft>
                <a:spcPts val="0"/>
              </a:spcAft>
              <a:buClr>
                <a:srgbClr val="2B2358"/>
              </a:buClr>
              <a:buSzPts val="4500"/>
              <a:buFont typeface="Arial"/>
              <a:buNone/>
            </a:pPr>
            <a:r>
              <a:rPr b="1" i="0" lang="en" sz="4500" u="none" cap="none" strike="noStrike">
                <a:solidFill>
                  <a:srgbClr val="2B2358"/>
                </a:solidFill>
                <a:latin typeface="Inter"/>
                <a:ea typeface="Inter"/>
                <a:cs typeface="Inter"/>
                <a:sym typeface="Inter"/>
              </a:rPr>
              <a:t>5x</a:t>
            </a:r>
            <a:endParaRPr b="1" i="0" sz="4500" u="none" cap="none" strike="noStrike">
              <a:solidFill>
                <a:schemeClr val="dk1"/>
              </a:solidFill>
              <a:latin typeface="Inter"/>
              <a:ea typeface="Inter"/>
              <a:cs typeface="Inter"/>
              <a:sym typeface="Inter"/>
            </a:endParaRPr>
          </a:p>
        </p:txBody>
      </p:sp>
      <p:sp>
        <p:nvSpPr>
          <p:cNvPr id="1181" name="Google Shape;1181;g2d3c64ac7e6_8_459"/>
          <p:cNvSpPr/>
          <p:nvPr/>
        </p:nvSpPr>
        <p:spPr>
          <a:xfrm>
            <a:off x="6310318" y="2216100"/>
            <a:ext cx="2439900" cy="711300"/>
          </a:xfrm>
          <a:prstGeom prst="rect">
            <a:avLst/>
          </a:prstGeom>
          <a:noFill/>
          <a:ln>
            <a:noFill/>
          </a:ln>
        </p:spPr>
        <p:txBody>
          <a:bodyPr anchorCtr="0" anchor="ctr" bIns="0" lIns="0" spcFirstLastPara="1" rIns="0" wrap="square" tIns="0">
            <a:noAutofit/>
          </a:bodyPr>
          <a:lstStyle/>
          <a:p>
            <a:pPr indent="0" lvl="0" marL="0" marR="0" rtl="0" algn="l">
              <a:lnSpc>
                <a:spcPct val="115384"/>
              </a:lnSpc>
              <a:spcBef>
                <a:spcPts val="0"/>
              </a:spcBef>
              <a:spcAft>
                <a:spcPts val="0"/>
              </a:spcAft>
              <a:buClr>
                <a:srgbClr val="201515"/>
              </a:buClr>
              <a:buSzPts val="1900"/>
              <a:buFont typeface="Play"/>
              <a:buNone/>
            </a:pPr>
            <a:r>
              <a:rPr b="1" i="0" lang="en" sz="1200" u="none" cap="none" strike="noStrike">
                <a:solidFill>
                  <a:srgbClr val="201515"/>
                </a:solidFill>
                <a:latin typeface="Inter"/>
                <a:ea typeface="Inter"/>
                <a:cs typeface="Inter"/>
                <a:sym typeface="Inter"/>
              </a:rPr>
              <a:t>the number of email journeys</a:t>
            </a:r>
            <a:endParaRPr b="0" i="0" sz="1200" u="none" cap="none" strike="noStrike">
              <a:solidFill>
                <a:schemeClr val="dk1"/>
              </a:solidFill>
              <a:latin typeface="Inter"/>
              <a:ea typeface="Inter"/>
              <a:cs typeface="Inter"/>
              <a:sym typeface="Inter"/>
            </a:endParaRPr>
          </a:p>
        </p:txBody>
      </p:sp>
      <p:sp>
        <p:nvSpPr>
          <p:cNvPr id="1182" name="Google Shape;1182;g2d3c64ac7e6_8_459"/>
          <p:cNvSpPr/>
          <p:nvPr/>
        </p:nvSpPr>
        <p:spPr>
          <a:xfrm>
            <a:off x="4876805" y="3454400"/>
            <a:ext cx="3962404" cy="1384300"/>
          </a:xfrm>
          <a:prstGeom prst="roundRect">
            <a:avLst>
              <a:gd fmla="val 3468"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3" name="Google Shape;1183;g2d3c64ac7e6_8_459"/>
          <p:cNvSpPr/>
          <p:nvPr/>
        </p:nvSpPr>
        <p:spPr>
          <a:xfrm>
            <a:off x="5048255" y="3746500"/>
            <a:ext cx="3619503" cy="8001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4" name="Google Shape;1184;g2d3c64ac7e6_8_459"/>
          <p:cNvSpPr/>
          <p:nvPr/>
        </p:nvSpPr>
        <p:spPr>
          <a:xfrm>
            <a:off x="5048255" y="3746500"/>
            <a:ext cx="3619503" cy="8001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5" name="Google Shape;1185;g2d3c64ac7e6_8_459"/>
          <p:cNvSpPr/>
          <p:nvPr/>
        </p:nvSpPr>
        <p:spPr>
          <a:xfrm>
            <a:off x="5048255" y="3825082"/>
            <a:ext cx="3619503" cy="64293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186" name="Google Shape;1186;g2d3c64ac7e6_8_459"/>
          <p:cNvPicPr preferRelativeResize="0"/>
          <p:nvPr/>
        </p:nvPicPr>
        <p:blipFill rotWithShape="1">
          <a:blip r:embed="rId15">
            <a:alphaModFix/>
          </a:blip>
          <a:srcRect b="0" l="0" r="0" t="0"/>
          <a:stretch/>
        </p:blipFill>
        <p:spPr>
          <a:xfrm>
            <a:off x="5048255" y="3825082"/>
            <a:ext cx="619125" cy="619048"/>
          </a:xfrm>
          <a:prstGeom prst="rect">
            <a:avLst/>
          </a:prstGeom>
          <a:noFill/>
          <a:ln>
            <a:noFill/>
          </a:ln>
        </p:spPr>
      </p:pic>
      <p:sp>
        <p:nvSpPr>
          <p:cNvPr id="1187" name="Google Shape;1187;g2d3c64ac7e6_8_459"/>
          <p:cNvSpPr/>
          <p:nvPr/>
        </p:nvSpPr>
        <p:spPr>
          <a:xfrm>
            <a:off x="5781680" y="3825082"/>
            <a:ext cx="2886078" cy="633413"/>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8" name="Google Shape;1188;g2d3c64ac7e6_8_459"/>
          <p:cNvSpPr/>
          <p:nvPr/>
        </p:nvSpPr>
        <p:spPr>
          <a:xfrm>
            <a:off x="5781680" y="3825082"/>
            <a:ext cx="2914653" cy="471488"/>
          </a:xfrm>
          <a:prstGeom prst="rect">
            <a:avLst/>
          </a:prstGeom>
          <a:noFill/>
          <a:ln>
            <a:noFill/>
          </a:ln>
        </p:spPr>
        <p:txBody>
          <a:bodyPr anchorCtr="0" anchor="t" bIns="0" lIns="0" spcFirstLastPara="1" rIns="0" wrap="square" tIns="0">
            <a:noAutofit/>
          </a:bodyPr>
          <a:lstStyle/>
          <a:p>
            <a:pPr indent="0" lvl="0" marL="0" marR="0" rtl="0" algn="l">
              <a:lnSpc>
                <a:spcPct val="172222"/>
              </a:lnSpc>
              <a:spcBef>
                <a:spcPts val="0"/>
              </a:spcBef>
              <a:spcAft>
                <a:spcPts val="0"/>
              </a:spcAft>
              <a:buClr>
                <a:srgbClr val="2D2E2E"/>
              </a:buClr>
              <a:buSzPts val="700"/>
              <a:buFont typeface="Inter"/>
              <a:buNone/>
            </a:pPr>
            <a:r>
              <a:rPr b="1" i="0" lang="en" sz="700" u="none" cap="none" strike="noStrike">
                <a:solidFill>
                  <a:srgbClr val="2D2E2E"/>
                </a:solidFill>
                <a:latin typeface="Inter"/>
                <a:ea typeface="Inter"/>
                <a:cs typeface="Inter"/>
                <a:sym typeface="Inter"/>
              </a:rPr>
              <a:t>"[Zapier has] helped us accelerate our sales cycle like crazy — and saved us thousands of hours, and costs, because we didn't have to hire a developer to make multiple systems talk to each other."</a:t>
            </a:r>
            <a:endParaRPr b="0" i="0" sz="700" u="none" cap="none" strike="noStrike">
              <a:solidFill>
                <a:schemeClr val="dk1"/>
              </a:solidFill>
              <a:latin typeface="Inter"/>
              <a:ea typeface="Inter"/>
              <a:cs typeface="Inter"/>
              <a:sym typeface="Inter"/>
            </a:endParaRPr>
          </a:p>
        </p:txBody>
      </p:sp>
      <p:sp>
        <p:nvSpPr>
          <p:cNvPr id="1189" name="Google Shape;1189;g2d3c64ac7e6_8_459"/>
          <p:cNvSpPr/>
          <p:nvPr/>
        </p:nvSpPr>
        <p:spPr>
          <a:xfrm>
            <a:off x="5781680" y="4363244"/>
            <a:ext cx="1531939" cy="117475"/>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2D2E2E"/>
              </a:buClr>
              <a:buSzPts val="500"/>
              <a:buFont typeface="Inter"/>
              <a:buNone/>
            </a:pPr>
            <a:r>
              <a:rPr b="0" i="0" lang="en" sz="500" u="none" cap="none" strike="noStrike">
                <a:solidFill>
                  <a:srgbClr val="2D2E2E"/>
                </a:solidFill>
                <a:latin typeface="Inter"/>
                <a:ea typeface="Inter"/>
                <a:cs typeface="Inter"/>
                <a:sym typeface="Inter"/>
              </a:rPr>
              <a:t>—Lars Christensen, Social Ads Specialist at Veo</a:t>
            </a:r>
            <a:endParaRPr b="0" i="0" sz="500" u="none" cap="none" strike="noStrike">
              <a:solidFill>
                <a:schemeClr val="dk1"/>
              </a:solidFill>
              <a:latin typeface="Inter"/>
              <a:ea typeface="Inter"/>
              <a:cs typeface="Inter"/>
              <a:sym typeface="Inter"/>
            </a:endParaRPr>
          </a:p>
        </p:txBody>
      </p:sp>
      <p:sp>
        <p:nvSpPr>
          <p:cNvPr id="1190" name="Google Shape;1190;g2d3c64ac7e6_8_459"/>
          <p:cNvSpPr/>
          <p:nvPr/>
        </p:nvSpPr>
        <p:spPr>
          <a:xfrm>
            <a:off x="238125" y="4829175"/>
            <a:ext cx="3433766" cy="2286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1" name="Google Shape;1191;g2d3c64ac7e6_8_459"/>
          <p:cNvSpPr/>
          <p:nvPr/>
        </p:nvSpPr>
        <p:spPr>
          <a:xfrm>
            <a:off x="238125" y="4803775"/>
            <a:ext cx="3459166" cy="254000"/>
          </a:xfrm>
          <a:prstGeom prst="rect">
            <a:avLst/>
          </a:prstGeom>
          <a:noFill/>
          <a:ln>
            <a:noFill/>
          </a:ln>
        </p:spPr>
        <p:txBody>
          <a:bodyPr anchorCtr="0" anchor="b" bIns="0" lIns="0" spcFirstLastPara="1" rIns="0" wrap="square" tIns="0">
            <a:noAutofit/>
          </a:bodyPr>
          <a:lstStyle/>
          <a:p>
            <a:pPr indent="0" lvl="0" marL="0" marR="0" rtl="0" algn="l">
              <a:lnSpc>
                <a:spcPct val="150000"/>
              </a:lnSpc>
              <a:spcBef>
                <a:spcPts val="0"/>
              </a:spcBef>
              <a:spcAft>
                <a:spcPts val="0"/>
              </a:spcAft>
              <a:buClr>
                <a:srgbClr val="3D4592"/>
              </a:buClr>
              <a:buSzPts val="600"/>
              <a:buFont typeface="Inter"/>
              <a:buNone/>
            </a:pPr>
            <a:r>
              <a:rPr b="0" i="0" lang="en" sz="600" u="none" cap="none" strike="noStrike">
                <a:solidFill>
                  <a:srgbClr val="3D4592"/>
                </a:solidFill>
                <a:latin typeface="Inter"/>
                <a:ea typeface="Inter"/>
                <a:cs typeface="Inter"/>
                <a:sym typeface="Inter"/>
              </a:rPr>
              <a:t>🔗 Read the full customer story on Entrepreneur.com →</a:t>
            </a:r>
            <a:endParaRPr b="0" i="0" sz="600" u="none" cap="none" strike="noStrike">
              <a:solidFill>
                <a:schemeClr val="dk1"/>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96" name="Shape 1196"/>
        <p:cNvGrpSpPr/>
        <p:nvPr/>
      </p:nvGrpSpPr>
      <p:grpSpPr>
        <a:xfrm>
          <a:off x="0" y="0"/>
          <a:ext cx="0" cy="0"/>
          <a:chOff x="0" y="0"/>
          <a:chExt cx="0" cy="0"/>
        </a:xfrm>
      </p:grpSpPr>
      <p:pic>
        <p:nvPicPr>
          <p:cNvPr descr=" " id="1197" name="Google Shape;1197;g2d3c64ac7e6_8_529"/>
          <p:cNvPicPr preferRelativeResize="0"/>
          <p:nvPr/>
        </p:nvPicPr>
        <p:blipFill rotWithShape="1">
          <a:blip r:embed="rId3">
            <a:alphaModFix/>
          </a:blip>
          <a:srcRect b="0" l="0" r="0" t="0"/>
          <a:stretch/>
        </p:blipFill>
        <p:spPr>
          <a:xfrm>
            <a:off x="0" y="0"/>
            <a:ext cx="9144009" cy="5142862"/>
          </a:xfrm>
          <a:prstGeom prst="rect">
            <a:avLst/>
          </a:prstGeom>
          <a:noFill/>
          <a:ln>
            <a:noFill/>
          </a:ln>
        </p:spPr>
      </p:pic>
      <p:sp>
        <p:nvSpPr>
          <p:cNvPr id="1198" name="Google Shape;1198;g2d3c64ac7e6_8_529"/>
          <p:cNvSpPr/>
          <p:nvPr/>
        </p:nvSpPr>
        <p:spPr>
          <a:xfrm>
            <a:off x="238125" y="1143000"/>
            <a:ext cx="3390903" cy="142875"/>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9" name="Google Shape;1199;g2d3c64ac7e6_8_529"/>
          <p:cNvSpPr/>
          <p:nvPr/>
        </p:nvSpPr>
        <p:spPr>
          <a:xfrm>
            <a:off x="238125" y="1143000"/>
            <a:ext cx="766763" cy="142875"/>
          </a:xfrm>
          <a:prstGeom prst="roundRect">
            <a:avLst>
              <a:gd fmla="val 333600" name="adj"/>
            </a:avLst>
          </a:prstGeom>
          <a:solidFill>
            <a:srgbClr val="FF4F00"/>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0" name="Google Shape;1200;g2d3c64ac7e6_8_529"/>
          <p:cNvSpPr/>
          <p:nvPr/>
        </p:nvSpPr>
        <p:spPr>
          <a:xfrm>
            <a:off x="263525" y="1144587"/>
            <a:ext cx="715963"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FFFDF9"/>
              </a:buClr>
              <a:buSzPts val="600"/>
              <a:buFont typeface="Inter"/>
              <a:buNone/>
            </a:pPr>
            <a:r>
              <a:rPr b="1" i="0" lang="en" sz="600" u="none" cap="none" strike="noStrike">
                <a:solidFill>
                  <a:srgbClr val="FFFDF9"/>
                </a:solidFill>
                <a:latin typeface="Inter"/>
                <a:ea typeface="Inter"/>
                <a:cs typeface="Inter"/>
                <a:sym typeface="Inter"/>
              </a:rPr>
              <a:t>Lead management</a:t>
            </a:r>
            <a:endParaRPr b="0" i="0" sz="600" u="none" cap="none" strike="noStrike">
              <a:solidFill>
                <a:schemeClr val="dk1"/>
              </a:solidFill>
              <a:latin typeface="Calibri"/>
              <a:ea typeface="Calibri"/>
              <a:cs typeface="Calibri"/>
              <a:sym typeface="Calibri"/>
            </a:endParaRPr>
          </a:p>
        </p:txBody>
      </p:sp>
      <p:sp>
        <p:nvSpPr>
          <p:cNvPr id="1201" name="Google Shape;1201;g2d3c64ac7e6_8_529"/>
          <p:cNvSpPr/>
          <p:nvPr/>
        </p:nvSpPr>
        <p:spPr>
          <a:xfrm>
            <a:off x="1100139" y="1143000"/>
            <a:ext cx="762001" cy="142875"/>
          </a:xfrm>
          <a:prstGeom prst="roundRect">
            <a:avLst>
              <a:gd fmla="val 333600" name="adj"/>
            </a:avLst>
          </a:prstGeom>
          <a:solidFill>
            <a:srgbClr val="FF4F00"/>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2" name="Google Shape;1202;g2d3c64ac7e6_8_529"/>
          <p:cNvSpPr/>
          <p:nvPr/>
        </p:nvSpPr>
        <p:spPr>
          <a:xfrm>
            <a:off x="1125539" y="1144587"/>
            <a:ext cx="711201"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FFFDF9"/>
              </a:buClr>
              <a:buSzPts val="600"/>
              <a:buFont typeface="Inter"/>
              <a:buNone/>
            </a:pPr>
            <a:r>
              <a:rPr b="1" i="0" lang="en" sz="600" u="none" cap="none" strike="noStrike">
                <a:solidFill>
                  <a:srgbClr val="FFFDF9"/>
                </a:solidFill>
                <a:latin typeface="Inter"/>
                <a:ea typeface="Inter"/>
                <a:cs typeface="Inter"/>
                <a:sym typeface="Inter"/>
              </a:rPr>
              <a:t>Customer support</a:t>
            </a:r>
            <a:endParaRPr b="0" i="0" sz="600" u="none" cap="none" strike="noStrike">
              <a:solidFill>
                <a:schemeClr val="dk1"/>
              </a:solidFill>
              <a:latin typeface="Calibri"/>
              <a:ea typeface="Calibri"/>
              <a:cs typeface="Calibri"/>
              <a:sym typeface="Calibri"/>
            </a:endParaRPr>
          </a:p>
        </p:txBody>
      </p:sp>
      <p:sp>
        <p:nvSpPr>
          <p:cNvPr id="1203" name="Google Shape;1203;g2d3c64ac7e6_8_529"/>
          <p:cNvSpPr/>
          <p:nvPr/>
        </p:nvSpPr>
        <p:spPr>
          <a:xfrm>
            <a:off x="1957389" y="1143000"/>
            <a:ext cx="1081088" cy="142875"/>
          </a:xfrm>
          <a:prstGeom prst="roundRect">
            <a:avLst>
              <a:gd fmla="val 333600" name="adj"/>
            </a:avLst>
          </a:prstGeom>
          <a:solidFill>
            <a:srgbClr val="CDE4E1"/>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4" name="Google Shape;1204;g2d3c64ac7e6_8_529"/>
          <p:cNvSpPr/>
          <p:nvPr/>
        </p:nvSpPr>
        <p:spPr>
          <a:xfrm>
            <a:off x="1982789" y="1144587"/>
            <a:ext cx="1030289"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403F3E"/>
              </a:buClr>
              <a:buSzPts val="600"/>
              <a:buFont typeface="Inter"/>
              <a:buNone/>
            </a:pPr>
            <a:r>
              <a:rPr b="1" i="0" lang="en" sz="600" u="none" cap="none" strike="noStrike">
                <a:solidFill>
                  <a:srgbClr val="403F3E"/>
                </a:solidFill>
                <a:latin typeface="Inter"/>
                <a:ea typeface="Inter"/>
                <a:cs typeface="Inter"/>
                <a:sym typeface="Inter"/>
              </a:rPr>
              <a:t>Company size: Mid-market</a:t>
            </a:r>
            <a:endParaRPr b="0" i="0" sz="600" u="none" cap="none" strike="noStrike">
              <a:solidFill>
                <a:schemeClr val="dk1"/>
              </a:solidFill>
              <a:latin typeface="Calibri"/>
              <a:ea typeface="Calibri"/>
              <a:cs typeface="Calibri"/>
              <a:sym typeface="Calibri"/>
            </a:endParaRPr>
          </a:p>
        </p:txBody>
      </p:sp>
      <p:sp>
        <p:nvSpPr>
          <p:cNvPr id="1205" name="Google Shape;1205;g2d3c64ac7e6_8_529"/>
          <p:cNvSpPr/>
          <p:nvPr/>
        </p:nvSpPr>
        <p:spPr>
          <a:xfrm>
            <a:off x="3133728" y="1143000"/>
            <a:ext cx="495300" cy="142875"/>
          </a:xfrm>
          <a:prstGeom prst="roundRect">
            <a:avLst>
              <a:gd fmla="val 333600" name="adj"/>
            </a:avLst>
          </a:prstGeom>
          <a:solidFill>
            <a:srgbClr val="C1B7F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6" name="Google Shape;1206;g2d3c64ac7e6_8_529"/>
          <p:cNvSpPr/>
          <p:nvPr/>
        </p:nvSpPr>
        <p:spPr>
          <a:xfrm>
            <a:off x="3159128" y="1144587"/>
            <a:ext cx="444501"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403F3E"/>
              </a:buClr>
              <a:buSzPts val="600"/>
              <a:buFont typeface="Inter"/>
              <a:buNone/>
            </a:pPr>
            <a:r>
              <a:rPr b="1" i="0" lang="en" sz="600" u="none" cap="none" strike="noStrike">
                <a:solidFill>
                  <a:srgbClr val="403F3E"/>
                </a:solidFill>
                <a:latin typeface="Inter"/>
                <a:ea typeface="Inter"/>
                <a:cs typeface="Inter"/>
                <a:sym typeface="Inter"/>
              </a:rPr>
              <a:t>SaaS (B2B)</a:t>
            </a:r>
            <a:endParaRPr b="0" i="0" sz="600" u="none" cap="none" strike="noStrike">
              <a:solidFill>
                <a:schemeClr val="dk1"/>
              </a:solidFill>
              <a:latin typeface="Calibri"/>
              <a:ea typeface="Calibri"/>
              <a:cs typeface="Calibri"/>
              <a:sym typeface="Calibri"/>
            </a:endParaRPr>
          </a:p>
        </p:txBody>
      </p:sp>
      <p:sp>
        <p:nvSpPr>
          <p:cNvPr id="1207" name="Google Shape;1207;g2d3c64ac7e6_8_529"/>
          <p:cNvSpPr/>
          <p:nvPr/>
        </p:nvSpPr>
        <p:spPr>
          <a:xfrm>
            <a:off x="238125" y="238125"/>
            <a:ext cx="3305178" cy="809625"/>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8" name="Google Shape;1208;g2d3c64ac7e6_8_529"/>
          <p:cNvSpPr/>
          <p:nvPr/>
        </p:nvSpPr>
        <p:spPr>
          <a:xfrm>
            <a:off x="238125" y="238125"/>
            <a:ext cx="3305178" cy="809625"/>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9" name="Google Shape;1209;g2d3c64ac7e6_8_529"/>
          <p:cNvSpPr/>
          <p:nvPr/>
        </p:nvSpPr>
        <p:spPr>
          <a:xfrm>
            <a:off x="238125" y="238125"/>
            <a:ext cx="3336928" cy="269875"/>
          </a:xfrm>
          <a:prstGeom prst="rect">
            <a:avLst/>
          </a:prstGeom>
          <a:noFill/>
          <a:ln>
            <a:noFill/>
          </a:ln>
        </p:spPr>
        <p:txBody>
          <a:bodyPr anchorCtr="0" anchor="t" bIns="0" lIns="0" spcFirstLastPara="1" rIns="0" wrap="square" tIns="0">
            <a:noAutofit/>
          </a:bodyPr>
          <a:lstStyle/>
          <a:p>
            <a:pPr indent="0" lvl="0" marL="0" marR="0" rtl="0" algn="l">
              <a:lnSpc>
                <a:spcPct val="250000"/>
              </a:lnSpc>
              <a:spcBef>
                <a:spcPts val="0"/>
              </a:spcBef>
              <a:spcAft>
                <a:spcPts val="0"/>
              </a:spcAft>
              <a:buClr>
                <a:srgbClr val="201515"/>
              </a:buClr>
              <a:buSzPts val="700"/>
              <a:buFont typeface="Play"/>
              <a:buNone/>
            </a:pPr>
            <a:r>
              <a:rPr b="0" i="0" lang="en" sz="700" u="none" cap="none" strike="noStrike">
                <a:solidFill>
                  <a:srgbClr val="201515"/>
                </a:solidFill>
                <a:latin typeface="Inter"/>
                <a:ea typeface="Inter"/>
                <a:cs typeface="Inter"/>
                <a:sym typeface="Inter"/>
              </a:rPr>
              <a:t>CUSTOMER SUCCESS STORY</a:t>
            </a:r>
            <a:endParaRPr b="0" i="0" sz="700" u="none" cap="none" strike="noStrike">
              <a:solidFill>
                <a:schemeClr val="dk1"/>
              </a:solidFill>
              <a:latin typeface="Inter"/>
              <a:ea typeface="Inter"/>
              <a:cs typeface="Inter"/>
              <a:sym typeface="Inter"/>
            </a:endParaRPr>
          </a:p>
        </p:txBody>
      </p:sp>
      <p:sp>
        <p:nvSpPr>
          <p:cNvPr id="1210" name="Google Shape;1210;g2d3c64ac7e6_8_529"/>
          <p:cNvSpPr/>
          <p:nvPr/>
        </p:nvSpPr>
        <p:spPr>
          <a:xfrm>
            <a:off x="238125" y="476250"/>
            <a:ext cx="2819403"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1" name="Google Shape;1211;g2d3c64ac7e6_8_529"/>
          <p:cNvSpPr/>
          <p:nvPr/>
        </p:nvSpPr>
        <p:spPr>
          <a:xfrm>
            <a:off x="238125" y="476250"/>
            <a:ext cx="1366839"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212" name="Google Shape;1212;g2d3c64ac7e6_8_529"/>
          <p:cNvPicPr preferRelativeResize="0"/>
          <p:nvPr/>
        </p:nvPicPr>
        <p:blipFill rotWithShape="1">
          <a:blip r:embed="rId4">
            <a:alphaModFix/>
          </a:blip>
          <a:srcRect b="0" l="0" r="0" t="0"/>
          <a:stretch/>
        </p:blipFill>
        <p:spPr>
          <a:xfrm>
            <a:off x="333375" y="571500"/>
            <a:ext cx="1176339" cy="380953"/>
          </a:xfrm>
          <a:prstGeom prst="rect">
            <a:avLst/>
          </a:prstGeom>
          <a:noFill/>
          <a:ln>
            <a:noFill/>
          </a:ln>
        </p:spPr>
      </p:pic>
      <p:pic>
        <p:nvPicPr>
          <p:cNvPr descr=" " id="1213" name="Google Shape;1213;g2d3c64ac7e6_8_529"/>
          <p:cNvPicPr preferRelativeResize="0"/>
          <p:nvPr/>
        </p:nvPicPr>
        <p:blipFill rotWithShape="1">
          <a:blip r:embed="rId5">
            <a:alphaModFix/>
          </a:blip>
          <a:srcRect b="0" l="0" r="0" t="0"/>
          <a:stretch/>
        </p:blipFill>
        <p:spPr>
          <a:xfrm>
            <a:off x="1652589" y="476250"/>
            <a:ext cx="9525" cy="571429"/>
          </a:xfrm>
          <a:prstGeom prst="rect">
            <a:avLst/>
          </a:prstGeom>
          <a:noFill/>
          <a:ln>
            <a:noFill/>
          </a:ln>
        </p:spPr>
      </p:pic>
      <p:sp>
        <p:nvSpPr>
          <p:cNvPr id="1214" name="Google Shape;1214;g2d3c64ac7e6_8_529"/>
          <p:cNvSpPr/>
          <p:nvPr/>
        </p:nvSpPr>
        <p:spPr>
          <a:xfrm>
            <a:off x="1709739" y="476250"/>
            <a:ext cx="1347789"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215" name="Google Shape;1215;g2d3c64ac7e6_8_529"/>
          <p:cNvPicPr preferRelativeResize="0"/>
          <p:nvPr/>
        </p:nvPicPr>
        <p:blipFill rotWithShape="1">
          <a:blip r:embed="rId6">
            <a:alphaModFix/>
          </a:blip>
          <a:srcRect b="0" l="0" r="0" t="0"/>
          <a:stretch/>
        </p:blipFill>
        <p:spPr>
          <a:xfrm>
            <a:off x="1709739" y="476250"/>
            <a:ext cx="1347789" cy="571429"/>
          </a:xfrm>
          <a:prstGeom prst="rect">
            <a:avLst/>
          </a:prstGeom>
          <a:noFill/>
          <a:ln>
            <a:noFill/>
          </a:ln>
        </p:spPr>
      </p:pic>
      <p:sp>
        <p:nvSpPr>
          <p:cNvPr id="1216" name="Google Shape;1216;g2d3c64ac7e6_8_529"/>
          <p:cNvSpPr/>
          <p:nvPr/>
        </p:nvSpPr>
        <p:spPr>
          <a:xfrm>
            <a:off x="238125" y="1524000"/>
            <a:ext cx="1738314" cy="489916"/>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7" name="Google Shape;1217;g2d3c64ac7e6_8_529"/>
          <p:cNvSpPr/>
          <p:nvPr/>
        </p:nvSpPr>
        <p:spPr>
          <a:xfrm>
            <a:off x="238125"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8" name="Google Shape;1218;g2d3c64ac7e6_8_529"/>
          <p:cNvSpPr/>
          <p:nvPr/>
        </p:nvSpPr>
        <p:spPr>
          <a:xfrm>
            <a:off x="238125"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219" name="Google Shape;1219;g2d3c64ac7e6_8_529"/>
          <p:cNvPicPr preferRelativeResize="0"/>
          <p:nvPr/>
        </p:nvPicPr>
        <p:blipFill rotWithShape="1">
          <a:blip r:embed="rId7">
            <a:alphaModFix/>
          </a:blip>
          <a:srcRect b="0" l="0" r="0" t="0"/>
          <a:stretch/>
        </p:blipFill>
        <p:spPr>
          <a:xfrm>
            <a:off x="285750" y="1571625"/>
            <a:ext cx="285750" cy="285715"/>
          </a:xfrm>
          <a:prstGeom prst="rect">
            <a:avLst/>
          </a:prstGeom>
          <a:noFill/>
          <a:ln>
            <a:noFill/>
          </a:ln>
        </p:spPr>
      </p:pic>
      <p:sp>
        <p:nvSpPr>
          <p:cNvPr id="1220" name="Google Shape;1220;g2d3c64ac7e6_8_529"/>
          <p:cNvSpPr/>
          <p:nvPr/>
        </p:nvSpPr>
        <p:spPr>
          <a:xfrm>
            <a:off x="690563"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1" name="Google Shape;1221;g2d3c64ac7e6_8_529"/>
          <p:cNvSpPr/>
          <p:nvPr/>
        </p:nvSpPr>
        <p:spPr>
          <a:xfrm>
            <a:off x="690563"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222" name="Google Shape;1222;g2d3c64ac7e6_8_529"/>
          <p:cNvPicPr preferRelativeResize="0"/>
          <p:nvPr/>
        </p:nvPicPr>
        <p:blipFill rotWithShape="1">
          <a:blip r:embed="rId8">
            <a:alphaModFix/>
          </a:blip>
          <a:srcRect b="0" l="0" r="0" t="0"/>
          <a:stretch/>
        </p:blipFill>
        <p:spPr>
          <a:xfrm>
            <a:off x="738188" y="1571625"/>
            <a:ext cx="285750" cy="285715"/>
          </a:xfrm>
          <a:prstGeom prst="rect">
            <a:avLst/>
          </a:prstGeom>
          <a:noFill/>
          <a:ln>
            <a:noFill/>
          </a:ln>
        </p:spPr>
      </p:pic>
      <p:sp>
        <p:nvSpPr>
          <p:cNvPr id="1223" name="Google Shape;1223;g2d3c64ac7e6_8_529"/>
          <p:cNvSpPr/>
          <p:nvPr/>
        </p:nvSpPr>
        <p:spPr>
          <a:xfrm>
            <a:off x="1143001"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4" name="Google Shape;1224;g2d3c64ac7e6_8_529"/>
          <p:cNvSpPr/>
          <p:nvPr/>
        </p:nvSpPr>
        <p:spPr>
          <a:xfrm>
            <a:off x="1143001"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225" name="Google Shape;1225;g2d3c64ac7e6_8_529"/>
          <p:cNvPicPr preferRelativeResize="0"/>
          <p:nvPr/>
        </p:nvPicPr>
        <p:blipFill rotWithShape="1">
          <a:blip r:embed="rId9">
            <a:alphaModFix/>
          </a:blip>
          <a:srcRect b="0" l="0" r="0" t="0"/>
          <a:stretch/>
        </p:blipFill>
        <p:spPr>
          <a:xfrm>
            <a:off x="1190626" y="1571625"/>
            <a:ext cx="285750" cy="285715"/>
          </a:xfrm>
          <a:prstGeom prst="rect">
            <a:avLst/>
          </a:prstGeom>
          <a:noFill/>
          <a:ln>
            <a:noFill/>
          </a:ln>
        </p:spPr>
      </p:pic>
      <p:sp>
        <p:nvSpPr>
          <p:cNvPr id="1226" name="Google Shape;1226;g2d3c64ac7e6_8_529"/>
          <p:cNvSpPr/>
          <p:nvPr/>
        </p:nvSpPr>
        <p:spPr>
          <a:xfrm>
            <a:off x="1595439"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7" name="Google Shape;1227;g2d3c64ac7e6_8_529"/>
          <p:cNvSpPr/>
          <p:nvPr/>
        </p:nvSpPr>
        <p:spPr>
          <a:xfrm>
            <a:off x="1595439"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228" name="Google Shape;1228;g2d3c64ac7e6_8_529"/>
          <p:cNvPicPr preferRelativeResize="0"/>
          <p:nvPr/>
        </p:nvPicPr>
        <p:blipFill rotWithShape="1">
          <a:blip r:embed="rId10">
            <a:alphaModFix/>
          </a:blip>
          <a:srcRect b="0" l="0" r="0" t="0"/>
          <a:stretch/>
        </p:blipFill>
        <p:spPr>
          <a:xfrm>
            <a:off x="1643064" y="1571625"/>
            <a:ext cx="285750" cy="285715"/>
          </a:xfrm>
          <a:prstGeom prst="rect">
            <a:avLst/>
          </a:prstGeom>
          <a:noFill/>
          <a:ln>
            <a:noFill/>
          </a:ln>
        </p:spPr>
      </p:pic>
      <p:sp>
        <p:nvSpPr>
          <p:cNvPr id="1229" name="Google Shape;1229;g2d3c64ac7e6_8_529"/>
          <p:cNvSpPr/>
          <p:nvPr/>
        </p:nvSpPr>
        <p:spPr>
          <a:xfrm>
            <a:off x="238125" y="2252042"/>
            <a:ext cx="4095754" cy="11953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0" name="Google Shape;1230;g2d3c64ac7e6_8_529"/>
          <p:cNvSpPr/>
          <p:nvPr/>
        </p:nvSpPr>
        <p:spPr>
          <a:xfrm>
            <a:off x="238125" y="2201242"/>
            <a:ext cx="546101" cy="217488"/>
          </a:xfrm>
          <a:prstGeom prst="rect">
            <a:avLst/>
          </a:prstGeom>
          <a:noFill/>
          <a:ln>
            <a:noFill/>
          </a:ln>
        </p:spPr>
        <p:txBody>
          <a:bodyPr anchorCtr="0" anchor="b" bIns="0" lIns="0" spcFirstLastPara="1" rIns="0" wrap="square" tIns="0">
            <a:noAutofit/>
          </a:bodyPr>
          <a:lstStyle/>
          <a:p>
            <a:pPr indent="0" lvl="0" marL="0" marR="0" rtl="0" algn="l">
              <a:lnSpc>
                <a:spcPct val="109375"/>
              </a:lnSpc>
              <a:spcBef>
                <a:spcPts val="0"/>
              </a:spcBef>
              <a:spcAft>
                <a:spcPts val="0"/>
              </a:spcAft>
              <a:buClr>
                <a:srgbClr val="000000"/>
              </a:buClr>
              <a:buSzPts val="1200"/>
              <a:buFont typeface="Inter"/>
              <a:buNone/>
            </a:pPr>
            <a:r>
              <a:rPr b="1" i="0" lang="en" sz="1200" u="none" cap="none" strike="noStrike">
                <a:solidFill>
                  <a:srgbClr val="000000"/>
                </a:solidFill>
                <a:latin typeface="Inter"/>
                <a:ea typeface="Inter"/>
                <a:cs typeface="Inter"/>
                <a:sym typeface="Inter"/>
              </a:rPr>
              <a:t>Before </a:t>
            </a:r>
            <a:endParaRPr b="0" i="0" sz="1200" u="none" cap="none" strike="noStrike">
              <a:solidFill>
                <a:schemeClr val="dk1"/>
              </a:solidFill>
              <a:latin typeface="Calibri"/>
              <a:ea typeface="Calibri"/>
              <a:cs typeface="Calibri"/>
              <a:sym typeface="Calibri"/>
            </a:endParaRPr>
          </a:p>
        </p:txBody>
      </p:sp>
      <p:sp>
        <p:nvSpPr>
          <p:cNvPr id="1231" name="Google Shape;1231;g2d3c64ac7e6_8_529"/>
          <p:cNvSpPr/>
          <p:nvPr/>
        </p:nvSpPr>
        <p:spPr>
          <a:xfrm>
            <a:off x="238125" y="2456823"/>
            <a:ext cx="3579900" cy="1125300"/>
          </a:xfrm>
          <a:prstGeom prst="rect">
            <a:avLst/>
          </a:prstGeom>
          <a:noFill/>
          <a:ln>
            <a:noFill/>
          </a:ln>
        </p:spPr>
        <p:txBody>
          <a:bodyPr anchorCtr="0" anchor="t"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Revenue generating leads lost in a sea of customer support tickets.</a:t>
            </a:r>
            <a:endParaRPr b="0" i="0" sz="1000" u="none" cap="none" strike="noStrike">
              <a:solidFill>
                <a:srgbClr val="000000"/>
              </a:solidFill>
              <a:latin typeface="Inter"/>
              <a:ea typeface="Inter"/>
              <a:cs typeface="Inter"/>
              <a:sym typeface="Inter"/>
            </a:endParaRPr>
          </a:p>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chemeClr val="dk1"/>
                </a:solidFill>
                <a:latin typeface="Inter"/>
                <a:ea typeface="Inter"/>
                <a:cs typeface="Inter"/>
                <a:sym typeface="Inter"/>
              </a:rPr>
              <a:t>Customer feedback siloed—causing mistakes and a poor customer experience.</a:t>
            </a:r>
            <a:endParaRPr b="0" i="0" sz="1000" u="none" cap="none" strike="noStrike">
              <a:solidFill>
                <a:schemeClr val="dk1"/>
              </a:solidFill>
              <a:latin typeface="Inter"/>
              <a:ea typeface="Inter"/>
              <a:cs typeface="Inter"/>
              <a:sym typeface="Inter"/>
            </a:endParaRPr>
          </a:p>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chemeClr val="dk1"/>
                </a:solidFill>
                <a:latin typeface="Inter"/>
                <a:ea typeface="Inter"/>
                <a:cs typeface="Inter"/>
                <a:sym typeface="Inter"/>
              </a:rPr>
              <a:t>Support reps splitting focus between sharing info and helping customers. </a:t>
            </a:r>
            <a:endParaRPr b="0" i="0" sz="1000" u="none" cap="none" strike="noStrike">
              <a:solidFill>
                <a:srgbClr val="000000"/>
              </a:solidFill>
              <a:latin typeface="Inter"/>
              <a:ea typeface="Inter"/>
              <a:cs typeface="Inter"/>
              <a:sym typeface="Inter"/>
            </a:endParaRPr>
          </a:p>
        </p:txBody>
      </p:sp>
      <p:sp>
        <p:nvSpPr>
          <p:cNvPr id="1232" name="Google Shape;1232;g2d3c64ac7e6_8_529"/>
          <p:cNvSpPr/>
          <p:nvPr/>
        </p:nvSpPr>
        <p:spPr>
          <a:xfrm>
            <a:off x="238125" y="3685554"/>
            <a:ext cx="4095754" cy="10429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3" name="Google Shape;1233;g2d3c64ac7e6_8_529"/>
          <p:cNvSpPr/>
          <p:nvPr/>
        </p:nvSpPr>
        <p:spPr>
          <a:xfrm>
            <a:off x="238125" y="3634754"/>
            <a:ext cx="1722671" cy="217488"/>
          </a:xfrm>
          <a:prstGeom prst="rect">
            <a:avLst/>
          </a:prstGeom>
          <a:noFill/>
          <a:ln>
            <a:noFill/>
          </a:ln>
        </p:spPr>
        <p:txBody>
          <a:bodyPr anchorCtr="0" anchor="b" bIns="0" lIns="0" spcFirstLastPara="1" rIns="0" wrap="square" tIns="0">
            <a:noAutofit/>
          </a:bodyPr>
          <a:lstStyle/>
          <a:p>
            <a:pPr indent="0" lvl="0" marL="0" marR="0" rtl="0" algn="l">
              <a:lnSpc>
                <a:spcPct val="109375"/>
              </a:lnSpc>
              <a:spcBef>
                <a:spcPts val="0"/>
              </a:spcBef>
              <a:spcAft>
                <a:spcPts val="0"/>
              </a:spcAft>
              <a:buClr>
                <a:srgbClr val="000000"/>
              </a:buClr>
              <a:buSzPts val="1200"/>
              <a:buFont typeface="Inter"/>
              <a:buNone/>
            </a:pPr>
            <a:r>
              <a:rPr b="1" i="0" lang="en" sz="1200" u="none" cap="none" strike="noStrike">
                <a:solidFill>
                  <a:srgbClr val="000000"/>
                </a:solidFill>
                <a:latin typeface="Inter"/>
                <a:ea typeface="Inter"/>
                <a:cs typeface="Inter"/>
                <a:sym typeface="Inter"/>
              </a:rPr>
              <a:t>After</a:t>
            </a:r>
            <a:endParaRPr b="0" i="0" sz="1200" u="none" cap="none" strike="noStrike">
              <a:solidFill>
                <a:schemeClr val="dk1"/>
              </a:solidFill>
              <a:latin typeface="Calibri"/>
              <a:ea typeface="Calibri"/>
              <a:cs typeface="Calibri"/>
              <a:sym typeface="Calibri"/>
            </a:endParaRPr>
          </a:p>
        </p:txBody>
      </p:sp>
      <p:sp>
        <p:nvSpPr>
          <p:cNvPr id="1234" name="Google Shape;1234;g2d3c64ac7e6_8_529"/>
          <p:cNvSpPr/>
          <p:nvPr/>
        </p:nvSpPr>
        <p:spPr>
          <a:xfrm>
            <a:off x="238125" y="3849092"/>
            <a:ext cx="4137000" cy="1043100"/>
          </a:xfrm>
          <a:prstGeom prst="rect">
            <a:avLst/>
          </a:prstGeom>
          <a:noFill/>
          <a:ln>
            <a:noFill/>
          </a:ln>
        </p:spPr>
        <p:txBody>
          <a:bodyPr anchorCtr="0" anchor="b"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Leads are created from Zendesk tickets—so sales can follow up while they're hot. </a:t>
            </a:r>
            <a:endParaRPr b="0" i="0" sz="1000" u="none" cap="none" strike="noStrike">
              <a:solidFill>
                <a:srgbClr val="000000"/>
              </a:solidFill>
              <a:latin typeface="Inter"/>
              <a:ea typeface="Inter"/>
              <a:cs typeface="Inter"/>
              <a:sym typeface="Inter"/>
            </a:endParaRPr>
          </a:p>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chemeClr val="dk1"/>
                </a:solidFill>
                <a:latin typeface="Inter"/>
                <a:ea typeface="Inter"/>
                <a:cs typeface="Inter"/>
                <a:sym typeface="Inter"/>
              </a:rPr>
              <a:t>Product gets a constant flow of feedback in Airtable.</a:t>
            </a:r>
            <a:endParaRPr b="0" i="0" sz="1000" u="none" cap="none" strike="noStrike">
              <a:solidFill>
                <a:schemeClr val="dk1"/>
              </a:solidFill>
              <a:latin typeface="Inter"/>
              <a:ea typeface="Inter"/>
              <a:cs typeface="Inter"/>
              <a:sym typeface="Inter"/>
            </a:endParaRPr>
          </a:p>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chemeClr val="dk1"/>
                </a:solidFill>
                <a:latin typeface="Inter"/>
                <a:ea typeface="Inter"/>
                <a:cs typeface="Inter"/>
                <a:sym typeface="Inter"/>
              </a:rPr>
              <a:t>Support saves time aggregating feedback to share, and nothing falls through the cracks. </a:t>
            </a:r>
            <a:endParaRPr b="0" i="0" sz="1000" u="none" cap="none" strike="noStrike">
              <a:solidFill>
                <a:srgbClr val="000000"/>
              </a:solidFill>
              <a:latin typeface="Inter"/>
              <a:ea typeface="Inter"/>
              <a:cs typeface="Inter"/>
              <a:sym typeface="Inter"/>
            </a:endParaRPr>
          </a:p>
        </p:txBody>
      </p:sp>
      <p:sp>
        <p:nvSpPr>
          <p:cNvPr id="1235" name="Google Shape;1235;g2d3c64ac7e6_8_529"/>
          <p:cNvSpPr/>
          <p:nvPr/>
        </p:nvSpPr>
        <p:spPr>
          <a:xfrm>
            <a:off x="4876805" y="304800"/>
            <a:ext cx="3962404" cy="45339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6" name="Google Shape;1236;g2d3c64ac7e6_8_529"/>
          <p:cNvSpPr/>
          <p:nvPr/>
        </p:nvSpPr>
        <p:spPr>
          <a:xfrm>
            <a:off x="4876805" y="304800"/>
            <a:ext cx="3962404" cy="1384300"/>
          </a:xfrm>
          <a:prstGeom prst="roundRect">
            <a:avLst>
              <a:gd fmla="val 3468"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7" name="Google Shape;1237;g2d3c64ac7e6_8_529"/>
          <p:cNvSpPr/>
          <p:nvPr/>
        </p:nvSpPr>
        <p:spPr>
          <a:xfrm>
            <a:off x="5048255" y="476250"/>
            <a:ext cx="723901" cy="10414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8" name="Google Shape;1238;g2d3c64ac7e6_8_529"/>
          <p:cNvSpPr/>
          <p:nvPr/>
        </p:nvSpPr>
        <p:spPr>
          <a:xfrm>
            <a:off x="5095880" y="570707"/>
            <a:ext cx="628651" cy="8524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9" name="Google Shape;1239;g2d3c64ac7e6_8_529"/>
          <p:cNvSpPr/>
          <p:nvPr/>
        </p:nvSpPr>
        <p:spPr>
          <a:xfrm>
            <a:off x="5095880" y="570707"/>
            <a:ext cx="819151" cy="1042988"/>
          </a:xfrm>
          <a:prstGeom prst="rect">
            <a:avLst/>
          </a:prstGeom>
          <a:noFill/>
          <a:ln>
            <a:noFill/>
          </a:ln>
        </p:spPr>
        <p:txBody>
          <a:bodyPr anchorCtr="0" anchor="t" bIns="0" lIns="0" spcFirstLastPara="1" rIns="0" wrap="square" tIns="0">
            <a:noAutofit/>
          </a:bodyPr>
          <a:lstStyle/>
          <a:p>
            <a:pPr indent="0" lvl="0" marL="0" marR="0" rtl="0" algn="l">
              <a:lnSpc>
                <a:spcPct val="149141"/>
              </a:lnSpc>
              <a:spcBef>
                <a:spcPts val="0"/>
              </a:spcBef>
              <a:spcAft>
                <a:spcPts val="0"/>
              </a:spcAft>
              <a:buClr>
                <a:srgbClr val="2B2358"/>
              </a:buClr>
              <a:buSzPts val="4500"/>
              <a:buFont typeface="Arial"/>
              <a:buNone/>
            </a:pPr>
            <a:r>
              <a:rPr b="1" i="0" lang="en" sz="4500" u="none" cap="none" strike="noStrike">
                <a:solidFill>
                  <a:srgbClr val="2B2358"/>
                </a:solidFill>
                <a:latin typeface="Inter"/>
                <a:ea typeface="Inter"/>
                <a:cs typeface="Inter"/>
                <a:sym typeface="Inter"/>
              </a:rPr>
              <a:t>4+</a:t>
            </a:r>
            <a:endParaRPr b="1" i="0" sz="4500" u="none" cap="none" strike="noStrike">
              <a:solidFill>
                <a:schemeClr val="dk1"/>
              </a:solidFill>
              <a:latin typeface="Inter"/>
              <a:ea typeface="Inter"/>
              <a:cs typeface="Inter"/>
              <a:sym typeface="Inter"/>
            </a:endParaRPr>
          </a:p>
        </p:txBody>
      </p:sp>
      <p:sp>
        <p:nvSpPr>
          <p:cNvPr id="1240" name="Google Shape;1240;g2d3c64ac7e6_8_529"/>
          <p:cNvSpPr/>
          <p:nvPr/>
        </p:nvSpPr>
        <p:spPr>
          <a:xfrm>
            <a:off x="5943606" y="641350"/>
            <a:ext cx="2806703" cy="711200"/>
          </a:xfrm>
          <a:prstGeom prst="rect">
            <a:avLst/>
          </a:prstGeom>
          <a:noFill/>
          <a:ln>
            <a:noFill/>
          </a:ln>
        </p:spPr>
        <p:txBody>
          <a:bodyPr anchorCtr="0" anchor="ctr" bIns="0" lIns="0" spcFirstLastPara="1" rIns="0" wrap="square" tIns="0">
            <a:noAutofit/>
          </a:bodyPr>
          <a:lstStyle/>
          <a:p>
            <a:pPr indent="0" lvl="0" marL="0" marR="0" rtl="0" algn="l">
              <a:lnSpc>
                <a:spcPct val="115384"/>
              </a:lnSpc>
              <a:spcBef>
                <a:spcPts val="0"/>
              </a:spcBef>
              <a:spcAft>
                <a:spcPts val="0"/>
              </a:spcAft>
              <a:buClr>
                <a:srgbClr val="201515"/>
              </a:buClr>
              <a:buSzPts val="1900"/>
              <a:buFont typeface="Play"/>
              <a:buNone/>
            </a:pPr>
            <a:r>
              <a:rPr b="1" i="0" lang="en" sz="1200" u="none" cap="none" strike="noStrike">
                <a:solidFill>
                  <a:srgbClr val="201515"/>
                </a:solidFill>
                <a:latin typeface="Inter"/>
                <a:ea typeface="Inter"/>
                <a:cs typeface="Inter"/>
                <a:sym typeface="Inter"/>
              </a:rPr>
              <a:t>hours saved per week by each Product and Support Teams</a:t>
            </a:r>
            <a:endParaRPr b="0" i="0" sz="1200" u="none" cap="none" strike="noStrike">
              <a:solidFill>
                <a:schemeClr val="dk1"/>
              </a:solidFill>
              <a:latin typeface="Inter"/>
              <a:ea typeface="Inter"/>
              <a:cs typeface="Inter"/>
              <a:sym typeface="Inter"/>
            </a:endParaRPr>
          </a:p>
        </p:txBody>
      </p:sp>
      <p:sp>
        <p:nvSpPr>
          <p:cNvPr id="1241" name="Google Shape;1241;g2d3c64ac7e6_8_529"/>
          <p:cNvSpPr/>
          <p:nvPr/>
        </p:nvSpPr>
        <p:spPr>
          <a:xfrm>
            <a:off x="4876805" y="1879601"/>
            <a:ext cx="3962404" cy="1384300"/>
          </a:xfrm>
          <a:prstGeom prst="roundRect">
            <a:avLst>
              <a:gd fmla="val 3468"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2" name="Google Shape;1242;g2d3c64ac7e6_8_529"/>
          <p:cNvSpPr/>
          <p:nvPr/>
        </p:nvSpPr>
        <p:spPr>
          <a:xfrm>
            <a:off x="5048255" y="2051051"/>
            <a:ext cx="514350" cy="10414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243" name="Google Shape;1243;g2d3c64ac7e6_8_529"/>
          <p:cNvPicPr preferRelativeResize="0"/>
          <p:nvPr/>
        </p:nvPicPr>
        <p:blipFill rotWithShape="1">
          <a:blip r:embed="rId11">
            <a:alphaModFix/>
          </a:blip>
          <a:srcRect b="0" l="0" r="0" t="0"/>
          <a:stretch/>
        </p:blipFill>
        <p:spPr>
          <a:xfrm>
            <a:off x="5095880" y="2362200"/>
            <a:ext cx="419101" cy="419048"/>
          </a:xfrm>
          <a:prstGeom prst="rect">
            <a:avLst/>
          </a:prstGeom>
          <a:noFill/>
          <a:ln>
            <a:noFill/>
          </a:ln>
        </p:spPr>
      </p:pic>
      <p:sp>
        <p:nvSpPr>
          <p:cNvPr id="1244" name="Google Shape;1244;g2d3c64ac7e6_8_529"/>
          <p:cNvSpPr/>
          <p:nvPr/>
        </p:nvSpPr>
        <p:spPr>
          <a:xfrm>
            <a:off x="5734055" y="2216150"/>
            <a:ext cx="3016253" cy="711200"/>
          </a:xfrm>
          <a:prstGeom prst="rect">
            <a:avLst/>
          </a:prstGeom>
          <a:noFill/>
          <a:ln>
            <a:noFill/>
          </a:ln>
        </p:spPr>
        <p:txBody>
          <a:bodyPr anchorCtr="0" anchor="ctr" bIns="0" lIns="0" spcFirstLastPara="1" rIns="0" wrap="square" tIns="0">
            <a:noAutofit/>
          </a:bodyPr>
          <a:lstStyle/>
          <a:p>
            <a:pPr indent="0" lvl="0" marL="0" marR="0" rtl="0" algn="l">
              <a:lnSpc>
                <a:spcPct val="115384"/>
              </a:lnSpc>
              <a:spcBef>
                <a:spcPts val="0"/>
              </a:spcBef>
              <a:spcAft>
                <a:spcPts val="0"/>
              </a:spcAft>
              <a:buClr>
                <a:srgbClr val="201515"/>
              </a:buClr>
              <a:buSzPts val="1900"/>
              <a:buFont typeface="Play"/>
              <a:buNone/>
            </a:pPr>
            <a:r>
              <a:rPr b="1" i="0" lang="en" sz="1200" u="none" cap="none" strike="noStrike">
                <a:solidFill>
                  <a:srgbClr val="201515"/>
                </a:solidFill>
                <a:latin typeface="Inter"/>
                <a:ea typeface="Inter"/>
                <a:cs typeface="Inter"/>
                <a:sym typeface="Inter"/>
              </a:rPr>
              <a:t>Increased sales conversions</a:t>
            </a:r>
            <a:endParaRPr b="0" i="0" sz="1200" u="none" cap="none" strike="noStrike">
              <a:solidFill>
                <a:schemeClr val="dk1"/>
              </a:solidFill>
              <a:latin typeface="Inter"/>
              <a:ea typeface="Inter"/>
              <a:cs typeface="Inter"/>
              <a:sym typeface="Inter"/>
            </a:endParaRPr>
          </a:p>
        </p:txBody>
      </p:sp>
      <p:sp>
        <p:nvSpPr>
          <p:cNvPr id="1245" name="Google Shape;1245;g2d3c64ac7e6_8_529"/>
          <p:cNvSpPr/>
          <p:nvPr/>
        </p:nvSpPr>
        <p:spPr>
          <a:xfrm>
            <a:off x="4876805" y="3454401"/>
            <a:ext cx="3962404" cy="1384300"/>
          </a:xfrm>
          <a:prstGeom prst="roundRect">
            <a:avLst>
              <a:gd fmla="val 3468"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6" name="Google Shape;1246;g2d3c64ac7e6_8_529"/>
          <p:cNvSpPr/>
          <p:nvPr/>
        </p:nvSpPr>
        <p:spPr>
          <a:xfrm>
            <a:off x="5048255" y="3746500"/>
            <a:ext cx="3619503" cy="8001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7" name="Google Shape;1247;g2d3c64ac7e6_8_529"/>
          <p:cNvSpPr/>
          <p:nvPr/>
        </p:nvSpPr>
        <p:spPr>
          <a:xfrm>
            <a:off x="5048255" y="3746500"/>
            <a:ext cx="3619503" cy="8001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8" name="Google Shape;1248;g2d3c64ac7e6_8_529"/>
          <p:cNvSpPr/>
          <p:nvPr/>
        </p:nvSpPr>
        <p:spPr>
          <a:xfrm>
            <a:off x="5048255" y="3825082"/>
            <a:ext cx="3619503" cy="64293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9" name="Google Shape;1249;g2d3c64ac7e6_8_529"/>
          <p:cNvSpPr/>
          <p:nvPr/>
        </p:nvSpPr>
        <p:spPr>
          <a:xfrm>
            <a:off x="5048255" y="3825082"/>
            <a:ext cx="3619503" cy="633413"/>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0" name="Google Shape;1250;g2d3c64ac7e6_8_529"/>
          <p:cNvSpPr/>
          <p:nvPr/>
        </p:nvSpPr>
        <p:spPr>
          <a:xfrm>
            <a:off x="5048255" y="3825082"/>
            <a:ext cx="3648078" cy="471488"/>
          </a:xfrm>
          <a:prstGeom prst="rect">
            <a:avLst/>
          </a:prstGeom>
          <a:noFill/>
          <a:ln>
            <a:noFill/>
          </a:ln>
        </p:spPr>
        <p:txBody>
          <a:bodyPr anchorCtr="0" anchor="t" bIns="0" lIns="0" spcFirstLastPara="1" rIns="0" wrap="square" tIns="0">
            <a:noAutofit/>
          </a:bodyPr>
          <a:lstStyle/>
          <a:p>
            <a:pPr indent="0" lvl="0" marL="0" marR="0" rtl="0" algn="l">
              <a:lnSpc>
                <a:spcPct val="172222"/>
              </a:lnSpc>
              <a:spcBef>
                <a:spcPts val="0"/>
              </a:spcBef>
              <a:spcAft>
                <a:spcPts val="0"/>
              </a:spcAft>
              <a:buClr>
                <a:srgbClr val="2D2E2E"/>
              </a:buClr>
              <a:buSzPts val="700"/>
              <a:buFont typeface="Inter"/>
              <a:buNone/>
            </a:pPr>
            <a:r>
              <a:rPr b="1" i="0" lang="en" sz="700" u="none" cap="none" strike="noStrike">
                <a:solidFill>
                  <a:srgbClr val="2D2E2E"/>
                </a:solidFill>
                <a:latin typeface="Inter"/>
                <a:ea typeface="Inter"/>
                <a:cs typeface="Inter"/>
                <a:sym typeface="Inter"/>
              </a:rPr>
              <a:t>"[With automation] support now has an ongoing feedback loop with the product team. They convey customer information from the frontlines, which improves the product and provides satisfaction to our customers."</a:t>
            </a:r>
            <a:endParaRPr b="0" i="0" sz="700" u="none" cap="none" strike="noStrike">
              <a:solidFill>
                <a:schemeClr val="dk1"/>
              </a:solidFill>
              <a:latin typeface="Inter"/>
              <a:ea typeface="Inter"/>
              <a:cs typeface="Inter"/>
              <a:sym typeface="Inter"/>
            </a:endParaRPr>
          </a:p>
        </p:txBody>
      </p:sp>
      <p:sp>
        <p:nvSpPr>
          <p:cNvPr id="1251" name="Google Shape;1251;g2d3c64ac7e6_8_529"/>
          <p:cNvSpPr/>
          <p:nvPr/>
        </p:nvSpPr>
        <p:spPr>
          <a:xfrm>
            <a:off x="5048255" y="4363244"/>
            <a:ext cx="1365251" cy="117475"/>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2D2E2E"/>
              </a:buClr>
              <a:buSzPts val="500"/>
              <a:buFont typeface="Inter"/>
              <a:buNone/>
            </a:pPr>
            <a:r>
              <a:rPr b="0" i="0" lang="en" sz="500" u="none" cap="none" strike="noStrike">
                <a:solidFill>
                  <a:srgbClr val="2D2E2E"/>
                </a:solidFill>
                <a:latin typeface="Inter"/>
                <a:ea typeface="Inter"/>
                <a:cs typeface="Inter"/>
                <a:sym typeface="Inter"/>
              </a:rPr>
              <a:t>—Kate Riney, Brand Storyteller at Calendly</a:t>
            </a:r>
            <a:endParaRPr b="0" i="0" sz="500" u="none" cap="none" strike="noStrike">
              <a:solidFill>
                <a:schemeClr val="dk1"/>
              </a:solidFill>
              <a:latin typeface="Inter"/>
              <a:ea typeface="Inter"/>
              <a:cs typeface="Inter"/>
              <a:sym typeface="Inter"/>
            </a:endParaRPr>
          </a:p>
        </p:txBody>
      </p:sp>
      <p:sp>
        <p:nvSpPr>
          <p:cNvPr id="1252" name="Google Shape;1252;g2d3c64ac7e6_8_529"/>
          <p:cNvSpPr/>
          <p:nvPr/>
        </p:nvSpPr>
        <p:spPr>
          <a:xfrm>
            <a:off x="238125" y="4829175"/>
            <a:ext cx="3433766" cy="2286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3" name="Google Shape;1253;g2d3c64ac7e6_8_529"/>
          <p:cNvSpPr/>
          <p:nvPr/>
        </p:nvSpPr>
        <p:spPr>
          <a:xfrm>
            <a:off x="238125" y="4803775"/>
            <a:ext cx="3459166" cy="254000"/>
          </a:xfrm>
          <a:prstGeom prst="rect">
            <a:avLst/>
          </a:prstGeom>
          <a:noFill/>
          <a:ln>
            <a:noFill/>
          </a:ln>
        </p:spPr>
        <p:txBody>
          <a:bodyPr anchorCtr="0" anchor="b" bIns="0" lIns="0" spcFirstLastPara="1" rIns="0" wrap="square" tIns="0">
            <a:noAutofit/>
          </a:bodyPr>
          <a:lstStyle/>
          <a:p>
            <a:pPr indent="0" lvl="0" marL="0" marR="0" rtl="0" algn="l">
              <a:lnSpc>
                <a:spcPct val="150000"/>
              </a:lnSpc>
              <a:spcBef>
                <a:spcPts val="0"/>
              </a:spcBef>
              <a:spcAft>
                <a:spcPts val="0"/>
              </a:spcAft>
              <a:buClr>
                <a:srgbClr val="3D4592"/>
              </a:buClr>
              <a:buSzPts val="600"/>
              <a:buFont typeface="Inter"/>
              <a:buNone/>
            </a:pPr>
            <a:r>
              <a:rPr b="0" i="0" lang="en" sz="600" u="none" cap="none" strike="noStrike">
                <a:solidFill>
                  <a:srgbClr val="3D4592"/>
                </a:solidFill>
                <a:latin typeface="Inter"/>
                <a:ea typeface="Inter"/>
                <a:cs typeface="Inter"/>
                <a:sym typeface="Inter"/>
              </a:rPr>
              <a:t>🔗 Read the full customer story →</a:t>
            </a:r>
            <a:endParaRPr b="0" i="0" sz="6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8" name="Shape 1258"/>
        <p:cNvGrpSpPr/>
        <p:nvPr/>
      </p:nvGrpSpPr>
      <p:grpSpPr>
        <a:xfrm>
          <a:off x="0" y="0"/>
          <a:ext cx="0" cy="0"/>
          <a:chOff x="0" y="0"/>
          <a:chExt cx="0" cy="0"/>
        </a:xfrm>
      </p:grpSpPr>
      <p:pic>
        <p:nvPicPr>
          <p:cNvPr descr=" " id="1259" name="Google Shape;1259;g2d3c64ac7e6_8_594"/>
          <p:cNvPicPr preferRelativeResize="0"/>
          <p:nvPr/>
        </p:nvPicPr>
        <p:blipFill rotWithShape="1">
          <a:blip r:embed="rId3">
            <a:alphaModFix/>
          </a:blip>
          <a:srcRect b="0" l="0" r="0" t="0"/>
          <a:stretch/>
        </p:blipFill>
        <p:spPr>
          <a:xfrm>
            <a:off x="0" y="0"/>
            <a:ext cx="9144009" cy="5142862"/>
          </a:xfrm>
          <a:prstGeom prst="rect">
            <a:avLst/>
          </a:prstGeom>
          <a:noFill/>
          <a:ln>
            <a:noFill/>
          </a:ln>
        </p:spPr>
      </p:pic>
      <p:sp>
        <p:nvSpPr>
          <p:cNvPr id="1260" name="Google Shape;1260;g2d3c64ac7e6_8_594"/>
          <p:cNvSpPr/>
          <p:nvPr/>
        </p:nvSpPr>
        <p:spPr>
          <a:xfrm>
            <a:off x="238125" y="1143000"/>
            <a:ext cx="3733804" cy="142875"/>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1" name="Google Shape;1261;g2d3c64ac7e6_8_594"/>
          <p:cNvSpPr/>
          <p:nvPr/>
        </p:nvSpPr>
        <p:spPr>
          <a:xfrm>
            <a:off x="238125" y="1143000"/>
            <a:ext cx="766763" cy="142875"/>
          </a:xfrm>
          <a:prstGeom prst="roundRect">
            <a:avLst>
              <a:gd fmla="val 333600" name="adj"/>
            </a:avLst>
          </a:prstGeom>
          <a:solidFill>
            <a:srgbClr val="FF4F00"/>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2" name="Google Shape;1262;g2d3c64ac7e6_8_594"/>
          <p:cNvSpPr/>
          <p:nvPr/>
        </p:nvSpPr>
        <p:spPr>
          <a:xfrm>
            <a:off x="263525" y="1144587"/>
            <a:ext cx="715963"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FFFDF9"/>
              </a:buClr>
              <a:buSzPts val="600"/>
              <a:buFont typeface="Inter"/>
              <a:buNone/>
            </a:pPr>
            <a:r>
              <a:rPr b="1" i="0" lang="en" sz="600" u="none" cap="none" strike="noStrike">
                <a:solidFill>
                  <a:srgbClr val="FFFDF9"/>
                </a:solidFill>
                <a:latin typeface="Inter"/>
                <a:ea typeface="Inter"/>
                <a:cs typeface="Inter"/>
                <a:sym typeface="Inter"/>
              </a:rPr>
              <a:t>Lead management</a:t>
            </a:r>
            <a:endParaRPr b="0" i="0" sz="600" u="none" cap="none" strike="noStrike">
              <a:solidFill>
                <a:schemeClr val="dk1"/>
              </a:solidFill>
              <a:latin typeface="Calibri"/>
              <a:ea typeface="Calibri"/>
              <a:cs typeface="Calibri"/>
              <a:sym typeface="Calibri"/>
            </a:endParaRPr>
          </a:p>
        </p:txBody>
      </p:sp>
      <p:sp>
        <p:nvSpPr>
          <p:cNvPr id="1263" name="Google Shape;1263;g2d3c64ac7e6_8_594"/>
          <p:cNvSpPr/>
          <p:nvPr/>
        </p:nvSpPr>
        <p:spPr>
          <a:xfrm>
            <a:off x="1100139" y="1143000"/>
            <a:ext cx="1152526" cy="142875"/>
          </a:xfrm>
          <a:prstGeom prst="roundRect">
            <a:avLst>
              <a:gd fmla="val 333600" name="adj"/>
            </a:avLst>
          </a:prstGeom>
          <a:solidFill>
            <a:srgbClr val="FF4F00"/>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4" name="Google Shape;1264;g2d3c64ac7e6_8_594"/>
          <p:cNvSpPr/>
          <p:nvPr/>
        </p:nvSpPr>
        <p:spPr>
          <a:xfrm>
            <a:off x="1125539" y="1144587"/>
            <a:ext cx="1101726"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FFFDF9"/>
              </a:buClr>
              <a:buSzPts val="600"/>
              <a:buFont typeface="Inter"/>
              <a:buNone/>
            </a:pPr>
            <a:r>
              <a:rPr b="1" i="0" lang="en" sz="600" u="none" cap="none" strike="noStrike">
                <a:solidFill>
                  <a:srgbClr val="FFFDF9"/>
                </a:solidFill>
                <a:latin typeface="Inter"/>
                <a:ea typeface="Inter"/>
                <a:cs typeface="Inter"/>
                <a:sym typeface="Inter"/>
              </a:rPr>
              <a:t>Advertising list management</a:t>
            </a:r>
            <a:endParaRPr b="0" i="0" sz="600" u="none" cap="none" strike="noStrike">
              <a:solidFill>
                <a:schemeClr val="dk1"/>
              </a:solidFill>
              <a:latin typeface="Calibri"/>
              <a:ea typeface="Calibri"/>
              <a:cs typeface="Calibri"/>
              <a:sym typeface="Calibri"/>
            </a:endParaRPr>
          </a:p>
        </p:txBody>
      </p:sp>
      <p:sp>
        <p:nvSpPr>
          <p:cNvPr id="1265" name="Google Shape;1265;g2d3c64ac7e6_8_594"/>
          <p:cNvSpPr/>
          <p:nvPr/>
        </p:nvSpPr>
        <p:spPr>
          <a:xfrm>
            <a:off x="2347915" y="1143000"/>
            <a:ext cx="1033463" cy="142875"/>
          </a:xfrm>
          <a:prstGeom prst="roundRect">
            <a:avLst>
              <a:gd fmla="val 333600" name="adj"/>
            </a:avLst>
          </a:prstGeom>
          <a:solidFill>
            <a:srgbClr val="CDE4E1"/>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6" name="Google Shape;1266;g2d3c64ac7e6_8_594"/>
          <p:cNvSpPr/>
          <p:nvPr/>
        </p:nvSpPr>
        <p:spPr>
          <a:xfrm>
            <a:off x="2373315" y="1144587"/>
            <a:ext cx="982663"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403F3E"/>
              </a:buClr>
              <a:buSzPts val="600"/>
              <a:buFont typeface="Inter"/>
              <a:buNone/>
            </a:pPr>
            <a:r>
              <a:rPr b="1" i="0" lang="en" sz="600" u="none" cap="none" strike="noStrike">
                <a:solidFill>
                  <a:srgbClr val="403F3E"/>
                </a:solidFill>
                <a:latin typeface="Inter"/>
                <a:ea typeface="Inter"/>
                <a:cs typeface="Inter"/>
                <a:sym typeface="Inter"/>
              </a:rPr>
              <a:t>Company size: Enterprise</a:t>
            </a:r>
            <a:endParaRPr b="0" i="0" sz="600" u="none" cap="none" strike="noStrike">
              <a:solidFill>
                <a:schemeClr val="dk1"/>
              </a:solidFill>
              <a:latin typeface="Calibri"/>
              <a:ea typeface="Calibri"/>
              <a:cs typeface="Calibri"/>
              <a:sym typeface="Calibri"/>
            </a:endParaRPr>
          </a:p>
        </p:txBody>
      </p:sp>
      <p:sp>
        <p:nvSpPr>
          <p:cNvPr id="1267" name="Google Shape;1267;g2d3c64ac7e6_8_594"/>
          <p:cNvSpPr/>
          <p:nvPr/>
        </p:nvSpPr>
        <p:spPr>
          <a:xfrm>
            <a:off x="3476628" y="1143000"/>
            <a:ext cx="495300" cy="142875"/>
          </a:xfrm>
          <a:prstGeom prst="roundRect">
            <a:avLst>
              <a:gd fmla="val 333600" name="adj"/>
            </a:avLst>
          </a:prstGeom>
          <a:solidFill>
            <a:srgbClr val="C1B7F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8" name="Google Shape;1268;g2d3c64ac7e6_8_594"/>
          <p:cNvSpPr/>
          <p:nvPr/>
        </p:nvSpPr>
        <p:spPr>
          <a:xfrm>
            <a:off x="3502028" y="1144587"/>
            <a:ext cx="444501"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403F3E"/>
              </a:buClr>
              <a:buSzPts val="600"/>
              <a:buFont typeface="Inter"/>
              <a:buNone/>
            </a:pPr>
            <a:r>
              <a:rPr b="1" i="0" lang="en" sz="600" u="none" cap="none" strike="noStrike">
                <a:solidFill>
                  <a:srgbClr val="403F3E"/>
                </a:solidFill>
                <a:latin typeface="Inter"/>
                <a:ea typeface="Inter"/>
                <a:cs typeface="Inter"/>
                <a:sym typeface="Inter"/>
              </a:rPr>
              <a:t>SaaS (B2B)</a:t>
            </a:r>
            <a:endParaRPr b="0" i="0" sz="600" u="none" cap="none" strike="noStrike">
              <a:solidFill>
                <a:schemeClr val="dk1"/>
              </a:solidFill>
              <a:latin typeface="Calibri"/>
              <a:ea typeface="Calibri"/>
              <a:cs typeface="Calibri"/>
              <a:sym typeface="Calibri"/>
            </a:endParaRPr>
          </a:p>
        </p:txBody>
      </p:sp>
      <p:sp>
        <p:nvSpPr>
          <p:cNvPr id="1269" name="Google Shape;1269;g2d3c64ac7e6_8_594"/>
          <p:cNvSpPr/>
          <p:nvPr/>
        </p:nvSpPr>
        <p:spPr>
          <a:xfrm>
            <a:off x="238125" y="238125"/>
            <a:ext cx="3305178" cy="809625"/>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0" name="Google Shape;1270;g2d3c64ac7e6_8_594"/>
          <p:cNvSpPr/>
          <p:nvPr/>
        </p:nvSpPr>
        <p:spPr>
          <a:xfrm>
            <a:off x="238125" y="238125"/>
            <a:ext cx="3336928" cy="269875"/>
          </a:xfrm>
          <a:prstGeom prst="rect">
            <a:avLst/>
          </a:prstGeom>
          <a:noFill/>
          <a:ln>
            <a:noFill/>
          </a:ln>
        </p:spPr>
        <p:txBody>
          <a:bodyPr anchorCtr="0" anchor="t" bIns="0" lIns="0" spcFirstLastPara="1" rIns="0" wrap="square" tIns="0">
            <a:noAutofit/>
          </a:bodyPr>
          <a:lstStyle/>
          <a:p>
            <a:pPr indent="0" lvl="0" marL="0" marR="0" rtl="0" algn="l">
              <a:lnSpc>
                <a:spcPct val="250000"/>
              </a:lnSpc>
              <a:spcBef>
                <a:spcPts val="0"/>
              </a:spcBef>
              <a:spcAft>
                <a:spcPts val="0"/>
              </a:spcAft>
              <a:buClr>
                <a:srgbClr val="201515"/>
              </a:buClr>
              <a:buSzPts val="700"/>
              <a:buFont typeface="Play"/>
              <a:buNone/>
            </a:pPr>
            <a:r>
              <a:rPr b="0" i="0" lang="en" sz="700" u="none" cap="none" strike="noStrike">
                <a:solidFill>
                  <a:srgbClr val="201515"/>
                </a:solidFill>
                <a:latin typeface="Inter"/>
                <a:ea typeface="Inter"/>
                <a:cs typeface="Inter"/>
                <a:sym typeface="Inter"/>
              </a:rPr>
              <a:t>CUSTOMER SUCCESS STORY</a:t>
            </a:r>
            <a:endParaRPr b="0" i="0" sz="700" u="none" cap="none" strike="noStrike">
              <a:solidFill>
                <a:schemeClr val="dk1"/>
              </a:solidFill>
              <a:latin typeface="Inter"/>
              <a:ea typeface="Inter"/>
              <a:cs typeface="Inter"/>
              <a:sym typeface="Inter"/>
            </a:endParaRPr>
          </a:p>
        </p:txBody>
      </p:sp>
      <p:sp>
        <p:nvSpPr>
          <p:cNvPr id="1271" name="Google Shape;1271;g2d3c64ac7e6_8_594"/>
          <p:cNvSpPr/>
          <p:nvPr/>
        </p:nvSpPr>
        <p:spPr>
          <a:xfrm>
            <a:off x="238125" y="476250"/>
            <a:ext cx="2819403"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2" name="Google Shape;1272;g2d3c64ac7e6_8_594"/>
          <p:cNvSpPr/>
          <p:nvPr/>
        </p:nvSpPr>
        <p:spPr>
          <a:xfrm>
            <a:off x="238125" y="476250"/>
            <a:ext cx="1366839"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273" name="Google Shape;1273;g2d3c64ac7e6_8_594"/>
          <p:cNvPicPr preferRelativeResize="0"/>
          <p:nvPr/>
        </p:nvPicPr>
        <p:blipFill rotWithShape="1">
          <a:blip r:embed="rId4">
            <a:alphaModFix/>
          </a:blip>
          <a:srcRect b="0" l="0" r="0" t="0"/>
          <a:stretch/>
        </p:blipFill>
        <p:spPr>
          <a:xfrm>
            <a:off x="333375" y="619125"/>
            <a:ext cx="1176339" cy="285715"/>
          </a:xfrm>
          <a:prstGeom prst="rect">
            <a:avLst/>
          </a:prstGeom>
          <a:noFill/>
          <a:ln>
            <a:noFill/>
          </a:ln>
        </p:spPr>
      </p:pic>
      <p:pic>
        <p:nvPicPr>
          <p:cNvPr descr=" " id="1274" name="Google Shape;1274;g2d3c64ac7e6_8_594"/>
          <p:cNvPicPr preferRelativeResize="0"/>
          <p:nvPr/>
        </p:nvPicPr>
        <p:blipFill rotWithShape="1">
          <a:blip r:embed="rId5">
            <a:alphaModFix/>
          </a:blip>
          <a:srcRect b="0" l="0" r="0" t="0"/>
          <a:stretch/>
        </p:blipFill>
        <p:spPr>
          <a:xfrm>
            <a:off x="1652589" y="476250"/>
            <a:ext cx="9525" cy="571429"/>
          </a:xfrm>
          <a:prstGeom prst="rect">
            <a:avLst/>
          </a:prstGeom>
          <a:noFill/>
          <a:ln>
            <a:noFill/>
          </a:ln>
        </p:spPr>
      </p:pic>
      <p:sp>
        <p:nvSpPr>
          <p:cNvPr id="1275" name="Google Shape;1275;g2d3c64ac7e6_8_594"/>
          <p:cNvSpPr/>
          <p:nvPr/>
        </p:nvSpPr>
        <p:spPr>
          <a:xfrm>
            <a:off x="1709739" y="476250"/>
            <a:ext cx="1347789"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276" name="Google Shape;1276;g2d3c64ac7e6_8_594"/>
          <p:cNvPicPr preferRelativeResize="0"/>
          <p:nvPr/>
        </p:nvPicPr>
        <p:blipFill rotWithShape="1">
          <a:blip r:embed="rId6">
            <a:alphaModFix/>
          </a:blip>
          <a:srcRect b="0" l="0" r="0" t="0"/>
          <a:stretch/>
        </p:blipFill>
        <p:spPr>
          <a:xfrm>
            <a:off x="1709739" y="476250"/>
            <a:ext cx="1347789" cy="571429"/>
          </a:xfrm>
          <a:prstGeom prst="rect">
            <a:avLst/>
          </a:prstGeom>
          <a:noFill/>
          <a:ln>
            <a:noFill/>
          </a:ln>
        </p:spPr>
      </p:pic>
      <p:sp>
        <p:nvSpPr>
          <p:cNvPr id="1277" name="Google Shape;1277;g2d3c64ac7e6_8_594"/>
          <p:cNvSpPr/>
          <p:nvPr/>
        </p:nvSpPr>
        <p:spPr>
          <a:xfrm>
            <a:off x="238125" y="1524000"/>
            <a:ext cx="1738314" cy="489916"/>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8" name="Google Shape;1278;g2d3c64ac7e6_8_594"/>
          <p:cNvSpPr/>
          <p:nvPr/>
        </p:nvSpPr>
        <p:spPr>
          <a:xfrm>
            <a:off x="238125"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9" name="Google Shape;1279;g2d3c64ac7e6_8_594"/>
          <p:cNvSpPr/>
          <p:nvPr/>
        </p:nvSpPr>
        <p:spPr>
          <a:xfrm>
            <a:off x="238125"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280" name="Google Shape;1280;g2d3c64ac7e6_8_594"/>
          <p:cNvPicPr preferRelativeResize="0"/>
          <p:nvPr/>
        </p:nvPicPr>
        <p:blipFill rotWithShape="1">
          <a:blip r:embed="rId7">
            <a:alphaModFix/>
          </a:blip>
          <a:srcRect b="0" l="0" r="0" t="0"/>
          <a:stretch/>
        </p:blipFill>
        <p:spPr>
          <a:xfrm>
            <a:off x="285750" y="1571625"/>
            <a:ext cx="285750" cy="285715"/>
          </a:xfrm>
          <a:prstGeom prst="rect">
            <a:avLst/>
          </a:prstGeom>
          <a:noFill/>
          <a:ln>
            <a:noFill/>
          </a:ln>
        </p:spPr>
      </p:pic>
      <p:sp>
        <p:nvSpPr>
          <p:cNvPr id="1281" name="Google Shape;1281;g2d3c64ac7e6_8_594"/>
          <p:cNvSpPr/>
          <p:nvPr/>
        </p:nvSpPr>
        <p:spPr>
          <a:xfrm>
            <a:off x="690563"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2" name="Google Shape;1282;g2d3c64ac7e6_8_594"/>
          <p:cNvSpPr/>
          <p:nvPr/>
        </p:nvSpPr>
        <p:spPr>
          <a:xfrm>
            <a:off x="690563"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283" name="Google Shape;1283;g2d3c64ac7e6_8_594"/>
          <p:cNvPicPr preferRelativeResize="0"/>
          <p:nvPr/>
        </p:nvPicPr>
        <p:blipFill rotWithShape="1">
          <a:blip r:embed="rId8">
            <a:alphaModFix/>
          </a:blip>
          <a:srcRect b="0" l="0" r="0" t="0"/>
          <a:stretch/>
        </p:blipFill>
        <p:spPr>
          <a:xfrm>
            <a:off x="738188" y="1571625"/>
            <a:ext cx="285750" cy="285715"/>
          </a:xfrm>
          <a:prstGeom prst="rect">
            <a:avLst/>
          </a:prstGeom>
          <a:noFill/>
          <a:ln>
            <a:noFill/>
          </a:ln>
        </p:spPr>
      </p:pic>
      <p:sp>
        <p:nvSpPr>
          <p:cNvPr id="1284" name="Google Shape;1284;g2d3c64ac7e6_8_594"/>
          <p:cNvSpPr/>
          <p:nvPr/>
        </p:nvSpPr>
        <p:spPr>
          <a:xfrm>
            <a:off x="1143001"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5" name="Google Shape;1285;g2d3c64ac7e6_8_594"/>
          <p:cNvSpPr/>
          <p:nvPr/>
        </p:nvSpPr>
        <p:spPr>
          <a:xfrm>
            <a:off x="1143001"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286" name="Google Shape;1286;g2d3c64ac7e6_8_594"/>
          <p:cNvPicPr preferRelativeResize="0"/>
          <p:nvPr/>
        </p:nvPicPr>
        <p:blipFill rotWithShape="1">
          <a:blip r:embed="rId9">
            <a:alphaModFix/>
          </a:blip>
          <a:srcRect b="0" l="0" r="0" t="0"/>
          <a:stretch/>
        </p:blipFill>
        <p:spPr>
          <a:xfrm>
            <a:off x="1190626" y="1571625"/>
            <a:ext cx="285750" cy="285715"/>
          </a:xfrm>
          <a:prstGeom prst="rect">
            <a:avLst/>
          </a:prstGeom>
          <a:noFill/>
          <a:ln>
            <a:noFill/>
          </a:ln>
        </p:spPr>
      </p:pic>
      <p:sp>
        <p:nvSpPr>
          <p:cNvPr id="1287" name="Google Shape;1287;g2d3c64ac7e6_8_594"/>
          <p:cNvSpPr/>
          <p:nvPr/>
        </p:nvSpPr>
        <p:spPr>
          <a:xfrm>
            <a:off x="1595439"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8" name="Google Shape;1288;g2d3c64ac7e6_8_594"/>
          <p:cNvSpPr/>
          <p:nvPr/>
        </p:nvSpPr>
        <p:spPr>
          <a:xfrm>
            <a:off x="1595439"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289" name="Google Shape;1289;g2d3c64ac7e6_8_594"/>
          <p:cNvPicPr preferRelativeResize="0"/>
          <p:nvPr/>
        </p:nvPicPr>
        <p:blipFill rotWithShape="1">
          <a:blip r:embed="rId10">
            <a:alphaModFix/>
          </a:blip>
          <a:srcRect b="0" l="0" r="0" t="0"/>
          <a:stretch/>
        </p:blipFill>
        <p:spPr>
          <a:xfrm>
            <a:off x="1643064" y="1571625"/>
            <a:ext cx="285750" cy="285715"/>
          </a:xfrm>
          <a:prstGeom prst="rect">
            <a:avLst/>
          </a:prstGeom>
          <a:noFill/>
          <a:ln>
            <a:noFill/>
          </a:ln>
        </p:spPr>
      </p:pic>
      <p:sp>
        <p:nvSpPr>
          <p:cNvPr id="1290" name="Google Shape;1290;g2d3c64ac7e6_8_594"/>
          <p:cNvSpPr/>
          <p:nvPr/>
        </p:nvSpPr>
        <p:spPr>
          <a:xfrm>
            <a:off x="238125" y="2252042"/>
            <a:ext cx="4095754" cy="10429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1" name="Google Shape;1291;g2d3c64ac7e6_8_594"/>
          <p:cNvSpPr/>
          <p:nvPr/>
        </p:nvSpPr>
        <p:spPr>
          <a:xfrm>
            <a:off x="238125" y="2201242"/>
            <a:ext cx="546101" cy="217488"/>
          </a:xfrm>
          <a:prstGeom prst="rect">
            <a:avLst/>
          </a:prstGeom>
          <a:noFill/>
          <a:ln>
            <a:noFill/>
          </a:ln>
        </p:spPr>
        <p:txBody>
          <a:bodyPr anchorCtr="0" anchor="b" bIns="0" lIns="0" spcFirstLastPara="1" rIns="0" wrap="square" tIns="0">
            <a:noAutofit/>
          </a:bodyPr>
          <a:lstStyle/>
          <a:p>
            <a:pPr indent="0" lvl="0" marL="0" marR="0" rtl="0" algn="l">
              <a:lnSpc>
                <a:spcPct val="109375"/>
              </a:lnSpc>
              <a:spcBef>
                <a:spcPts val="0"/>
              </a:spcBef>
              <a:spcAft>
                <a:spcPts val="0"/>
              </a:spcAft>
              <a:buClr>
                <a:srgbClr val="000000"/>
              </a:buClr>
              <a:buSzPts val="1200"/>
              <a:buFont typeface="Inter"/>
              <a:buNone/>
            </a:pPr>
            <a:r>
              <a:rPr b="1" i="0" lang="en" sz="1200" u="none" cap="none" strike="noStrike">
                <a:solidFill>
                  <a:srgbClr val="000000"/>
                </a:solidFill>
                <a:latin typeface="Inter"/>
                <a:ea typeface="Inter"/>
                <a:cs typeface="Inter"/>
                <a:sym typeface="Inter"/>
              </a:rPr>
              <a:t>Before </a:t>
            </a:r>
            <a:endParaRPr b="0" i="0" sz="1200" u="none" cap="none" strike="noStrike">
              <a:solidFill>
                <a:schemeClr val="dk1"/>
              </a:solidFill>
              <a:latin typeface="Inter"/>
              <a:ea typeface="Inter"/>
              <a:cs typeface="Inter"/>
              <a:sym typeface="Inter"/>
            </a:endParaRPr>
          </a:p>
        </p:txBody>
      </p:sp>
      <p:sp>
        <p:nvSpPr>
          <p:cNvPr id="1292" name="Google Shape;1292;g2d3c64ac7e6_8_594"/>
          <p:cNvSpPr/>
          <p:nvPr/>
        </p:nvSpPr>
        <p:spPr>
          <a:xfrm>
            <a:off x="238125" y="2456823"/>
            <a:ext cx="3579900" cy="809700"/>
          </a:xfrm>
          <a:prstGeom prst="rect">
            <a:avLst/>
          </a:prstGeom>
          <a:noFill/>
          <a:ln>
            <a:noFill/>
          </a:ln>
        </p:spPr>
        <p:txBody>
          <a:bodyPr anchorCtr="0" anchor="t"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Inefficient and inaccurate data entry—causing delays in client comms and a negative customer experience.</a:t>
            </a:r>
            <a:endParaRPr b="0" i="0" sz="1000" u="none" cap="none" strike="noStrike">
              <a:solidFill>
                <a:srgbClr val="000000"/>
              </a:solidFill>
              <a:latin typeface="Inter"/>
              <a:ea typeface="Inter"/>
              <a:cs typeface="Inter"/>
              <a:sym typeface="Inter"/>
            </a:endParaRPr>
          </a:p>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chemeClr val="dk1"/>
                </a:solidFill>
                <a:latin typeface="Inter"/>
                <a:ea typeface="Inter"/>
                <a:cs typeface="Inter"/>
                <a:sym typeface="Inter"/>
              </a:rPr>
              <a:t>Inaccurate marketing lists caused by manual uploading.</a:t>
            </a:r>
            <a:endParaRPr b="0" i="0" sz="1000" u="none" cap="none" strike="noStrike">
              <a:solidFill>
                <a:srgbClr val="000000"/>
              </a:solidFill>
              <a:latin typeface="Inter"/>
              <a:ea typeface="Inter"/>
              <a:cs typeface="Inter"/>
              <a:sym typeface="Inter"/>
            </a:endParaRPr>
          </a:p>
        </p:txBody>
      </p:sp>
      <p:sp>
        <p:nvSpPr>
          <p:cNvPr id="1293" name="Google Shape;1293;g2d3c64ac7e6_8_594"/>
          <p:cNvSpPr/>
          <p:nvPr/>
        </p:nvSpPr>
        <p:spPr>
          <a:xfrm>
            <a:off x="238125" y="3266529"/>
            <a:ext cx="1722600" cy="217500"/>
          </a:xfrm>
          <a:prstGeom prst="rect">
            <a:avLst/>
          </a:prstGeom>
          <a:noFill/>
          <a:ln>
            <a:noFill/>
          </a:ln>
        </p:spPr>
        <p:txBody>
          <a:bodyPr anchorCtr="0" anchor="b" bIns="0" lIns="0" spcFirstLastPara="1" rIns="0" wrap="square" tIns="0">
            <a:noAutofit/>
          </a:bodyPr>
          <a:lstStyle/>
          <a:p>
            <a:pPr indent="0" lvl="0" marL="0" marR="0" rtl="0" algn="l">
              <a:lnSpc>
                <a:spcPct val="109375"/>
              </a:lnSpc>
              <a:spcBef>
                <a:spcPts val="0"/>
              </a:spcBef>
              <a:spcAft>
                <a:spcPts val="0"/>
              </a:spcAft>
              <a:buClr>
                <a:srgbClr val="000000"/>
              </a:buClr>
              <a:buSzPts val="1200"/>
              <a:buFont typeface="Inter"/>
              <a:buNone/>
            </a:pPr>
            <a:r>
              <a:rPr b="1" i="0" lang="en" sz="1200" u="none" cap="none" strike="noStrike">
                <a:solidFill>
                  <a:srgbClr val="000000"/>
                </a:solidFill>
                <a:latin typeface="Inter"/>
                <a:ea typeface="Inter"/>
                <a:cs typeface="Inter"/>
                <a:sym typeface="Inter"/>
              </a:rPr>
              <a:t>After</a:t>
            </a:r>
            <a:endParaRPr b="0" i="0" sz="1200" u="none" cap="none" strike="noStrike">
              <a:solidFill>
                <a:schemeClr val="dk1"/>
              </a:solidFill>
              <a:latin typeface="Inter"/>
              <a:ea typeface="Inter"/>
              <a:cs typeface="Inter"/>
              <a:sym typeface="Inter"/>
            </a:endParaRPr>
          </a:p>
        </p:txBody>
      </p:sp>
      <p:sp>
        <p:nvSpPr>
          <p:cNvPr id="1294" name="Google Shape;1294;g2d3c64ac7e6_8_594"/>
          <p:cNvSpPr/>
          <p:nvPr/>
        </p:nvSpPr>
        <p:spPr>
          <a:xfrm>
            <a:off x="217500" y="3578099"/>
            <a:ext cx="4137000" cy="1355100"/>
          </a:xfrm>
          <a:prstGeom prst="rect">
            <a:avLst/>
          </a:prstGeom>
          <a:noFill/>
          <a:ln>
            <a:noFill/>
          </a:ln>
        </p:spPr>
        <p:txBody>
          <a:bodyPr anchorCtr="0" anchor="t" bIns="0" lIns="0" spcFirstLastPara="1" rIns="0" wrap="square" tIns="0">
            <a:noAutofit/>
          </a:bodyPr>
          <a:lstStyle/>
          <a:p>
            <a:pPr indent="-127000" lvl="1" marL="254000" marR="0" rtl="0" algn="l">
              <a:lnSpc>
                <a:spcPct val="123076"/>
              </a:lnSpc>
              <a:spcBef>
                <a:spcPts val="0"/>
              </a:spcBef>
              <a:spcAft>
                <a:spcPts val="0"/>
              </a:spcAft>
              <a:buClr>
                <a:schemeClr val="dk1"/>
              </a:buClr>
              <a:buSzPts val="1000"/>
              <a:buFont typeface="Inter"/>
              <a:buChar char="•"/>
            </a:pPr>
            <a:r>
              <a:rPr b="0" i="0" lang="en" sz="1000" u="none" cap="none" strike="noStrike">
                <a:solidFill>
                  <a:schemeClr val="dk1"/>
                </a:solidFill>
                <a:latin typeface="Inter"/>
                <a:ea typeface="Inter"/>
                <a:cs typeface="Inter"/>
                <a:sym typeface="Inter"/>
              </a:rPr>
              <a:t>Lower operational cost. They gained back time to focus on strategic initiatives that drive revenue, like optimizing their marketing mix</a:t>
            </a:r>
            <a:endParaRPr b="0" i="0" sz="1000" u="none" cap="none" strike="noStrike">
              <a:solidFill>
                <a:schemeClr val="dk1"/>
              </a:solidFill>
              <a:latin typeface="Inter"/>
              <a:ea typeface="Inter"/>
              <a:cs typeface="Inter"/>
              <a:sym typeface="Inter"/>
            </a:endParaRPr>
          </a:p>
          <a:p>
            <a:pPr indent="-127000" lvl="1" marL="254000" marR="0" rtl="0" algn="l">
              <a:lnSpc>
                <a:spcPct val="123076"/>
              </a:lnSpc>
              <a:spcBef>
                <a:spcPts val="0"/>
              </a:spcBef>
              <a:spcAft>
                <a:spcPts val="0"/>
              </a:spcAft>
              <a:buClr>
                <a:schemeClr val="dk1"/>
              </a:buClr>
              <a:buSzPts val="1000"/>
              <a:buFont typeface="Inter"/>
              <a:buChar char="•"/>
            </a:pPr>
            <a:r>
              <a:rPr b="0" i="0" lang="en" sz="1000" u="none" cap="none" strike="noStrike">
                <a:solidFill>
                  <a:schemeClr val="dk1"/>
                </a:solidFill>
                <a:latin typeface="Inter"/>
                <a:ea typeface="Inter"/>
                <a:cs typeface="Inter"/>
                <a:sym typeface="Inter"/>
              </a:rPr>
              <a:t>Better attribution, because the team has error-free data to support customers and help them be successful.</a:t>
            </a:r>
            <a:endParaRPr b="0" i="0" sz="1000" u="none" cap="none" strike="noStrike">
              <a:solidFill>
                <a:schemeClr val="dk1"/>
              </a:solidFill>
              <a:latin typeface="Inter"/>
              <a:ea typeface="Inter"/>
              <a:cs typeface="Inter"/>
              <a:sym typeface="Inter"/>
            </a:endParaRPr>
          </a:p>
          <a:p>
            <a:pPr indent="-127000" lvl="1" marL="254000" marR="0" rtl="0" algn="l">
              <a:lnSpc>
                <a:spcPct val="123076"/>
              </a:lnSpc>
              <a:spcBef>
                <a:spcPts val="0"/>
              </a:spcBef>
              <a:spcAft>
                <a:spcPts val="0"/>
              </a:spcAft>
              <a:buClr>
                <a:schemeClr val="dk1"/>
              </a:buClr>
              <a:buSzPts val="1000"/>
              <a:buFont typeface="Inter"/>
              <a:buChar char="•"/>
            </a:pPr>
            <a:r>
              <a:rPr b="0" i="0" lang="en" sz="1000" u="none" cap="none" strike="noStrike">
                <a:solidFill>
                  <a:schemeClr val="dk1"/>
                </a:solidFill>
                <a:latin typeface="Inter"/>
                <a:ea typeface="Inter"/>
                <a:cs typeface="Inter"/>
                <a:sym typeface="Inter"/>
              </a:rPr>
              <a:t>Better performing ad mixes because audience profiles are synced across Marketo, Salesforce, and Google Ads. </a:t>
            </a:r>
            <a:endParaRPr b="0" i="0" sz="1000" u="none" cap="none" strike="noStrike">
              <a:solidFill>
                <a:srgbClr val="000000"/>
              </a:solidFill>
              <a:latin typeface="Inter"/>
              <a:ea typeface="Inter"/>
              <a:cs typeface="Inter"/>
              <a:sym typeface="Inter"/>
            </a:endParaRPr>
          </a:p>
        </p:txBody>
      </p:sp>
      <p:sp>
        <p:nvSpPr>
          <p:cNvPr id="1295" name="Google Shape;1295;g2d3c64ac7e6_8_594"/>
          <p:cNvSpPr/>
          <p:nvPr/>
        </p:nvSpPr>
        <p:spPr>
          <a:xfrm>
            <a:off x="4876805" y="1831181"/>
            <a:ext cx="3962404" cy="148113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6" name="Google Shape;1296;g2d3c64ac7e6_8_594"/>
          <p:cNvSpPr/>
          <p:nvPr/>
        </p:nvSpPr>
        <p:spPr>
          <a:xfrm>
            <a:off x="4876805" y="1831181"/>
            <a:ext cx="3962404" cy="1481138"/>
          </a:xfrm>
          <a:prstGeom prst="roundRect">
            <a:avLst>
              <a:gd fmla="val 3241"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7" name="Google Shape;1297;g2d3c64ac7e6_8_594"/>
          <p:cNvSpPr/>
          <p:nvPr/>
        </p:nvSpPr>
        <p:spPr>
          <a:xfrm>
            <a:off x="5048255" y="2171700"/>
            <a:ext cx="3619503" cy="8001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8" name="Google Shape;1298;g2d3c64ac7e6_8_594"/>
          <p:cNvSpPr/>
          <p:nvPr/>
        </p:nvSpPr>
        <p:spPr>
          <a:xfrm>
            <a:off x="5048255" y="2171700"/>
            <a:ext cx="3619503" cy="8001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9" name="Google Shape;1299;g2d3c64ac7e6_8_594"/>
          <p:cNvSpPr/>
          <p:nvPr/>
        </p:nvSpPr>
        <p:spPr>
          <a:xfrm>
            <a:off x="5048255" y="2397919"/>
            <a:ext cx="3619503" cy="347663"/>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0" name="Google Shape;1300;g2d3c64ac7e6_8_594"/>
          <p:cNvSpPr/>
          <p:nvPr/>
        </p:nvSpPr>
        <p:spPr>
          <a:xfrm>
            <a:off x="5048255" y="2397919"/>
            <a:ext cx="3619503" cy="33813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1" name="Google Shape;1301;g2d3c64ac7e6_8_594"/>
          <p:cNvSpPr/>
          <p:nvPr/>
        </p:nvSpPr>
        <p:spPr>
          <a:xfrm>
            <a:off x="5048255" y="2397919"/>
            <a:ext cx="3648078" cy="176213"/>
          </a:xfrm>
          <a:prstGeom prst="rect">
            <a:avLst/>
          </a:prstGeom>
          <a:noFill/>
          <a:ln>
            <a:noFill/>
          </a:ln>
        </p:spPr>
        <p:txBody>
          <a:bodyPr anchorCtr="0" anchor="t" bIns="0" lIns="0" spcFirstLastPara="1" rIns="0" wrap="square" tIns="0">
            <a:noAutofit/>
          </a:bodyPr>
          <a:lstStyle/>
          <a:p>
            <a:pPr indent="0" lvl="0" marL="0" marR="0" rtl="0" algn="l">
              <a:lnSpc>
                <a:spcPct val="172222"/>
              </a:lnSpc>
              <a:spcBef>
                <a:spcPts val="0"/>
              </a:spcBef>
              <a:spcAft>
                <a:spcPts val="0"/>
              </a:spcAft>
              <a:buClr>
                <a:srgbClr val="2D2E2E"/>
              </a:buClr>
              <a:buSzPts val="700"/>
              <a:buFont typeface="Inter"/>
              <a:buNone/>
            </a:pPr>
            <a:r>
              <a:rPr b="1" i="0" lang="en" sz="700" u="none" cap="none" strike="noStrike">
                <a:solidFill>
                  <a:srgbClr val="2D2E2E"/>
                </a:solidFill>
                <a:latin typeface="Inter"/>
                <a:ea typeface="Inter"/>
                <a:cs typeface="Inter"/>
                <a:sym typeface="Inter"/>
              </a:rPr>
              <a:t>“We can feel confident that our remarketing lists remain as fresh as our data."</a:t>
            </a:r>
            <a:endParaRPr b="0" i="0" sz="700" u="none" cap="none" strike="noStrike">
              <a:solidFill>
                <a:schemeClr val="dk1"/>
              </a:solidFill>
              <a:latin typeface="Inter"/>
              <a:ea typeface="Inter"/>
              <a:cs typeface="Inter"/>
              <a:sym typeface="Inter"/>
            </a:endParaRPr>
          </a:p>
        </p:txBody>
      </p:sp>
      <p:sp>
        <p:nvSpPr>
          <p:cNvPr id="1302" name="Google Shape;1302;g2d3c64ac7e6_8_594"/>
          <p:cNvSpPr/>
          <p:nvPr/>
        </p:nvSpPr>
        <p:spPr>
          <a:xfrm>
            <a:off x="5048255" y="2640806"/>
            <a:ext cx="1779589" cy="117475"/>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2D2E2E"/>
              </a:buClr>
              <a:buSzPts val="500"/>
              <a:buFont typeface="Inter"/>
              <a:buNone/>
            </a:pPr>
            <a:r>
              <a:rPr b="0" i="0" lang="en" sz="500" u="none" cap="none" strike="noStrike">
                <a:solidFill>
                  <a:srgbClr val="2D2E2E"/>
                </a:solidFill>
                <a:latin typeface="Inter"/>
                <a:ea typeface="Inter"/>
                <a:cs typeface="Inter"/>
                <a:sym typeface="Inter"/>
              </a:rPr>
              <a:t>— Matt Grebow, Senior Manager of Demand Generation</a:t>
            </a:r>
            <a:endParaRPr b="0" i="0" sz="500" u="none" cap="none" strike="noStrike">
              <a:solidFill>
                <a:schemeClr val="dk1"/>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07" name="Shape 1307"/>
        <p:cNvGrpSpPr/>
        <p:nvPr/>
      </p:nvGrpSpPr>
      <p:grpSpPr>
        <a:xfrm>
          <a:off x="0" y="0"/>
          <a:ext cx="0" cy="0"/>
          <a:chOff x="0" y="0"/>
          <a:chExt cx="0" cy="0"/>
        </a:xfrm>
      </p:grpSpPr>
      <p:pic>
        <p:nvPicPr>
          <p:cNvPr descr=" " id="1308" name="Google Shape;1308;g2d3c64ac7e6_8_649"/>
          <p:cNvPicPr preferRelativeResize="0"/>
          <p:nvPr/>
        </p:nvPicPr>
        <p:blipFill rotWithShape="1">
          <a:blip r:embed="rId3">
            <a:alphaModFix/>
          </a:blip>
          <a:srcRect b="0" l="0" r="0" t="0"/>
          <a:stretch/>
        </p:blipFill>
        <p:spPr>
          <a:xfrm>
            <a:off x="0" y="0"/>
            <a:ext cx="9144009" cy="5142862"/>
          </a:xfrm>
          <a:prstGeom prst="rect">
            <a:avLst/>
          </a:prstGeom>
          <a:noFill/>
          <a:ln>
            <a:noFill/>
          </a:ln>
        </p:spPr>
      </p:pic>
      <p:sp>
        <p:nvSpPr>
          <p:cNvPr id="1309" name="Google Shape;1309;g2d3c64ac7e6_8_649"/>
          <p:cNvSpPr/>
          <p:nvPr/>
        </p:nvSpPr>
        <p:spPr>
          <a:xfrm>
            <a:off x="238125" y="1143000"/>
            <a:ext cx="3814766" cy="142875"/>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0" name="Google Shape;1310;g2d3c64ac7e6_8_649"/>
          <p:cNvSpPr/>
          <p:nvPr/>
        </p:nvSpPr>
        <p:spPr>
          <a:xfrm>
            <a:off x="238125" y="1143000"/>
            <a:ext cx="762001" cy="142875"/>
          </a:xfrm>
          <a:prstGeom prst="roundRect">
            <a:avLst>
              <a:gd fmla="val 333600" name="adj"/>
            </a:avLst>
          </a:prstGeom>
          <a:solidFill>
            <a:srgbClr val="FF4F00"/>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1" name="Google Shape;1311;g2d3c64ac7e6_8_649"/>
          <p:cNvSpPr/>
          <p:nvPr/>
        </p:nvSpPr>
        <p:spPr>
          <a:xfrm>
            <a:off x="263525" y="1144587"/>
            <a:ext cx="711201"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FFFDF9"/>
              </a:buClr>
              <a:buSzPts val="600"/>
              <a:buFont typeface="Inter"/>
              <a:buNone/>
            </a:pPr>
            <a:r>
              <a:rPr b="1" i="0" lang="en" sz="600" u="none" cap="none" strike="noStrike">
                <a:solidFill>
                  <a:srgbClr val="FFFDF9"/>
                </a:solidFill>
                <a:latin typeface="Inter"/>
                <a:ea typeface="Inter"/>
                <a:cs typeface="Inter"/>
                <a:sym typeface="Inter"/>
              </a:rPr>
              <a:t>Customer support</a:t>
            </a:r>
            <a:endParaRPr b="0" i="0" sz="600" u="none" cap="none" strike="noStrike">
              <a:solidFill>
                <a:schemeClr val="dk1"/>
              </a:solidFill>
              <a:latin typeface="Inter"/>
              <a:ea typeface="Inter"/>
              <a:cs typeface="Inter"/>
              <a:sym typeface="Inter"/>
            </a:endParaRPr>
          </a:p>
        </p:txBody>
      </p:sp>
      <p:sp>
        <p:nvSpPr>
          <p:cNvPr id="1312" name="Google Shape;1312;g2d3c64ac7e6_8_649"/>
          <p:cNvSpPr/>
          <p:nvPr/>
        </p:nvSpPr>
        <p:spPr>
          <a:xfrm>
            <a:off x="1095376" y="1143000"/>
            <a:ext cx="766763" cy="142875"/>
          </a:xfrm>
          <a:prstGeom prst="roundRect">
            <a:avLst>
              <a:gd fmla="val 333600" name="adj"/>
            </a:avLst>
          </a:prstGeom>
          <a:solidFill>
            <a:srgbClr val="FF4F00"/>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3" name="Google Shape;1313;g2d3c64ac7e6_8_649"/>
          <p:cNvSpPr/>
          <p:nvPr/>
        </p:nvSpPr>
        <p:spPr>
          <a:xfrm>
            <a:off x="1120776" y="1144587"/>
            <a:ext cx="715963"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FFFDF9"/>
              </a:buClr>
              <a:buSzPts val="600"/>
              <a:buFont typeface="Inter"/>
              <a:buNone/>
            </a:pPr>
            <a:r>
              <a:rPr b="1" i="0" lang="en" sz="600" u="none" cap="none" strike="noStrike">
                <a:solidFill>
                  <a:srgbClr val="FFFDF9"/>
                </a:solidFill>
                <a:latin typeface="Inter"/>
                <a:ea typeface="Inter"/>
                <a:cs typeface="Inter"/>
                <a:sym typeface="Inter"/>
              </a:rPr>
              <a:t>Lead Management</a:t>
            </a:r>
            <a:endParaRPr b="0" i="0" sz="600" u="none" cap="none" strike="noStrike">
              <a:solidFill>
                <a:schemeClr val="dk1"/>
              </a:solidFill>
              <a:latin typeface="Inter"/>
              <a:ea typeface="Inter"/>
              <a:cs typeface="Inter"/>
              <a:sym typeface="Inter"/>
            </a:endParaRPr>
          </a:p>
        </p:txBody>
      </p:sp>
      <p:sp>
        <p:nvSpPr>
          <p:cNvPr id="1314" name="Google Shape;1314;g2d3c64ac7e6_8_649"/>
          <p:cNvSpPr/>
          <p:nvPr/>
        </p:nvSpPr>
        <p:spPr>
          <a:xfrm>
            <a:off x="1957389" y="1143000"/>
            <a:ext cx="1081088" cy="142875"/>
          </a:xfrm>
          <a:prstGeom prst="roundRect">
            <a:avLst>
              <a:gd fmla="val 333600" name="adj"/>
            </a:avLst>
          </a:prstGeom>
          <a:solidFill>
            <a:srgbClr val="CDE4E1"/>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5" name="Google Shape;1315;g2d3c64ac7e6_8_649"/>
          <p:cNvSpPr/>
          <p:nvPr/>
        </p:nvSpPr>
        <p:spPr>
          <a:xfrm>
            <a:off x="1982789" y="1144587"/>
            <a:ext cx="1030289"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403F3E"/>
              </a:buClr>
              <a:buSzPts val="600"/>
              <a:buFont typeface="Inter"/>
              <a:buNone/>
            </a:pPr>
            <a:r>
              <a:rPr b="1" i="0" lang="en" sz="600" u="none" cap="none" strike="noStrike">
                <a:solidFill>
                  <a:srgbClr val="403F3E"/>
                </a:solidFill>
                <a:latin typeface="Inter"/>
                <a:ea typeface="Inter"/>
                <a:cs typeface="Inter"/>
                <a:sym typeface="Inter"/>
              </a:rPr>
              <a:t>Company size: Mid-market </a:t>
            </a:r>
            <a:endParaRPr b="0" i="0" sz="600" u="none" cap="none" strike="noStrike">
              <a:solidFill>
                <a:schemeClr val="dk1"/>
              </a:solidFill>
              <a:latin typeface="Inter"/>
              <a:ea typeface="Inter"/>
              <a:cs typeface="Inter"/>
              <a:sym typeface="Inter"/>
            </a:endParaRPr>
          </a:p>
        </p:txBody>
      </p:sp>
      <p:sp>
        <p:nvSpPr>
          <p:cNvPr id="1316" name="Google Shape;1316;g2d3c64ac7e6_8_649"/>
          <p:cNvSpPr/>
          <p:nvPr/>
        </p:nvSpPr>
        <p:spPr>
          <a:xfrm>
            <a:off x="3133728" y="1143000"/>
            <a:ext cx="919163" cy="142875"/>
          </a:xfrm>
          <a:prstGeom prst="roundRect">
            <a:avLst>
              <a:gd fmla="val 333600" name="adj"/>
            </a:avLst>
          </a:prstGeom>
          <a:solidFill>
            <a:srgbClr val="C1B7F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7" name="Google Shape;1317;g2d3c64ac7e6_8_649"/>
          <p:cNvSpPr/>
          <p:nvPr/>
        </p:nvSpPr>
        <p:spPr>
          <a:xfrm>
            <a:off x="3159128" y="1144587"/>
            <a:ext cx="868363" cy="1397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403F3E"/>
              </a:buClr>
              <a:buSzPts val="600"/>
              <a:buFont typeface="Inter"/>
              <a:buNone/>
            </a:pPr>
            <a:r>
              <a:rPr b="1" i="0" lang="en" sz="600" u="none" cap="none" strike="noStrike">
                <a:solidFill>
                  <a:srgbClr val="403F3E"/>
                </a:solidFill>
                <a:latin typeface="Inter"/>
                <a:ea typeface="Inter"/>
                <a:cs typeface="Inter"/>
                <a:sym typeface="Inter"/>
              </a:rPr>
              <a:t>Consumer Technology</a:t>
            </a:r>
            <a:endParaRPr b="0" i="0" sz="600" u="none" cap="none" strike="noStrike">
              <a:solidFill>
                <a:schemeClr val="dk1"/>
              </a:solidFill>
              <a:latin typeface="Inter"/>
              <a:ea typeface="Inter"/>
              <a:cs typeface="Inter"/>
              <a:sym typeface="Inter"/>
            </a:endParaRPr>
          </a:p>
        </p:txBody>
      </p:sp>
      <p:sp>
        <p:nvSpPr>
          <p:cNvPr id="1318" name="Google Shape;1318;g2d3c64ac7e6_8_649"/>
          <p:cNvSpPr/>
          <p:nvPr/>
        </p:nvSpPr>
        <p:spPr>
          <a:xfrm>
            <a:off x="238125" y="238125"/>
            <a:ext cx="3305178" cy="787213"/>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9" name="Google Shape;1319;g2d3c64ac7e6_8_649"/>
          <p:cNvSpPr/>
          <p:nvPr/>
        </p:nvSpPr>
        <p:spPr>
          <a:xfrm>
            <a:off x="238125" y="238125"/>
            <a:ext cx="3305178" cy="787213"/>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0" name="Google Shape;1320;g2d3c64ac7e6_8_649"/>
          <p:cNvSpPr/>
          <p:nvPr/>
        </p:nvSpPr>
        <p:spPr>
          <a:xfrm>
            <a:off x="238125" y="238125"/>
            <a:ext cx="3336928" cy="199838"/>
          </a:xfrm>
          <a:prstGeom prst="rect">
            <a:avLst/>
          </a:prstGeom>
          <a:noFill/>
          <a:ln>
            <a:noFill/>
          </a:ln>
        </p:spPr>
        <p:txBody>
          <a:bodyPr anchorCtr="0" anchor="t" bIns="0" lIns="0" spcFirstLastPara="1" rIns="0" wrap="square" tIns="0">
            <a:noAutofit/>
          </a:bodyPr>
          <a:lstStyle/>
          <a:p>
            <a:pPr indent="0" lvl="0" marL="0" marR="0" rtl="0" algn="l">
              <a:lnSpc>
                <a:spcPct val="250000"/>
              </a:lnSpc>
              <a:spcBef>
                <a:spcPts val="0"/>
              </a:spcBef>
              <a:spcAft>
                <a:spcPts val="0"/>
              </a:spcAft>
              <a:buClr>
                <a:srgbClr val="201515"/>
              </a:buClr>
              <a:buSzPts val="700"/>
              <a:buFont typeface="Play"/>
              <a:buNone/>
            </a:pPr>
            <a:r>
              <a:rPr b="0" i="0" lang="en" sz="700" u="none" cap="none" strike="noStrike">
                <a:solidFill>
                  <a:srgbClr val="201515"/>
                </a:solidFill>
                <a:latin typeface="Inter"/>
                <a:ea typeface="Inter"/>
                <a:cs typeface="Inter"/>
                <a:sym typeface="Inter"/>
              </a:rPr>
              <a:t>CUSTOMER SUCCESS STORY</a:t>
            </a:r>
            <a:endParaRPr b="0" i="0" sz="700" u="none" cap="none" strike="noStrike">
              <a:solidFill>
                <a:schemeClr val="dk1"/>
              </a:solidFill>
              <a:latin typeface="Inter"/>
              <a:ea typeface="Inter"/>
              <a:cs typeface="Inter"/>
              <a:sym typeface="Inter"/>
            </a:endParaRPr>
          </a:p>
        </p:txBody>
      </p:sp>
      <p:sp>
        <p:nvSpPr>
          <p:cNvPr id="1321" name="Google Shape;1321;g2d3c64ac7e6_8_649"/>
          <p:cNvSpPr/>
          <p:nvPr/>
        </p:nvSpPr>
        <p:spPr>
          <a:xfrm>
            <a:off x="238125" y="453837"/>
            <a:ext cx="3305178"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2" name="Google Shape;1322;g2d3c64ac7e6_8_649"/>
          <p:cNvSpPr/>
          <p:nvPr/>
        </p:nvSpPr>
        <p:spPr>
          <a:xfrm>
            <a:off x="238125" y="453837"/>
            <a:ext cx="1366839"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323" name="Google Shape;1323;g2d3c64ac7e6_8_649"/>
          <p:cNvPicPr preferRelativeResize="0"/>
          <p:nvPr/>
        </p:nvPicPr>
        <p:blipFill rotWithShape="1">
          <a:blip r:embed="rId4">
            <a:alphaModFix/>
          </a:blip>
          <a:srcRect b="0" l="0" r="0" t="0"/>
          <a:stretch/>
        </p:blipFill>
        <p:spPr>
          <a:xfrm>
            <a:off x="238125" y="453837"/>
            <a:ext cx="1366839" cy="571429"/>
          </a:xfrm>
          <a:prstGeom prst="rect">
            <a:avLst/>
          </a:prstGeom>
          <a:noFill/>
          <a:ln>
            <a:noFill/>
          </a:ln>
        </p:spPr>
      </p:pic>
      <p:pic>
        <p:nvPicPr>
          <p:cNvPr descr=" " id="1324" name="Google Shape;1324;g2d3c64ac7e6_8_649"/>
          <p:cNvPicPr preferRelativeResize="0"/>
          <p:nvPr/>
        </p:nvPicPr>
        <p:blipFill rotWithShape="1">
          <a:blip r:embed="rId5">
            <a:alphaModFix/>
          </a:blip>
          <a:srcRect b="0" l="0" r="0" t="0"/>
          <a:stretch/>
        </p:blipFill>
        <p:spPr>
          <a:xfrm>
            <a:off x="1652589" y="453837"/>
            <a:ext cx="9525" cy="571429"/>
          </a:xfrm>
          <a:prstGeom prst="rect">
            <a:avLst/>
          </a:prstGeom>
          <a:noFill/>
          <a:ln>
            <a:noFill/>
          </a:ln>
        </p:spPr>
      </p:pic>
      <p:sp>
        <p:nvSpPr>
          <p:cNvPr id="1325" name="Google Shape;1325;g2d3c64ac7e6_8_649"/>
          <p:cNvSpPr/>
          <p:nvPr/>
        </p:nvSpPr>
        <p:spPr>
          <a:xfrm>
            <a:off x="1709739" y="453837"/>
            <a:ext cx="1833564"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326" name="Google Shape;1326;g2d3c64ac7e6_8_649"/>
          <p:cNvPicPr preferRelativeResize="0"/>
          <p:nvPr/>
        </p:nvPicPr>
        <p:blipFill rotWithShape="1">
          <a:blip r:embed="rId6">
            <a:alphaModFix/>
          </a:blip>
          <a:srcRect b="0" l="0" r="0" t="0"/>
          <a:stretch/>
        </p:blipFill>
        <p:spPr>
          <a:xfrm>
            <a:off x="1709739" y="453837"/>
            <a:ext cx="1833564" cy="571429"/>
          </a:xfrm>
          <a:prstGeom prst="rect">
            <a:avLst/>
          </a:prstGeom>
          <a:noFill/>
          <a:ln>
            <a:noFill/>
          </a:ln>
        </p:spPr>
      </p:pic>
      <p:sp>
        <p:nvSpPr>
          <p:cNvPr id="1327" name="Google Shape;1327;g2d3c64ac7e6_8_649"/>
          <p:cNvSpPr/>
          <p:nvPr/>
        </p:nvSpPr>
        <p:spPr>
          <a:xfrm>
            <a:off x="238125" y="1524000"/>
            <a:ext cx="1285876" cy="489916"/>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8" name="Google Shape;1328;g2d3c64ac7e6_8_649"/>
          <p:cNvSpPr/>
          <p:nvPr/>
        </p:nvSpPr>
        <p:spPr>
          <a:xfrm>
            <a:off x="238125"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9" name="Google Shape;1329;g2d3c64ac7e6_8_649"/>
          <p:cNvSpPr/>
          <p:nvPr/>
        </p:nvSpPr>
        <p:spPr>
          <a:xfrm>
            <a:off x="238125"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330" name="Google Shape;1330;g2d3c64ac7e6_8_649"/>
          <p:cNvPicPr preferRelativeResize="0"/>
          <p:nvPr/>
        </p:nvPicPr>
        <p:blipFill rotWithShape="1">
          <a:blip r:embed="rId7">
            <a:alphaModFix/>
          </a:blip>
          <a:srcRect b="0" l="0" r="0" t="0"/>
          <a:stretch/>
        </p:blipFill>
        <p:spPr>
          <a:xfrm>
            <a:off x="285750" y="1571625"/>
            <a:ext cx="285750" cy="285715"/>
          </a:xfrm>
          <a:prstGeom prst="rect">
            <a:avLst/>
          </a:prstGeom>
          <a:noFill/>
          <a:ln>
            <a:noFill/>
          </a:ln>
        </p:spPr>
      </p:pic>
      <p:sp>
        <p:nvSpPr>
          <p:cNvPr id="1331" name="Google Shape;1331;g2d3c64ac7e6_8_649"/>
          <p:cNvSpPr/>
          <p:nvPr/>
        </p:nvSpPr>
        <p:spPr>
          <a:xfrm>
            <a:off x="690563"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2" name="Google Shape;1332;g2d3c64ac7e6_8_649"/>
          <p:cNvSpPr/>
          <p:nvPr/>
        </p:nvSpPr>
        <p:spPr>
          <a:xfrm>
            <a:off x="690563"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333" name="Google Shape;1333;g2d3c64ac7e6_8_649"/>
          <p:cNvPicPr preferRelativeResize="0"/>
          <p:nvPr/>
        </p:nvPicPr>
        <p:blipFill rotWithShape="1">
          <a:blip r:embed="rId8">
            <a:alphaModFix/>
          </a:blip>
          <a:srcRect b="0" l="0" r="0" t="0"/>
          <a:stretch/>
        </p:blipFill>
        <p:spPr>
          <a:xfrm>
            <a:off x="738188" y="1571625"/>
            <a:ext cx="285750" cy="285715"/>
          </a:xfrm>
          <a:prstGeom prst="rect">
            <a:avLst/>
          </a:prstGeom>
          <a:noFill/>
          <a:ln>
            <a:noFill/>
          </a:ln>
        </p:spPr>
      </p:pic>
      <p:sp>
        <p:nvSpPr>
          <p:cNvPr id="1334" name="Google Shape;1334;g2d3c64ac7e6_8_649"/>
          <p:cNvSpPr/>
          <p:nvPr/>
        </p:nvSpPr>
        <p:spPr>
          <a:xfrm>
            <a:off x="1143001"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5" name="Google Shape;1335;g2d3c64ac7e6_8_649"/>
          <p:cNvSpPr/>
          <p:nvPr/>
        </p:nvSpPr>
        <p:spPr>
          <a:xfrm>
            <a:off x="1143001"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336" name="Google Shape;1336;g2d3c64ac7e6_8_649"/>
          <p:cNvPicPr preferRelativeResize="0"/>
          <p:nvPr/>
        </p:nvPicPr>
        <p:blipFill rotWithShape="1">
          <a:blip r:embed="rId9">
            <a:alphaModFix/>
          </a:blip>
          <a:srcRect b="0" l="0" r="0" t="0"/>
          <a:stretch/>
        </p:blipFill>
        <p:spPr>
          <a:xfrm>
            <a:off x="1190626" y="1571625"/>
            <a:ext cx="285750" cy="285715"/>
          </a:xfrm>
          <a:prstGeom prst="rect">
            <a:avLst/>
          </a:prstGeom>
          <a:noFill/>
          <a:ln>
            <a:noFill/>
          </a:ln>
        </p:spPr>
      </p:pic>
      <p:sp>
        <p:nvSpPr>
          <p:cNvPr id="1337" name="Google Shape;1337;g2d3c64ac7e6_8_649"/>
          <p:cNvSpPr/>
          <p:nvPr/>
        </p:nvSpPr>
        <p:spPr>
          <a:xfrm>
            <a:off x="238125" y="2252042"/>
            <a:ext cx="4095754" cy="8905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8" name="Google Shape;1338;g2d3c64ac7e6_8_649"/>
          <p:cNvSpPr/>
          <p:nvPr/>
        </p:nvSpPr>
        <p:spPr>
          <a:xfrm>
            <a:off x="238125" y="2201242"/>
            <a:ext cx="546101" cy="217488"/>
          </a:xfrm>
          <a:prstGeom prst="rect">
            <a:avLst/>
          </a:prstGeom>
          <a:noFill/>
          <a:ln>
            <a:noFill/>
          </a:ln>
        </p:spPr>
        <p:txBody>
          <a:bodyPr anchorCtr="0" anchor="b" bIns="0" lIns="0" spcFirstLastPara="1" rIns="0" wrap="square" tIns="0">
            <a:noAutofit/>
          </a:bodyPr>
          <a:lstStyle/>
          <a:p>
            <a:pPr indent="0" lvl="0" marL="0" marR="0" rtl="0" algn="l">
              <a:lnSpc>
                <a:spcPct val="109375"/>
              </a:lnSpc>
              <a:spcBef>
                <a:spcPts val="0"/>
              </a:spcBef>
              <a:spcAft>
                <a:spcPts val="0"/>
              </a:spcAft>
              <a:buClr>
                <a:srgbClr val="000000"/>
              </a:buClr>
              <a:buSzPts val="1200"/>
              <a:buFont typeface="Inter"/>
              <a:buNone/>
            </a:pPr>
            <a:r>
              <a:rPr b="1" i="0" lang="en" sz="1200" u="none" cap="none" strike="noStrike">
                <a:solidFill>
                  <a:srgbClr val="000000"/>
                </a:solidFill>
                <a:latin typeface="Inter"/>
                <a:ea typeface="Inter"/>
                <a:cs typeface="Inter"/>
                <a:sym typeface="Inter"/>
              </a:rPr>
              <a:t>Before </a:t>
            </a:r>
            <a:endParaRPr b="0" i="0" sz="1200" u="none" cap="none" strike="noStrike">
              <a:solidFill>
                <a:schemeClr val="dk1"/>
              </a:solidFill>
              <a:latin typeface="Inter"/>
              <a:ea typeface="Inter"/>
              <a:cs typeface="Inter"/>
              <a:sym typeface="Inter"/>
            </a:endParaRPr>
          </a:p>
        </p:txBody>
      </p:sp>
      <p:sp>
        <p:nvSpPr>
          <p:cNvPr id="1339" name="Google Shape;1339;g2d3c64ac7e6_8_649"/>
          <p:cNvSpPr/>
          <p:nvPr/>
        </p:nvSpPr>
        <p:spPr>
          <a:xfrm>
            <a:off x="238125" y="2456800"/>
            <a:ext cx="4095900" cy="924000"/>
          </a:xfrm>
          <a:prstGeom prst="rect">
            <a:avLst/>
          </a:prstGeom>
          <a:noFill/>
          <a:ln>
            <a:noFill/>
          </a:ln>
        </p:spPr>
        <p:txBody>
          <a:bodyPr anchorCtr="0" anchor="t"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Inconsistent customer profiles across different apps.</a:t>
            </a:r>
            <a:endParaRPr b="0" i="0" sz="1000" u="none" cap="none" strike="noStrike">
              <a:solidFill>
                <a:srgbClr val="000000"/>
              </a:solidFill>
              <a:latin typeface="Inter"/>
              <a:ea typeface="Inter"/>
              <a:cs typeface="Inter"/>
              <a:sym typeface="Inter"/>
            </a:endParaRPr>
          </a:p>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chemeClr val="dk1"/>
                </a:solidFill>
                <a:latin typeface="Inter"/>
                <a:ea typeface="Inter"/>
                <a:cs typeface="Inter"/>
                <a:sym typeface="Inter"/>
              </a:rPr>
              <a:t>Inaccurate lead data made it impossible to send targeted emails or pass qualified leads to the sales team in a timely manner.</a:t>
            </a:r>
            <a:endParaRPr b="0" i="0" sz="1000" u="none" cap="none" strike="noStrike">
              <a:solidFill>
                <a:schemeClr val="dk1"/>
              </a:solidFill>
              <a:latin typeface="Inter"/>
              <a:ea typeface="Inter"/>
              <a:cs typeface="Inter"/>
              <a:sym typeface="Inter"/>
            </a:endParaRPr>
          </a:p>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chemeClr val="dk1"/>
                </a:solidFill>
                <a:latin typeface="Inter"/>
                <a:ea typeface="Inter"/>
                <a:cs typeface="Inter"/>
                <a:sym typeface="Inter"/>
              </a:rPr>
              <a:t>No cross-functional visibility due to siloed tech stack.</a:t>
            </a:r>
            <a:endParaRPr b="0" i="0" sz="1000" u="none" cap="none" strike="noStrike">
              <a:solidFill>
                <a:schemeClr val="dk1"/>
              </a:solidFill>
              <a:latin typeface="Inter"/>
              <a:ea typeface="Inter"/>
              <a:cs typeface="Inter"/>
              <a:sym typeface="Inter"/>
            </a:endParaRPr>
          </a:p>
          <a:p>
            <a:pPr indent="-127000" lvl="1" marL="254000" marR="0" rtl="0" algn="l">
              <a:lnSpc>
                <a:spcPct val="123076"/>
              </a:lnSpc>
              <a:spcBef>
                <a:spcPts val="0"/>
              </a:spcBef>
              <a:spcAft>
                <a:spcPts val="0"/>
              </a:spcAft>
              <a:buClr>
                <a:srgbClr val="000000"/>
              </a:buClr>
              <a:buSzPts val="1000"/>
              <a:buFont typeface="Inter"/>
              <a:buChar char="•"/>
            </a:pPr>
            <a:r>
              <a:t/>
            </a:r>
            <a:endParaRPr b="0" i="0" sz="1000" u="none" cap="none" strike="noStrike">
              <a:solidFill>
                <a:srgbClr val="000000"/>
              </a:solidFill>
              <a:latin typeface="Inter"/>
              <a:ea typeface="Inter"/>
              <a:cs typeface="Inter"/>
              <a:sym typeface="Inter"/>
            </a:endParaRPr>
          </a:p>
        </p:txBody>
      </p:sp>
      <p:sp>
        <p:nvSpPr>
          <p:cNvPr id="1340" name="Google Shape;1340;g2d3c64ac7e6_8_649"/>
          <p:cNvSpPr/>
          <p:nvPr/>
        </p:nvSpPr>
        <p:spPr>
          <a:xfrm>
            <a:off x="238125" y="3380754"/>
            <a:ext cx="4095754" cy="11953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1" name="Google Shape;1341;g2d3c64ac7e6_8_649"/>
          <p:cNvSpPr/>
          <p:nvPr/>
        </p:nvSpPr>
        <p:spPr>
          <a:xfrm>
            <a:off x="238125" y="3329954"/>
            <a:ext cx="1722671" cy="217488"/>
          </a:xfrm>
          <a:prstGeom prst="rect">
            <a:avLst/>
          </a:prstGeom>
          <a:noFill/>
          <a:ln>
            <a:noFill/>
          </a:ln>
        </p:spPr>
        <p:txBody>
          <a:bodyPr anchorCtr="0" anchor="b" bIns="0" lIns="0" spcFirstLastPara="1" rIns="0" wrap="square" tIns="0">
            <a:noAutofit/>
          </a:bodyPr>
          <a:lstStyle/>
          <a:p>
            <a:pPr indent="0" lvl="0" marL="0" marR="0" rtl="0" algn="l">
              <a:lnSpc>
                <a:spcPct val="109375"/>
              </a:lnSpc>
              <a:spcBef>
                <a:spcPts val="0"/>
              </a:spcBef>
              <a:spcAft>
                <a:spcPts val="0"/>
              </a:spcAft>
              <a:buClr>
                <a:srgbClr val="000000"/>
              </a:buClr>
              <a:buSzPts val="1200"/>
              <a:buFont typeface="Inter"/>
              <a:buNone/>
            </a:pPr>
            <a:r>
              <a:rPr b="1" i="0" lang="en" sz="1200" u="none" cap="none" strike="noStrike">
                <a:solidFill>
                  <a:srgbClr val="000000"/>
                </a:solidFill>
                <a:latin typeface="Inter"/>
                <a:ea typeface="Inter"/>
                <a:cs typeface="Inter"/>
                <a:sym typeface="Inter"/>
              </a:rPr>
              <a:t>After</a:t>
            </a:r>
            <a:endParaRPr b="0" i="0" sz="1200" u="none" cap="none" strike="noStrike">
              <a:solidFill>
                <a:schemeClr val="dk1"/>
              </a:solidFill>
              <a:latin typeface="Inter"/>
              <a:ea typeface="Inter"/>
              <a:cs typeface="Inter"/>
              <a:sym typeface="Inter"/>
            </a:endParaRPr>
          </a:p>
        </p:txBody>
      </p:sp>
      <p:sp>
        <p:nvSpPr>
          <p:cNvPr id="1342" name="Google Shape;1342;g2d3c64ac7e6_8_649"/>
          <p:cNvSpPr/>
          <p:nvPr/>
        </p:nvSpPr>
        <p:spPr>
          <a:xfrm>
            <a:off x="238125" y="3544321"/>
            <a:ext cx="4137000" cy="1195500"/>
          </a:xfrm>
          <a:prstGeom prst="rect">
            <a:avLst/>
          </a:prstGeom>
          <a:noFill/>
          <a:ln>
            <a:noFill/>
          </a:ln>
        </p:spPr>
        <p:txBody>
          <a:bodyPr anchorCtr="0" anchor="t"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Enriched data from multiple sources to provide a personalized customer experience.</a:t>
            </a:r>
            <a:endParaRPr b="0" i="0" sz="1000" u="none" cap="none" strike="noStrike">
              <a:solidFill>
                <a:srgbClr val="000000"/>
              </a:solidFill>
              <a:latin typeface="Inter"/>
              <a:ea typeface="Inter"/>
              <a:cs typeface="Inter"/>
              <a:sym typeface="Inter"/>
            </a:endParaRPr>
          </a:p>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chemeClr val="dk1"/>
                </a:solidFill>
                <a:latin typeface="Inter"/>
                <a:ea typeface="Inter"/>
                <a:cs typeface="Inter"/>
                <a:sym typeface="Inter"/>
              </a:rPr>
              <a:t>Cross-functional visibility to customer data, enabling teams to deliver top-notch customer service.</a:t>
            </a:r>
            <a:endParaRPr b="0" i="0" sz="1000" u="none" cap="none" strike="noStrike">
              <a:solidFill>
                <a:schemeClr val="dk1"/>
              </a:solidFill>
              <a:latin typeface="Inter"/>
              <a:ea typeface="Inter"/>
              <a:cs typeface="Inter"/>
              <a:sym typeface="Inter"/>
            </a:endParaRPr>
          </a:p>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chemeClr val="dk1"/>
                </a:solidFill>
                <a:latin typeface="Inter"/>
                <a:ea typeface="Inter"/>
                <a:cs typeface="Inter"/>
                <a:sym typeface="Inter"/>
              </a:rPr>
              <a:t>By automating lead data entry and updates, Orchard saves more than three hours a week.</a:t>
            </a:r>
            <a:endParaRPr b="0" i="0" sz="1000" u="none" cap="none" strike="noStrike">
              <a:solidFill>
                <a:srgbClr val="000000"/>
              </a:solidFill>
              <a:latin typeface="Inter"/>
              <a:ea typeface="Inter"/>
              <a:cs typeface="Inter"/>
              <a:sym typeface="Inter"/>
            </a:endParaRPr>
          </a:p>
        </p:txBody>
      </p:sp>
      <p:sp>
        <p:nvSpPr>
          <p:cNvPr id="1343" name="Google Shape;1343;g2d3c64ac7e6_8_649"/>
          <p:cNvSpPr/>
          <p:nvPr/>
        </p:nvSpPr>
        <p:spPr>
          <a:xfrm>
            <a:off x="4876805" y="304800"/>
            <a:ext cx="3962404" cy="45339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4" name="Google Shape;1344;g2d3c64ac7e6_8_649"/>
          <p:cNvSpPr/>
          <p:nvPr/>
        </p:nvSpPr>
        <p:spPr>
          <a:xfrm>
            <a:off x="4876805" y="304800"/>
            <a:ext cx="3962404" cy="2171700"/>
          </a:xfrm>
          <a:prstGeom prst="roundRect">
            <a:avLst>
              <a:gd fmla="val 2211"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5" name="Google Shape;1345;g2d3c64ac7e6_8_649"/>
          <p:cNvSpPr/>
          <p:nvPr/>
        </p:nvSpPr>
        <p:spPr>
          <a:xfrm>
            <a:off x="5048255" y="476250"/>
            <a:ext cx="719138" cy="18288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6" name="Google Shape;1346;g2d3c64ac7e6_8_649"/>
          <p:cNvSpPr/>
          <p:nvPr/>
        </p:nvSpPr>
        <p:spPr>
          <a:xfrm>
            <a:off x="5095880" y="964406"/>
            <a:ext cx="623888" cy="85248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7" name="Google Shape;1347;g2d3c64ac7e6_8_649"/>
          <p:cNvSpPr/>
          <p:nvPr/>
        </p:nvSpPr>
        <p:spPr>
          <a:xfrm>
            <a:off x="5095880" y="964406"/>
            <a:ext cx="814388" cy="1042988"/>
          </a:xfrm>
          <a:prstGeom prst="rect">
            <a:avLst/>
          </a:prstGeom>
          <a:noFill/>
          <a:ln>
            <a:noFill/>
          </a:ln>
        </p:spPr>
        <p:txBody>
          <a:bodyPr anchorCtr="0" anchor="t" bIns="0" lIns="0" spcFirstLastPara="1" rIns="0" wrap="square" tIns="0">
            <a:noAutofit/>
          </a:bodyPr>
          <a:lstStyle/>
          <a:p>
            <a:pPr indent="0" lvl="0" marL="0" marR="0" rtl="0" algn="l">
              <a:lnSpc>
                <a:spcPct val="149141"/>
              </a:lnSpc>
              <a:spcBef>
                <a:spcPts val="0"/>
              </a:spcBef>
              <a:spcAft>
                <a:spcPts val="0"/>
              </a:spcAft>
              <a:buClr>
                <a:srgbClr val="2B2358"/>
              </a:buClr>
              <a:buSzPts val="4500"/>
              <a:buFont typeface="Arial"/>
              <a:buNone/>
            </a:pPr>
            <a:r>
              <a:rPr b="1" i="0" lang="en" sz="4500" u="none" cap="none" strike="noStrike">
                <a:solidFill>
                  <a:srgbClr val="2B2358"/>
                </a:solidFill>
                <a:latin typeface="Inter"/>
                <a:ea typeface="Inter"/>
                <a:cs typeface="Inter"/>
                <a:sym typeface="Inter"/>
              </a:rPr>
              <a:t>3+</a:t>
            </a:r>
            <a:endParaRPr b="1" i="0" sz="4500" u="none" cap="none" strike="noStrike">
              <a:solidFill>
                <a:schemeClr val="dk1"/>
              </a:solidFill>
              <a:latin typeface="Inter"/>
              <a:ea typeface="Inter"/>
              <a:cs typeface="Inter"/>
              <a:sym typeface="Inter"/>
            </a:endParaRPr>
          </a:p>
        </p:txBody>
      </p:sp>
      <p:sp>
        <p:nvSpPr>
          <p:cNvPr id="1348" name="Google Shape;1348;g2d3c64ac7e6_8_649"/>
          <p:cNvSpPr/>
          <p:nvPr/>
        </p:nvSpPr>
        <p:spPr>
          <a:xfrm>
            <a:off x="5938843" y="1035050"/>
            <a:ext cx="2811465" cy="711200"/>
          </a:xfrm>
          <a:prstGeom prst="rect">
            <a:avLst/>
          </a:prstGeom>
          <a:noFill/>
          <a:ln>
            <a:noFill/>
          </a:ln>
        </p:spPr>
        <p:txBody>
          <a:bodyPr anchorCtr="0" anchor="ctr" bIns="0" lIns="0" spcFirstLastPara="1" rIns="0" wrap="square" tIns="0">
            <a:noAutofit/>
          </a:bodyPr>
          <a:lstStyle/>
          <a:p>
            <a:pPr indent="0" lvl="0" marL="0" marR="0" rtl="0" algn="l">
              <a:lnSpc>
                <a:spcPct val="115384"/>
              </a:lnSpc>
              <a:spcBef>
                <a:spcPts val="0"/>
              </a:spcBef>
              <a:spcAft>
                <a:spcPts val="0"/>
              </a:spcAft>
              <a:buClr>
                <a:srgbClr val="201515"/>
              </a:buClr>
              <a:buSzPts val="1900"/>
              <a:buFont typeface="Play"/>
              <a:buNone/>
            </a:pPr>
            <a:r>
              <a:rPr b="1" i="0" lang="en" sz="1200" u="none" cap="none" strike="noStrike">
                <a:solidFill>
                  <a:srgbClr val="201515"/>
                </a:solidFill>
                <a:latin typeface="Inter"/>
                <a:ea typeface="Inter"/>
                <a:cs typeface="Inter"/>
                <a:sym typeface="Inter"/>
              </a:rPr>
              <a:t>Hours per week saved by one Zap</a:t>
            </a:r>
            <a:endParaRPr b="0" i="0" sz="1200" u="none" cap="none" strike="noStrike">
              <a:solidFill>
                <a:schemeClr val="dk1"/>
              </a:solidFill>
              <a:latin typeface="Inter"/>
              <a:ea typeface="Inter"/>
              <a:cs typeface="Inter"/>
              <a:sym typeface="Inter"/>
            </a:endParaRPr>
          </a:p>
        </p:txBody>
      </p:sp>
      <p:sp>
        <p:nvSpPr>
          <p:cNvPr id="1349" name="Google Shape;1349;g2d3c64ac7e6_8_649"/>
          <p:cNvSpPr/>
          <p:nvPr/>
        </p:nvSpPr>
        <p:spPr>
          <a:xfrm>
            <a:off x="4876805" y="2667000"/>
            <a:ext cx="3962404" cy="2171700"/>
          </a:xfrm>
          <a:prstGeom prst="roundRect">
            <a:avLst>
              <a:gd fmla="val 2211"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0" name="Google Shape;1350;g2d3c64ac7e6_8_649"/>
          <p:cNvSpPr/>
          <p:nvPr/>
        </p:nvSpPr>
        <p:spPr>
          <a:xfrm>
            <a:off x="5048255" y="3352800"/>
            <a:ext cx="3619503" cy="8001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1" name="Google Shape;1351;g2d3c64ac7e6_8_649"/>
          <p:cNvSpPr/>
          <p:nvPr/>
        </p:nvSpPr>
        <p:spPr>
          <a:xfrm>
            <a:off x="5048255" y="3352800"/>
            <a:ext cx="3619503" cy="8001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2" name="Google Shape;1352;g2d3c64ac7e6_8_649"/>
          <p:cNvSpPr/>
          <p:nvPr/>
        </p:nvSpPr>
        <p:spPr>
          <a:xfrm>
            <a:off x="5048255" y="3431381"/>
            <a:ext cx="3619503" cy="642938"/>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353" name="Google Shape;1353;g2d3c64ac7e6_8_649"/>
          <p:cNvPicPr preferRelativeResize="0"/>
          <p:nvPr/>
        </p:nvPicPr>
        <p:blipFill rotWithShape="1">
          <a:blip r:embed="rId10">
            <a:alphaModFix/>
          </a:blip>
          <a:srcRect b="0" l="0" r="0" t="0"/>
          <a:stretch/>
        </p:blipFill>
        <p:spPr>
          <a:xfrm>
            <a:off x="5048255" y="3431381"/>
            <a:ext cx="619125" cy="619048"/>
          </a:xfrm>
          <a:prstGeom prst="rect">
            <a:avLst/>
          </a:prstGeom>
          <a:noFill/>
          <a:ln>
            <a:noFill/>
          </a:ln>
        </p:spPr>
      </p:pic>
      <p:pic>
        <p:nvPicPr>
          <p:cNvPr descr=" " id="1354" name="Google Shape;1354;g2d3c64ac7e6_8_649"/>
          <p:cNvPicPr preferRelativeResize="0"/>
          <p:nvPr/>
        </p:nvPicPr>
        <p:blipFill rotWithShape="1">
          <a:blip r:embed="rId11">
            <a:alphaModFix/>
          </a:blip>
          <a:srcRect b="0" l="0" r="0" t="0"/>
          <a:stretch/>
        </p:blipFill>
        <p:spPr>
          <a:xfrm>
            <a:off x="5048255" y="3431381"/>
            <a:ext cx="619125" cy="619048"/>
          </a:xfrm>
          <a:prstGeom prst="rect">
            <a:avLst/>
          </a:prstGeom>
          <a:noFill/>
          <a:ln>
            <a:noFill/>
          </a:ln>
        </p:spPr>
      </p:pic>
      <p:sp>
        <p:nvSpPr>
          <p:cNvPr id="1355" name="Google Shape;1355;g2d3c64ac7e6_8_649"/>
          <p:cNvSpPr/>
          <p:nvPr/>
        </p:nvSpPr>
        <p:spPr>
          <a:xfrm>
            <a:off x="5781680" y="3431381"/>
            <a:ext cx="2886078" cy="633413"/>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6" name="Google Shape;1356;g2d3c64ac7e6_8_649"/>
          <p:cNvSpPr/>
          <p:nvPr/>
        </p:nvSpPr>
        <p:spPr>
          <a:xfrm>
            <a:off x="5781680" y="3431381"/>
            <a:ext cx="2914653" cy="471488"/>
          </a:xfrm>
          <a:prstGeom prst="rect">
            <a:avLst/>
          </a:prstGeom>
          <a:noFill/>
          <a:ln>
            <a:noFill/>
          </a:ln>
        </p:spPr>
        <p:txBody>
          <a:bodyPr anchorCtr="0" anchor="t" bIns="0" lIns="0" spcFirstLastPara="1" rIns="0" wrap="square" tIns="0">
            <a:noAutofit/>
          </a:bodyPr>
          <a:lstStyle/>
          <a:p>
            <a:pPr indent="0" lvl="0" marL="0" marR="0" rtl="0" algn="l">
              <a:lnSpc>
                <a:spcPct val="172222"/>
              </a:lnSpc>
              <a:spcBef>
                <a:spcPts val="0"/>
              </a:spcBef>
              <a:spcAft>
                <a:spcPts val="0"/>
              </a:spcAft>
              <a:buClr>
                <a:srgbClr val="2D2E2E"/>
              </a:buClr>
              <a:buSzPts val="700"/>
              <a:buFont typeface="Inter"/>
              <a:buNone/>
            </a:pPr>
            <a:r>
              <a:rPr b="1" i="0" lang="en" sz="700" u="none" cap="none" strike="noStrike">
                <a:solidFill>
                  <a:srgbClr val="2D2E2E"/>
                </a:solidFill>
                <a:latin typeface="Inter"/>
                <a:ea typeface="Inter"/>
                <a:cs typeface="Inter"/>
                <a:sym typeface="Inter"/>
              </a:rPr>
              <a:t>"Since we started using Zapier, so many of our processes have become more efficient and have allowed us to have more time executing and less time compiling data and insights."</a:t>
            </a:r>
            <a:endParaRPr b="0" i="0" sz="700" u="none" cap="none" strike="noStrike">
              <a:solidFill>
                <a:schemeClr val="dk1"/>
              </a:solidFill>
              <a:latin typeface="Inter"/>
              <a:ea typeface="Inter"/>
              <a:cs typeface="Inter"/>
              <a:sym typeface="Inter"/>
            </a:endParaRPr>
          </a:p>
        </p:txBody>
      </p:sp>
      <p:sp>
        <p:nvSpPr>
          <p:cNvPr id="1357" name="Google Shape;1357;g2d3c64ac7e6_8_649"/>
          <p:cNvSpPr/>
          <p:nvPr/>
        </p:nvSpPr>
        <p:spPr>
          <a:xfrm>
            <a:off x="5781680" y="3969544"/>
            <a:ext cx="1279526" cy="117475"/>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2D2E2E"/>
              </a:buClr>
              <a:buSzPts val="500"/>
              <a:buFont typeface="Inter"/>
              <a:buNone/>
            </a:pPr>
            <a:r>
              <a:rPr b="0" i="0" lang="en" sz="500" u="none" cap="none" strike="noStrike">
                <a:solidFill>
                  <a:srgbClr val="2D2E2E"/>
                </a:solidFill>
                <a:latin typeface="Inter"/>
                <a:ea typeface="Inter"/>
                <a:cs typeface="Inter"/>
                <a:sym typeface="Inter"/>
              </a:rPr>
              <a:t>Corey Egan, Director of CRM at Orchard</a:t>
            </a:r>
            <a:endParaRPr b="0" i="0" sz="500" u="none" cap="none" strike="noStrike">
              <a:solidFill>
                <a:schemeClr val="dk1"/>
              </a:solidFill>
              <a:latin typeface="Inter"/>
              <a:ea typeface="Inter"/>
              <a:cs typeface="Inter"/>
              <a:sym typeface="Inter"/>
            </a:endParaRPr>
          </a:p>
        </p:txBody>
      </p:sp>
      <p:sp>
        <p:nvSpPr>
          <p:cNvPr id="1358" name="Google Shape;1358;g2d3c64ac7e6_8_649"/>
          <p:cNvSpPr/>
          <p:nvPr/>
        </p:nvSpPr>
        <p:spPr>
          <a:xfrm>
            <a:off x="238125" y="4829175"/>
            <a:ext cx="3433766" cy="2286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9" name="Google Shape;1359;g2d3c64ac7e6_8_649"/>
          <p:cNvSpPr/>
          <p:nvPr/>
        </p:nvSpPr>
        <p:spPr>
          <a:xfrm>
            <a:off x="238125" y="4803775"/>
            <a:ext cx="3459166" cy="254000"/>
          </a:xfrm>
          <a:prstGeom prst="rect">
            <a:avLst/>
          </a:prstGeom>
          <a:noFill/>
          <a:ln>
            <a:noFill/>
          </a:ln>
        </p:spPr>
        <p:txBody>
          <a:bodyPr anchorCtr="0" anchor="b" bIns="0" lIns="0" spcFirstLastPara="1" rIns="0" wrap="square" tIns="0">
            <a:noAutofit/>
          </a:bodyPr>
          <a:lstStyle/>
          <a:p>
            <a:pPr indent="0" lvl="0" marL="0" marR="0" rtl="0" algn="l">
              <a:lnSpc>
                <a:spcPct val="150000"/>
              </a:lnSpc>
              <a:spcBef>
                <a:spcPts val="0"/>
              </a:spcBef>
              <a:spcAft>
                <a:spcPts val="0"/>
              </a:spcAft>
              <a:buClr>
                <a:srgbClr val="3D4592"/>
              </a:buClr>
              <a:buSzPts val="600"/>
              <a:buFont typeface="Inter"/>
              <a:buNone/>
            </a:pPr>
            <a:r>
              <a:rPr b="0" i="0" lang="en" sz="600" u="none" cap="none" strike="noStrike">
                <a:solidFill>
                  <a:srgbClr val="3D4592"/>
                </a:solidFill>
                <a:latin typeface="Inter"/>
                <a:ea typeface="Inter"/>
                <a:cs typeface="Inter"/>
                <a:sym typeface="Inter"/>
              </a:rPr>
              <a:t>🔗 Read the full customer story →</a:t>
            </a:r>
            <a:endParaRPr b="0" i="0" sz="6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64" name="Shape 1364"/>
        <p:cNvGrpSpPr/>
        <p:nvPr/>
      </p:nvGrpSpPr>
      <p:grpSpPr>
        <a:xfrm>
          <a:off x="0" y="0"/>
          <a:ext cx="0" cy="0"/>
          <a:chOff x="0" y="0"/>
          <a:chExt cx="0" cy="0"/>
        </a:xfrm>
      </p:grpSpPr>
      <p:pic>
        <p:nvPicPr>
          <p:cNvPr descr=" " id="1365" name="Google Shape;1365;g32a379cc0af_0_57"/>
          <p:cNvPicPr preferRelativeResize="0"/>
          <p:nvPr/>
        </p:nvPicPr>
        <p:blipFill rotWithShape="1">
          <a:blip r:embed="rId3">
            <a:alphaModFix/>
          </a:blip>
          <a:srcRect b="0" l="0" r="0" t="0"/>
          <a:stretch/>
        </p:blipFill>
        <p:spPr>
          <a:xfrm>
            <a:off x="0" y="0"/>
            <a:ext cx="9144010" cy="5142863"/>
          </a:xfrm>
          <a:prstGeom prst="rect">
            <a:avLst/>
          </a:prstGeom>
          <a:noFill/>
          <a:ln>
            <a:noFill/>
          </a:ln>
        </p:spPr>
      </p:pic>
      <p:sp>
        <p:nvSpPr>
          <p:cNvPr id="1366" name="Google Shape;1366;g32a379cc0af_0_57"/>
          <p:cNvSpPr/>
          <p:nvPr/>
        </p:nvSpPr>
        <p:spPr>
          <a:xfrm>
            <a:off x="238125" y="1143000"/>
            <a:ext cx="3390900" cy="1428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7" name="Google Shape;1367;g32a379cc0af_0_57"/>
          <p:cNvSpPr/>
          <p:nvPr/>
        </p:nvSpPr>
        <p:spPr>
          <a:xfrm>
            <a:off x="238125" y="1143000"/>
            <a:ext cx="766800" cy="142800"/>
          </a:xfrm>
          <a:prstGeom prst="roundRect">
            <a:avLst>
              <a:gd fmla="val 333600" name="adj"/>
            </a:avLst>
          </a:prstGeom>
          <a:solidFill>
            <a:srgbClr val="FF4F00"/>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8" name="Google Shape;1368;g32a379cc0af_0_57"/>
          <p:cNvSpPr/>
          <p:nvPr/>
        </p:nvSpPr>
        <p:spPr>
          <a:xfrm>
            <a:off x="263525" y="1144587"/>
            <a:ext cx="716100" cy="1398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FFFDF9"/>
              </a:buClr>
              <a:buSzPts val="600"/>
              <a:buFont typeface="Inter"/>
              <a:buNone/>
            </a:pPr>
            <a:r>
              <a:rPr b="1" i="0" lang="en" sz="600" u="none" cap="none" strike="noStrike">
                <a:solidFill>
                  <a:srgbClr val="FFFDF9"/>
                </a:solidFill>
                <a:latin typeface="Inter"/>
                <a:ea typeface="Inter"/>
                <a:cs typeface="Inter"/>
                <a:sym typeface="Inter"/>
              </a:rPr>
              <a:t> Onboarding</a:t>
            </a:r>
            <a:endParaRPr b="0" i="0" sz="600" u="none" cap="none" strike="noStrike">
              <a:solidFill>
                <a:schemeClr val="dk1"/>
              </a:solidFill>
              <a:latin typeface="Calibri"/>
              <a:ea typeface="Calibri"/>
              <a:cs typeface="Calibri"/>
              <a:sym typeface="Calibri"/>
            </a:endParaRPr>
          </a:p>
        </p:txBody>
      </p:sp>
      <p:sp>
        <p:nvSpPr>
          <p:cNvPr id="1369" name="Google Shape;1369;g32a379cc0af_0_57"/>
          <p:cNvSpPr/>
          <p:nvPr/>
        </p:nvSpPr>
        <p:spPr>
          <a:xfrm>
            <a:off x="1072814" y="1143050"/>
            <a:ext cx="1081200" cy="142800"/>
          </a:xfrm>
          <a:prstGeom prst="roundRect">
            <a:avLst>
              <a:gd fmla="val 333600" name="adj"/>
            </a:avLst>
          </a:prstGeom>
          <a:solidFill>
            <a:srgbClr val="CDE4E1"/>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0" name="Google Shape;1370;g32a379cc0af_0_57"/>
          <p:cNvSpPr/>
          <p:nvPr/>
        </p:nvSpPr>
        <p:spPr>
          <a:xfrm>
            <a:off x="1098314" y="1146062"/>
            <a:ext cx="1030200" cy="1398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403F3E"/>
              </a:buClr>
              <a:buSzPts val="600"/>
              <a:buFont typeface="Inter"/>
              <a:buNone/>
            </a:pPr>
            <a:r>
              <a:rPr b="1" i="0" lang="en" sz="600" u="none" cap="none" strike="noStrike">
                <a:solidFill>
                  <a:srgbClr val="403F3E"/>
                </a:solidFill>
                <a:latin typeface="Inter"/>
                <a:ea typeface="Inter"/>
                <a:cs typeface="Inter"/>
                <a:sym typeface="Inter"/>
              </a:rPr>
              <a:t>Company size: Mid-market</a:t>
            </a:r>
            <a:endParaRPr b="0" i="0" sz="600" u="none" cap="none" strike="noStrike">
              <a:solidFill>
                <a:schemeClr val="dk1"/>
              </a:solidFill>
              <a:latin typeface="Calibri"/>
              <a:ea typeface="Calibri"/>
              <a:cs typeface="Calibri"/>
              <a:sym typeface="Calibri"/>
            </a:endParaRPr>
          </a:p>
        </p:txBody>
      </p:sp>
      <p:sp>
        <p:nvSpPr>
          <p:cNvPr id="1371" name="Google Shape;1371;g32a379cc0af_0_57"/>
          <p:cNvSpPr/>
          <p:nvPr/>
        </p:nvSpPr>
        <p:spPr>
          <a:xfrm>
            <a:off x="2196574" y="1144550"/>
            <a:ext cx="580500" cy="142800"/>
          </a:xfrm>
          <a:prstGeom prst="roundRect">
            <a:avLst>
              <a:gd fmla="val 333600" name="adj"/>
            </a:avLst>
          </a:prstGeom>
          <a:solidFill>
            <a:srgbClr val="C1B7F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2" name="Google Shape;1372;g32a379cc0af_0_57"/>
          <p:cNvSpPr/>
          <p:nvPr/>
        </p:nvSpPr>
        <p:spPr>
          <a:xfrm>
            <a:off x="2247225" y="1144488"/>
            <a:ext cx="495300" cy="1398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403F3E"/>
              </a:buClr>
              <a:buSzPts val="600"/>
              <a:buFont typeface="Inter"/>
              <a:buNone/>
            </a:pPr>
            <a:r>
              <a:rPr b="1" i="0" lang="en" sz="600" u="none" cap="none" strike="noStrike">
                <a:solidFill>
                  <a:srgbClr val="403F3E"/>
                </a:solidFill>
                <a:latin typeface="Inter"/>
                <a:ea typeface="Inter"/>
                <a:cs typeface="Inter"/>
                <a:sym typeface="Inter"/>
              </a:rPr>
              <a:t>Ridesharing</a:t>
            </a:r>
            <a:endParaRPr b="0" i="0" sz="600" u="none" cap="none" strike="noStrike">
              <a:solidFill>
                <a:schemeClr val="dk1"/>
              </a:solidFill>
              <a:latin typeface="Calibri"/>
              <a:ea typeface="Calibri"/>
              <a:cs typeface="Calibri"/>
              <a:sym typeface="Calibri"/>
            </a:endParaRPr>
          </a:p>
        </p:txBody>
      </p:sp>
      <p:sp>
        <p:nvSpPr>
          <p:cNvPr id="1373" name="Google Shape;1373;g32a379cc0af_0_57"/>
          <p:cNvSpPr/>
          <p:nvPr/>
        </p:nvSpPr>
        <p:spPr>
          <a:xfrm>
            <a:off x="238125" y="238125"/>
            <a:ext cx="3305100" cy="8097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4" name="Google Shape;1374;g32a379cc0af_0_57"/>
          <p:cNvSpPr/>
          <p:nvPr/>
        </p:nvSpPr>
        <p:spPr>
          <a:xfrm>
            <a:off x="238125" y="238125"/>
            <a:ext cx="3305100" cy="8097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5" name="Google Shape;1375;g32a379cc0af_0_57"/>
          <p:cNvSpPr/>
          <p:nvPr/>
        </p:nvSpPr>
        <p:spPr>
          <a:xfrm>
            <a:off x="238125" y="238125"/>
            <a:ext cx="3336900" cy="270000"/>
          </a:xfrm>
          <a:prstGeom prst="rect">
            <a:avLst/>
          </a:prstGeom>
          <a:noFill/>
          <a:ln>
            <a:noFill/>
          </a:ln>
        </p:spPr>
        <p:txBody>
          <a:bodyPr anchorCtr="0" anchor="t" bIns="0" lIns="0" spcFirstLastPara="1" rIns="0" wrap="square" tIns="0">
            <a:noAutofit/>
          </a:bodyPr>
          <a:lstStyle/>
          <a:p>
            <a:pPr indent="0" lvl="0" marL="0" marR="0" rtl="0" algn="l">
              <a:lnSpc>
                <a:spcPct val="250000"/>
              </a:lnSpc>
              <a:spcBef>
                <a:spcPts val="0"/>
              </a:spcBef>
              <a:spcAft>
                <a:spcPts val="0"/>
              </a:spcAft>
              <a:buClr>
                <a:srgbClr val="201515"/>
              </a:buClr>
              <a:buSzPts val="700"/>
              <a:buFont typeface="Play"/>
              <a:buNone/>
            </a:pPr>
            <a:r>
              <a:rPr b="0" i="0" lang="en" sz="700" u="none" cap="none" strike="noStrike">
                <a:solidFill>
                  <a:srgbClr val="201515"/>
                </a:solidFill>
                <a:latin typeface="Inter"/>
                <a:ea typeface="Inter"/>
                <a:cs typeface="Inter"/>
                <a:sym typeface="Inter"/>
              </a:rPr>
              <a:t>CUSTOMER SUCCESS STORY</a:t>
            </a:r>
            <a:endParaRPr b="0" i="0" sz="700" u="none" cap="none" strike="noStrike">
              <a:solidFill>
                <a:schemeClr val="dk1"/>
              </a:solidFill>
              <a:latin typeface="Inter"/>
              <a:ea typeface="Inter"/>
              <a:cs typeface="Inter"/>
              <a:sym typeface="Inter"/>
            </a:endParaRPr>
          </a:p>
        </p:txBody>
      </p:sp>
      <p:sp>
        <p:nvSpPr>
          <p:cNvPr id="1376" name="Google Shape;1376;g32a379cc0af_0_57"/>
          <p:cNvSpPr/>
          <p:nvPr/>
        </p:nvSpPr>
        <p:spPr>
          <a:xfrm>
            <a:off x="238125" y="476250"/>
            <a:ext cx="2819400"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7" name="Google Shape;1377;g32a379cc0af_0_57"/>
          <p:cNvSpPr/>
          <p:nvPr/>
        </p:nvSpPr>
        <p:spPr>
          <a:xfrm>
            <a:off x="238125" y="476250"/>
            <a:ext cx="1366800"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378" name="Google Shape;1378;g32a379cc0af_0_57"/>
          <p:cNvPicPr preferRelativeResize="0"/>
          <p:nvPr/>
        </p:nvPicPr>
        <p:blipFill rotWithShape="1">
          <a:blip r:embed="rId4">
            <a:alphaModFix/>
          </a:blip>
          <a:srcRect b="0" l="0" r="0" t="0"/>
          <a:stretch/>
        </p:blipFill>
        <p:spPr>
          <a:xfrm>
            <a:off x="333375" y="571500"/>
            <a:ext cx="1176339" cy="380953"/>
          </a:xfrm>
          <a:prstGeom prst="rect">
            <a:avLst/>
          </a:prstGeom>
          <a:noFill/>
          <a:ln>
            <a:noFill/>
          </a:ln>
        </p:spPr>
      </p:pic>
      <p:pic>
        <p:nvPicPr>
          <p:cNvPr descr=" " id="1379" name="Google Shape;1379;g32a379cc0af_0_57"/>
          <p:cNvPicPr preferRelativeResize="0"/>
          <p:nvPr/>
        </p:nvPicPr>
        <p:blipFill rotWithShape="1">
          <a:blip r:embed="rId5">
            <a:alphaModFix/>
          </a:blip>
          <a:srcRect b="0" l="0" r="0" t="0"/>
          <a:stretch/>
        </p:blipFill>
        <p:spPr>
          <a:xfrm>
            <a:off x="1652589" y="476250"/>
            <a:ext cx="9525" cy="571429"/>
          </a:xfrm>
          <a:prstGeom prst="rect">
            <a:avLst/>
          </a:prstGeom>
          <a:noFill/>
          <a:ln>
            <a:noFill/>
          </a:ln>
        </p:spPr>
      </p:pic>
      <p:sp>
        <p:nvSpPr>
          <p:cNvPr id="1380" name="Google Shape;1380;g32a379cc0af_0_57"/>
          <p:cNvSpPr/>
          <p:nvPr/>
        </p:nvSpPr>
        <p:spPr>
          <a:xfrm>
            <a:off x="1709739" y="476250"/>
            <a:ext cx="1347900"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1" name="Google Shape;1381;g32a379cc0af_0_57"/>
          <p:cNvSpPr/>
          <p:nvPr/>
        </p:nvSpPr>
        <p:spPr>
          <a:xfrm>
            <a:off x="238125" y="1524000"/>
            <a:ext cx="1738200" cy="4899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2" name="Google Shape;1382;g32a379cc0af_0_57"/>
          <p:cNvSpPr/>
          <p:nvPr/>
        </p:nvSpPr>
        <p:spPr>
          <a:xfrm>
            <a:off x="690563"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3" name="Google Shape;1383;g32a379cc0af_0_57"/>
          <p:cNvSpPr/>
          <p:nvPr/>
        </p:nvSpPr>
        <p:spPr>
          <a:xfrm>
            <a:off x="690563"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4" name="Google Shape;1384;g32a379cc0af_0_57"/>
          <p:cNvSpPr/>
          <p:nvPr/>
        </p:nvSpPr>
        <p:spPr>
          <a:xfrm>
            <a:off x="1143001"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5" name="Google Shape;1385;g32a379cc0af_0_57"/>
          <p:cNvSpPr/>
          <p:nvPr/>
        </p:nvSpPr>
        <p:spPr>
          <a:xfrm>
            <a:off x="1143001"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6" name="Google Shape;1386;g32a379cc0af_0_57"/>
          <p:cNvSpPr/>
          <p:nvPr/>
        </p:nvSpPr>
        <p:spPr>
          <a:xfrm>
            <a:off x="238125" y="2252042"/>
            <a:ext cx="4095900" cy="1195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7" name="Google Shape;1387;g32a379cc0af_0_57"/>
          <p:cNvSpPr/>
          <p:nvPr/>
        </p:nvSpPr>
        <p:spPr>
          <a:xfrm>
            <a:off x="238125" y="2201242"/>
            <a:ext cx="546000" cy="217500"/>
          </a:xfrm>
          <a:prstGeom prst="rect">
            <a:avLst/>
          </a:prstGeom>
          <a:noFill/>
          <a:ln>
            <a:noFill/>
          </a:ln>
        </p:spPr>
        <p:txBody>
          <a:bodyPr anchorCtr="0" anchor="b" bIns="0" lIns="0" spcFirstLastPara="1" rIns="0" wrap="square" tIns="0">
            <a:noAutofit/>
          </a:bodyPr>
          <a:lstStyle/>
          <a:p>
            <a:pPr indent="0" lvl="0" marL="0" marR="0" rtl="0" algn="l">
              <a:lnSpc>
                <a:spcPct val="109375"/>
              </a:lnSpc>
              <a:spcBef>
                <a:spcPts val="0"/>
              </a:spcBef>
              <a:spcAft>
                <a:spcPts val="0"/>
              </a:spcAft>
              <a:buClr>
                <a:srgbClr val="000000"/>
              </a:buClr>
              <a:buSzPts val="1200"/>
              <a:buFont typeface="Inter"/>
              <a:buNone/>
            </a:pPr>
            <a:r>
              <a:rPr b="1" i="0" lang="en" sz="1200" u="none" cap="none" strike="noStrike">
                <a:solidFill>
                  <a:srgbClr val="000000"/>
                </a:solidFill>
                <a:latin typeface="Inter"/>
                <a:ea typeface="Inter"/>
                <a:cs typeface="Inter"/>
                <a:sym typeface="Inter"/>
              </a:rPr>
              <a:t>Before </a:t>
            </a:r>
            <a:endParaRPr b="0" i="0" sz="1200" u="none" cap="none" strike="noStrike">
              <a:solidFill>
                <a:schemeClr val="dk1"/>
              </a:solidFill>
              <a:latin typeface="Calibri"/>
              <a:ea typeface="Calibri"/>
              <a:cs typeface="Calibri"/>
              <a:sym typeface="Calibri"/>
            </a:endParaRPr>
          </a:p>
        </p:txBody>
      </p:sp>
      <p:sp>
        <p:nvSpPr>
          <p:cNvPr id="1388" name="Google Shape;1388;g32a379cc0af_0_57"/>
          <p:cNvSpPr/>
          <p:nvPr/>
        </p:nvSpPr>
        <p:spPr>
          <a:xfrm>
            <a:off x="238125" y="2456825"/>
            <a:ext cx="4265100" cy="809700"/>
          </a:xfrm>
          <a:prstGeom prst="rect">
            <a:avLst/>
          </a:prstGeom>
          <a:noFill/>
          <a:ln>
            <a:noFill/>
          </a:ln>
        </p:spPr>
        <p:txBody>
          <a:bodyPr anchorCtr="0" anchor="t" bIns="0" lIns="0" spcFirstLastPara="1" rIns="0" wrap="square" tIns="0">
            <a:noAutofit/>
          </a:bodyPr>
          <a:lstStyle/>
          <a:p>
            <a:pPr indent="-292100" lvl="0" marL="4572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Onboarding drivers was a bottleneck: document updates took 5 days, delaying new driver activations.</a:t>
            </a:r>
            <a:endParaRPr b="0" i="0" sz="1000" u="none" cap="none" strike="noStrike">
              <a:solidFill>
                <a:srgbClr val="000000"/>
              </a:solidFill>
              <a:latin typeface="Inter"/>
              <a:ea typeface="Inter"/>
              <a:cs typeface="Inter"/>
              <a:sym typeface="Inter"/>
            </a:endParaRPr>
          </a:p>
          <a:p>
            <a:pPr indent="-292100" lvl="0" marL="4572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Operational inefficiencies limited the ability to scale driver acquisitions effectively.</a:t>
            </a:r>
            <a:endParaRPr b="0" i="0" sz="1000" u="none" cap="none" strike="noStrike">
              <a:solidFill>
                <a:srgbClr val="000000"/>
              </a:solidFill>
              <a:latin typeface="Inter"/>
              <a:ea typeface="Inter"/>
              <a:cs typeface="Inter"/>
              <a:sym typeface="Inter"/>
            </a:endParaRPr>
          </a:p>
          <a:p>
            <a:pPr indent="0" lvl="0" marL="0" marR="0" rtl="0" algn="l">
              <a:lnSpc>
                <a:spcPct val="123076"/>
              </a:lnSpc>
              <a:spcBef>
                <a:spcPts val="0"/>
              </a:spcBef>
              <a:spcAft>
                <a:spcPts val="0"/>
              </a:spcAft>
              <a:buClr>
                <a:srgbClr val="000000"/>
              </a:buClr>
              <a:buSzPts val="1000"/>
              <a:buFont typeface="Arial"/>
              <a:buNone/>
            </a:pPr>
            <a:r>
              <a:t/>
            </a:r>
            <a:endParaRPr b="0" i="0" sz="1000" u="none" cap="none" strike="noStrike">
              <a:solidFill>
                <a:srgbClr val="000000"/>
              </a:solidFill>
              <a:latin typeface="Inter"/>
              <a:ea typeface="Inter"/>
              <a:cs typeface="Inter"/>
              <a:sym typeface="Inter"/>
            </a:endParaRPr>
          </a:p>
        </p:txBody>
      </p:sp>
      <p:sp>
        <p:nvSpPr>
          <p:cNvPr id="1389" name="Google Shape;1389;g32a379cc0af_0_57"/>
          <p:cNvSpPr/>
          <p:nvPr/>
        </p:nvSpPr>
        <p:spPr>
          <a:xfrm>
            <a:off x="238125" y="3685554"/>
            <a:ext cx="4095900" cy="10431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0" name="Google Shape;1390;g32a379cc0af_0_57"/>
          <p:cNvSpPr/>
          <p:nvPr/>
        </p:nvSpPr>
        <p:spPr>
          <a:xfrm>
            <a:off x="238125" y="3634754"/>
            <a:ext cx="1722600" cy="217500"/>
          </a:xfrm>
          <a:prstGeom prst="rect">
            <a:avLst/>
          </a:prstGeom>
          <a:noFill/>
          <a:ln>
            <a:noFill/>
          </a:ln>
        </p:spPr>
        <p:txBody>
          <a:bodyPr anchorCtr="0" anchor="b" bIns="0" lIns="0" spcFirstLastPara="1" rIns="0" wrap="square" tIns="0">
            <a:noAutofit/>
          </a:bodyPr>
          <a:lstStyle/>
          <a:p>
            <a:pPr indent="0" lvl="0" marL="0" marR="0" rtl="0" algn="l">
              <a:lnSpc>
                <a:spcPct val="109375"/>
              </a:lnSpc>
              <a:spcBef>
                <a:spcPts val="0"/>
              </a:spcBef>
              <a:spcAft>
                <a:spcPts val="0"/>
              </a:spcAft>
              <a:buClr>
                <a:srgbClr val="000000"/>
              </a:buClr>
              <a:buSzPts val="1200"/>
              <a:buFont typeface="Inter"/>
              <a:buNone/>
            </a:pPr>
            <a:r>
              <a:rPr b="1" i="0" lang="en" sz="1200" u="none" cap="none" strike="noStrike">
                <a:solidFill>
                  <a:srgbClr val="000000"/>
                </a:solidFill>
                <a:latin typeface="Inter"/>
                <a:ea typeface="Inter"/>
                <a:cs typeface="Inter"/>
                <a:sym typeface="Inter"/>
              </a:rPr>
              <a:t>After</a:t>
            </a:r>
            <a:endParaRPr b="0" i="0" sz="1200" u="none" cap="none" strike="noStrike">
              <a:solidFill>
                <a:schemeClr val="dk1"/>
              </a:solidFill>
              <a:latin typeface="Calibri"/>
              <a:ea typeface="Calibri"/>
              <a:cs typeface="Calibri"/>
              <a:sym typeface="Calibri"/>
            </a:endParaRPr>
          </a:p>
        </p:txBody>
      </p:sp>
      <p:sp>
        <p:nvSpPr>
          <p:cNvPr id="1391" name="Google Shape;1391;g32a379cc0af_0_57"/>
          <p:cNvSpPr/>
          <p:nvPr/>
        </p:nvSpPr>
        <p:spPr>
          <a:xfrm>
            <a:off x="285750" y="3842254"/>
            <a:ext cx="4137000" cy="1557900"/>
          </a:xfrm>
          <a:prstGeom prst="rect">
            <a:avLst/>
          </a:prstGeom>
          <a:noFill/>
          <a:ln>
            <a:noFill/>
          </a:ln>
        </p:spPr>
        <p:txBody>
          <a:bodyPr anchorCtr="0" anchor="b" bIns="0" lIns="0" spcFirstLastPara="1" rIns="0" wrap="square" tIns="0">
            <a:noAutofit/>
          </a:bodyPr>
          <a:lstStyle/>
          <a:p>
            <a:pPr indent="-292100" lvl="0" marL="4572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Built a Salesforce-integrated onboarding system using no-code tools.</a:t>
            </a:r>
            <a:endParaRPr b="0" i="0" sz="1000" u="none" cap="none" strike="noStrike">
              <a:solidFill>
                <a:srgbClr val="000000"/>
              </a:solidFill>
              <a:latin typeface="Inter"/>
              <a:ea typeface="Inter"/>
              <a:cs typeface="Inter"/>
              <a:sym typeface="Inter"/>
            </a:endParaRPr>
          </a:p>
          <a:p>
            <a:pPr indent="-292100" lvl="0" marL="4572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Reduced document update times to under 2 hours, enabling same-day driver activations.</a:t>
            </a:r>
            <a:endParaRPr b="0" i="0" sz="1000" u="none" cap="none" strike="noStrike">
              <a:solidFill>
                <a:srgbClr val="000000"/>
              </a:solidFill>
              <a:latin typeface="Inter"/>
              <a:ea typeface="Inter"/>
              <a:cs typeface="Inter"/>
              <a:sym typeface="Inter"/>
            </a:endParaRPr>
          </a:p>
          <a:p>
            <a:pPr indent="-292100" lvl="0" marL="4572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Scaled operations to onboard 25,000+ drivers in 18 months, cutting onboarding time by 50%.</a:t>
            </a:r>
            <a:endParaRPr b="0" i="0" sz="1000" u="none" cap="none" strike="noStrike">
              <a:solidFill>
                <a:srgbClr val="000000"/>
              </a:solidFill>
              <a:latin typeface="Inter"/>
              <a:ea typeface="Inter"/>
              <a:cs typeface="Inter"/>
              <a:sym typeface="Inter"/>
            </a:endParaRPr>
          </a:p>
          <a:p>
            <a:pPr indent="0" lvl="0" marL="0" marR="0" rtl="0" algn="l">
              <a:lnSpc>
                <a:spcPct val="123076"/>
              </a:lnSpc>
              <a:spcBef>
                <a:spcPts val="0"/>
              </a:spcBef>
              <a:spcAft>
                <a:spcPts val="0"/>
              </a:spcAft>
              <a:buClr>
                <a:schemeClr val="dk1"/>
              </a:buClr>
              <a:buSzPts val="1100"/>
              <a:buFont typeface="Arial"/>
              <a:buNone/>
            </a:pPr>
            <a:r>
              <a:t/>
            </a:r>
            <a:endParaRPr b="0" i="0" sz="1000" u="none" cap="none" strike="noStrike">
              <a:solidFill>
                <a:srgbClr val="000000"/>
              </a:solidFill>
              <a:latin typeface="Inter"/>
              <a:ea typeface="Inter"/>
              <a:cs typeface="Inter"/>
              <a:sym typeface="Inter"/>
            </a:endParaRPr>
          </a:p>
          <a:p>
            <a:pPr indent="0" lvl="0" marL="0" marR="0" rtl="0" algn="l">
              <a:lnSpc>
                <a:spcPct val="123076"/>
              </a:lnSpc>
              <a:spcBef>
                <a:spcPts val="0"/>
              </a:spcBef>
              <a:spcAft>
                <a:spcPts val="0"/>
              </a:spcAft>
              <a:buClr>
                <a:srgbClr val="000000"/>
              </a:buClr>
              <a:buSzPts val="1000"/>
              <a:buFont typeface="Arial"/>
              <a:buNone/>
            </a:pPr>
            <a:r>
              <a:t/>
            </a:r>
            <a:endParaRPr b="0" i="0" sz="1000" u="none" cap="none" strike="noStrike">
              <a:solidFill>
                <a:srgbClr val="000000"/>
              </a:solidFill>
              <a:latin typeface="Inter"/>
              <a:ea typeface="Inter"/>
              <a:cs typeface="Inter"/>
              <a:sym typeface="Inter"/>
            </a:endParaRPr>
          </a:p>
        </p:txBody>
      </p:sp>
      <p:sp>
        <p:nvSpPr>
          <p:cNvPr id="1392" name="Google Shape;1392;g32a379cc0af_0_57"/>
          <p:cNvSpPr/>
          <p:nvPr/>
        </p:nvSpPr>
        <p:spPr>
          <a:xfrm>
            <a:off x="4876805" y="304800"/>
            <a:ext cx="3962400" cy="45339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3" name="Google Shape;1393;g32a379cc0af_0_57"/>
          <p:cNvSpPr/>
          <p:nvPr/>
        </p:nvSpPr>
        <p:spPr>
          <a:xfrm>
            <a:off x="4876805" y="304800"/>
            <a:ext cx="3962400" cy="1384200"/>
          </a:xfrm>
          <a:prstGeom prst="roundRect">
            <a:avLst>
              <a:gd fmla="val 3468"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4" name="Google Shape;1394;g32a379cc0af_0_57"/>
          <p:cNvSpPr/>
          <p:nvPr/>
        </p:nvSpPr>
        <p:spPr>
          <a:xfrm>
            <a:off x="5048255" y="476250"/>
            <a:ext cx="723900" cy="10413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5" name="Google Shape;1395;g32a379cc0af_0_57"/>
          <p:cNvSpPr/>
          <p:nvPr/>
        </p:nvSpPr>
        <p:spPr>
          <a:xfrm>
            <a:off x="5095880" y="570706"/>
            <a:ext cx="628800" cy="8526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6" name="Google Shape;1396;g32a379cc0af_0_57"/>
          <p:cNvSpPr/>
          <p:nvPr/>
        </p:nvSpPr>
        <p:spPr>
          <a:xfrm>
            <a:off x="5095871" y="645900"/>
            <a:ext cx="1487700" cy="1043100"/>
          </a:xfrm>
          <a:prstGeom prst="rect">
            <a:avLst/>
          </a:prstGeom>
          <a:noFill/>
          <a:ln>
            <a:noFill/>
          </a:ln>
        </p:spPr>
        <p:txBody>
          <a:bodyPr anchorCtr="0" anchor="t" bIns="0" lIns="0" spcFirstLastPara="1" rIns="0" wrap="square" tIns="0">
            <a:noAutofit/>
          </a:bodyPr>
          <a:lstStyle/>
          <a:p>
            <a:pPr indent="0" lvl="0" marL="0" marR="0" rtl="0" algn="l">
              <a:lnSpc>
                <a:spcPct val="149141"/>
              </a:lnSpc>
              <a:spcBef>
                <a:spcPts val="0"/>
              </a:spcBef>
              <a:spcAft>
                <a:spcPts val="0"/>
              </a:spcAft>
              <a:buClr>
                <a:srgbClr val="2B2358"/>
              </a:buClr>
              <a:buSzPts val="4500"/>
              <a:buFont typeface="Arial"/>
              <a:buNone/>
            </a:pPr>
            <a:r>
              <a:rPr b="1" i="0" lang="en" sz="4500" u="none" cap="none" strike="noStrike">
                <a:solidFill>
                  <a:srgbClr val="2B2358"/>
                </a:solidFill>
                <a:latin typeface="Inter"/>
                <a:ea typeface="Inter"/>
                <a:cs typeface="Inter"/>
                <a:sym typeface="Inter"/>
              </a:rPr>
              <a:t>10x</a:t>
            </a:r>
            <a:endParaRPr b="1" i="0" sz="4500" u="none" cap="none" strike="noStrike">
              <a:solidFill>
                <a:schemeClr val="dk1"/>
              </a:solidFill>
              <a:latin typeface="Inter"/>
              <a:ea typeface="Inter"/>
              <a:cs typeface="Inter"/>
              <a:sym typeface="Inter"/>
            </a:endParaRPr>
          </a:p>
        </p:txBody>
      </p:sp>
      <p:sp>
        <p:nvSpPr>
          <p:cNvPr id="1397" name="Google Shape;1397;g32a379cc0af_0_57"/>
          <p:cNvSpPr/>
          <p:nvPr/>
        </p:nvSpPr>
        <p:spPr>
          <a:xfrm>
            <a:off x="6413551" y="736600"/>
            <a:ext cx="2336700" cy="711300"/>
          </a:xfrm>
          <a:prstGeom prst="rect">
            <a:avLst/>
          </a:prstGeom>
          <a:noFill/>
          <a:ln>
            <a:noFill/>
          </a:ln>
        </p:spPr>
        <p:txBody>
          <a:bodyPr anchorCtr="0" anchor="ctr" bIns="0" lIns="0" spcFirstLastPara="1" rIns="0" wrap="square" tIns="0">
            <a:noAutofit/>
          </a:bodyPr>
          <a:lstStyle/>
          <a:p>
            <a:pPr indent="0" lvl="0" marL="0" marR="0" rtl="0" algn="l">
              <a:lnSpc>
                <a:spcPct val="115384"/>
              </a:lnSpc>
              <a:spcBef>
                <a:spcPts val="0"/>
              </a:spcBef>
              <a:spcAft>
                <a:spcPts val="0"/>
              </a:spcAft>
              <a:buClr>
                <a:srgbClr val="201515"/>
              </a:buClr>
              <a:buSzPts val="1900"/>
              <a:buFont typeface="Play"/>
              <a:buNone/>
            </a:pPr>
            <a:r>
              <a:rPr b="1" i="0" lang="en" sz="1200" u="none" cap="none" strike="noStrike">
                <a:solidFill>
                  <a:srgbClr val="201515"/>
                </a:solidFill>
                <a:latin typeface="Inter"/>
                <a:ea typeface="Inter"/>
                <a:cs typeface="Inter"/>
                <a:sym typeface="Inter"/>
              </a:rPr>
              <a:t>growth achieved through streamlined processes.</a:t>
            </a:r>
            <a:endParaRPr b="0" i="0" sz="1200" u="none" cap="none" strike="noStrike">
              <a:solidFill>
                <a:schemeClr val="dk1"/>
              </a:solidFill>
              <a:latin typeface="Inter"/>
              <a:ea typeface="Inter"/>
              <a:cs typeface="Inter"/>
              <a:sym typeface="Inter"/>
            </a:endParaRPr>
          </a:p>
          <a:p>
            <a:pPr indent="0" lvl="0" marL="0" marR="0" rtl="0" algn="l">
              <a:lnSpc>
                <a:spcPct val="115384"/>
              </a:lnSpc>
              <a:spcBef>
                <a:spcPts val="0"/>
              </a:spcBef>
              <a:spcAft>
                <a:spcPts val="0"/>
              </a:spcAft>
              <a:buClr>
                <a:srgbClr val="201515"/>
              </a:buClr>
              <a:buSzPts val="1900"/>
              <a:buFont typeface="Play"/>
              <a:buNone/>
            </a:pPr>
            <a:r>
              <a:t/>
            </a:r>
            <a:endParaRPr b="1" i="0" sz="1200" u="none" cap="none" strike="noStrike">
              <a:solidFill>
                <a:srgbClr val="201515"/>
              </a:solidFill>
              <a:latin typeface="Inter"/>
              <a:ea typeface="Inter"/>
              <a:cs typeface="Inter"/>
              <a:sym typeface="Inter"/>
            </a:endParaRPr>
          </a:p>
        </p:txBody>
      </p:sp>
      <p:sp>
        <p:nvSpPr>
          <p:cNvPr id="1398" name="Google Shape;1398;g32a379cc0af_0_57"/>
          <p:cNvSpPr/>
          <p:nvPr/>
        </p:nvSpPr>
        <p:spPr>
          <a:xfrm>
            <a:off x="4876805" y="1879601"/>
            <a:ext cx="3962400" cy="1384200"/>
          </a:xfrm>
          <a:prstGeom prst="roundRect">
            <a:avLst>
              <a:gd fmla="val 3468"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9" name="Google Shape;1399;g32a379cc0af_0_57"/>
          <p:cNvSpPr/>
          <p:nvPr/>
        </p:nvSpPr>
        <p:spPr>
          <a:xfrm>
            <a:off x="5048255" y="2051051"/>
            <a:ext cx="514500" cy="10413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0" name="Google Shape;1400;g32a379cc0af_0_57"/>
          <p:cNvSpPr/>
          <p:nvPr/>
        </p:nvSpPr>
        <p:spPr>
          <a:xfrm>
            <a:off x="6583577" y="2216150"/>
            <a:ext cx="2166600" cy="711300"/>
          </a:xfrm>
          <a:prstGeom prst="rect">
            <a:avLst/>
          </a:prstGeom>
          <a:noFill/>
          <a:ln>
            <a:noFill/>
          </a:ln>
        </p:spPr>
        <p:txBody>
          <a:bodyPr anchorCtr="0" anchor="ctr" bIns="0" lIns="0" spcFirstLastPara="1" rIns="0" wrap="square" tIns="0">
            <a:noAutofit/>
          </a:bodyPr>
          <a:lstStyle/>
          <a:p>
            <a:pPr indent="0" lvl="0" marL="0" marR="0" rtl="0" algn="l">
              <a:lnSpc>
                <a:spcPct val="115384"/>
              </a:lnSpc>
              <a:spcBef>
                <a:spcPts val="0"/>
              </a:spcBef>
              <a:spcAft>
                <a:spcPts val="0"/>
              </a:spcAft>
              <a:buClr>
                <a:srgbClr val="201515"/>
              </a:buClr>
              <a:buSzPts val="1900"/>
              <a:buFont typeface="Play"/>
              <a:buNone/>
            </a:pPr>
            <a:r>
              <a:rPr b="1" i="0" lang="en" sz="1200" u="none" cap="none" strike="noStrike">
                <a:solidFill>
                  <a:srgbClr val="201515"/>
                </a:solidFill>
                <a:latin typeface="Inter"/>
                <a:ea typeface="Inter"/>
                <a:cs typeface="Inter"/>
                <a:sym typeface="Inter"/>
              </a:rPr>
              <a:t>reduction in acquisition costs</a:t>
            </a:r>
            <a:endParaRPr b="0" i="0" sz="1200" u="none" cap="none" strike="noStrike">
              <a:solidFill>
                <a:schemeClr val="dk1"/>
              </a:solidFill>
              <a:latin typeface="Inter"/>
              <a:ea typeface="Inter"/>
              <a:cs typeface="Inter"/>
              <a:sym typeface="Inter"/>
            </a:endParaRPr>
          </a:p>
        </p:txBody>
      </p:sp>
      <p:sp>
        <p:nvSpPr>
          <p:cNvPr id="1401" name="Google Shape;1401;g32a379cc0af_0_57"/>
          <p:cNvSpPr/>
          <p:nvPr/>
        </p:nvSpPr>
        <p:spPr>
          <a:xfrm>
            <a:off x="4876805" y="3454401"/>
            <a:ext cx="3962400" cy="1384200"/>
          </a:xfrm>
          <a:prstGeom prst="roundRect">
            <a:avLst>
              <a:gd fmla="val 3468"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2" name="Google Shape;1402;g32a379cc0af_0_57"/>
          <p:cNvSpPr/>
          <p:nvPr/>
        </p:nvSpPr>
        <p:spPr>
          <a:xfrm>
            <a:off x="5048255" y="3746500"/>
            <a:ext cx="3619500" cy="8001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3" name="Google Shape;1403;g32a379cc0af_0_57"/>
          <p:cNvSpPr/>
          <p:nvPr/>
        </p:nvSpPr>
        <p:spPr>
          <a:xfrm>
            <a:off x="5048255" y="3746500"/>
            <a:ext cx="3619500" cy="8001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4" name="Google Shape;1404;g32a379cc0af_0_57"/>
          <p:cNvSpPr/>
          <p:nvPr/>
        </p:nvSpPr>
        <p:spPr>
          <a:xfrm>
            <a:off x="5048255" y="3825082"/>
            <a:ext cx="3619500" cy="6429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5" name="Google Shape;1405;g32a379cc0af_0_57"/>
          <p:cNvSpPr/>
          <p:nvPr/>
        </p:nvSpPr>
        <p:spPr>
          <a:xfrm>
            <a:off x="5048255" y="3825082"/>
            <a:ext cx="3619500" cy="6333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6" name="Google Shape;1406;g32a379cc0af_0_57"/>
          <p:cNvSpPr/>
          <p:nvPr/>
        </p:nvSpPr>
        <p:spPr>
          <a:xfrm>
            <a:off x="5048255" y="3825082"/>
            <a:ext cx="3648000" cy="471600"/>
          </a:xfrm>
          <a:prstGeom prst="rect">
            <a:avLst/>
          </a:prstGeom>
          <a:noFill/>
          <a:ln>
            <a:noFill/>
          </a:ln>
        </p:spPr>
        <p:txBody>
          <a:bodyPr anchorCtr="0" anchor="t" bIns="0" lIns="0" spcFirstLastPara="1" rIns="0" wrap="square" tIns="0">
            <a:noAutofit/>
          </a:bodyPr>
          <a:lstStyle/>
          <a:p>
            <a:pPr indent="0" lvl="0" marL="0" marR="0" rtl="0" algn="l">
              <a:lnSpc>
                <a:spcPct val="115384"/>
              </a:lnSpc>
              <a:spcBef>
                <a:spcPts val="0"/>
              </a:spcBef>
              <a:spcAft>
                <a:spcPts val="0"/>
              </a:spcAft>
              <a:buClr>
                <a:srgbClr val="201515"/>
              </a:buClr>
              <a:buSzPts val="1900"/>
              <a:buFont typeface="Play"/>
              <a:buNone/>
            </a:pPr>
            <a:r>
              <a:rPr b="1" i="0" lang="en" sz="1200" u="none" cap="none" strike="noStrike">
                <a:solidFill>
                  <a:srgbClr val="201515"/>
                </a:solidFill>
                <a:latin typeface="Inter"/>
                <a:ea typeface="Inter"/>
                <a:cs typeface="Inter"/>
                <a:sym typeface="Inter"/>
              </a:rPr>
              <a:t>Driver document update time reduced from </a:t>
            </a:r>
            <a:r>
              <a:rPr b="1" i="0" lang="en" sz="1200" u="none" cap="none" strike="noStrike">
                <a:solidFill>
                  <a:srgbClr val="FF4F00"/>
                </a:solidFill>
                <a:latin typeface="Inter"/>
                <a:ea typeface="Inter"/>
                <a:cs typeface="Inter"/>
                <a:sym typeface="Inter"/>
              </a:rPr>
              <a:t>5 days</a:t>
            </a:r>
            <a:r>
              <a:rPr b="1" i="0" lang="en" sz="1200" u="none" cap="none" strike="noStrike">
                <a:solidFill>
                  <a:srgbClr val="201515"/>
                </a:solidFill>
                <a:latin typeface="Inter"/>
                <a:ea typeface="Inter"/>
                <a:cs typeface="Inter"/>
                <a:sym typeface="Inter"/>
              </a:rPr>
              <a:t> to </a:t>
            </a:r>
            <a:r>
              <a:rPr b="1" i="0" lang="en" sz="1200" u="none" cap="none" strike="noStrike">
                <a:solidFill>
                  <a:schemeClr val="accent6"/>
                </a:solidFill>
                <a:latin typeface="Inter"/>
                <a:ea typeface="Inter"/>
                <a:cs typeface="Inter"/>
                <a:sym typeface="Inter"/>
              </a:rPr>
              <a:t>2 hours.</a:t>
            </a:r>
            <a:endParaRPr b="0" i="0" sz="1200" u="none" cap="none" strike="noStrike">
              <a:solidFill>
                <a:schemeClr val="accent6"/>
              </a:solidFill>
              <a:latin typeface="Inter"/>
              <a:ea typeface="Inter"/>
              <a:cs typeface="Inter"/>
              <a:sym typeface="Inter"/>
            </a:endParaRPr>
          </a:p>
          <a:p>
            <a:pPr indent="0" lvl="0" marL="0" marR="0" rtl="0" algn="l">
              <a:lnSpc>
                <a:spcPct val="172222"/>
              </a:lnSpc>
              <a:spcBef>
                <a:spcPts val="0"/>
              </a:spcBef>
              <a:spcAft>
                <a:spcPts val="0"/>
              </a:spcAft>
              <a:buClr>
                <a:srgbClr val="2D2E2E"/>
              </a:buClr>
              <a:buSzPts val="700"/>
              <a:buFont typeface="Inter"/>
              <a:buNone/>
            </a:pPr>
            <a:r>
              <a:t/>
            </a:r>
            <a:endParaRPr b="1" i="0" sz="700" u="none" cap="none" strike="noStrike">
              <a:solidFill>
                <a:srgbClr val="2D2E2E"/>
              </a:solidFill>
              <a:latin typeface="Inter"/>
              <a:ea typeface="Inter"/>
              <a:cs typeface="Inter"/>
              <a:sym typeface="Inter"/>
            </a:endParaRPr>
          </a:p>
        </p:txBody>
      </p:sp>
      <p:pic>
        <p:nvPicPr>
          <p:cNvPr id="1407" name="Google Shape;1407;g32a379cc0af_0_57"/>
          <p:cNvPicPr preferRelativeResize="0"/>
          <p:nvPr/>
        </p:nvPicPr>
        <p:blipFill rotWithShape="1">
          <a:blip r:embed="rId6">
            <a:alphaModFix/>
          </a:blip>
          <a:srcRect b="0" l="0" r="0" t="0"/>
          <a:stretch/>
        </p:blipFill>
        <p:spPr>
          <a:xfrm>
            <a:off x="1736636" y="406250"/>
            <a:ext cx="1108255" cy="571450"/>
          </a:xfrm>
          <a:prstGeom prst="rect">
            <a:avLst/>
          </a:prstGeom>
          <a:noFill/>
          <a:ln>
            <a:noFill/>
          </a:ln>
        </p:spPr>
      </p:pic>
      <p:sp>
        <p:nvSpPr>
          <p:cNvPr id="1408" name="Google Shape;1408;g32a379cc0af_0_57"/>
          <p:cNvSpPr/>
          <p:nvPr/>
        </p:nvSpPr>
        <p:spPr>
          <a:xfrm>
            <a:off x="4987046" y="2196200"/>
            <a:ext cx="1487700" cy="1043100"/>
          </a:xfrm>
          <a:prstGeom prst="rect">
            <a:avLst/>
          </a:prstGeom>
          <a:noFill/>
          <a:ln>
            <a:noFill/>
          </a:ln>
        </p:spPr>
        <p:txBody>
          <a:bodyPr anchorCtr="0" anchor="t" bIns="0" lIns="0" spcFirstLastPara="1" rIns="0" wrap="square" tIns="0">
            <a:noAutofit/>
          </a:bodyPr>
          <a:lstStyle/>
          <a:p>
            <a:pPr indent="0" lvl="0" marL="0" marR="0" rtl="0" algn="l">
              <a:lnSpc>
                <a:spcPct val="149141"/>
              </a:lnSpc>
              <a:spcBef>
                <a:spcPts val="0"/>
              </a:spcBef>
              <a:spcAft>
                <a:spcPts val="0"/>
              </a:spcAft>
              <a:buClr>
                <a:srgbClr val="2B2358"/>
              </a:buClr>
              <a:buSzPts val="4500"/>
              <a:buFont typeface="Arial"/>
              <a:buNone/>
            </a:pPr>
            <a:r>
              <a:rPr b="1" i="0" lang="en" sz="4500" u="none" cap="none" strike="noStrike">
                <a:solidFill>
                  <a:srgbClr val="2B2358"/>
                </a:solidFill>
                <a:latin typeface="Inter"/>
                <a:ea typeface="Inter"/>
                <a:cs typeface="Inter"/>
                <a:sym typeface="Inter"/>
              </a:rPr>
              <a:t>70%</a:t>
            </a:r>
            <a:endParaRPr b="1" i="0" sz="4500" u="none" cap="none" strike="noStrike">
              <a:solidFill>
                <a:schemeClr val="dk1"/>
              </a:solidFill>
              <a:latin typeface="Inter"/>
              <a:ea typeface="Inter"/>
              <a:cs typeface="Inter"/>
              <a:sym typeface="Inter"/>
            </a:endParaRPr>
          </a:p>
        </p:txBody>
      </p:sp>
      <p:pic>
        <p:nvPicPr>
          <p:cNvPr id="1409" name="Google Shape;1409;g32a379cc0af_0_57"/>
          <p:cNvPicPr preferRelativeResize="0"/>
          <p:nvPr/>
        </p:nvPicPr>
        <p:blipFill rotWithShape="1">
          <a:blip r:embed="rId7">
            <a:alphaModFix/>
          </a:blip>
          <a:srcRect b="0" l="0" r="0" t="0"/>
          <a:stretch/>
        </p:blipFill>
        <p:spPr>
          <a:xfrm>
            <a:off x="714370" y="1537945"/>
            <a:ext cx="333388" cy="333388"/>
          </a:xfrm>
          <a:prstGeom prst="rect">
            <a:avLst/>
          </a:prstGeom>
          <a:solidFill>
            <a:srgbClr val="FFFDF9"/>
          </a:solidFill>
          <a:ln cap="flat" cmpd="sng" w="12700">
            <a:solidFill>
              <a:srgbClr val="E8E7E4"/>
            </a:solidFill>
            <a:prstDash val="solid"/>
            <a:round/>
            <a:headEnd len="sm" w="sm" type="none"/>
            <a:tailEnd len="sm" w="sm" type="none"/>
          </a:ln>
        </p:spPr>
      </p:pic>
      <p:pic>
        <p:nvPicPr>
          <p:cNvPr id="1410" name="Google Shape;1410;g32a379cc0af_0_57"/>
          <p:cNvPicPr preferRelativeResize="0"/>
          <p:nvPr/>
        </p:nvPicPr>
        <p:blipFill rotWithShape="1">
          <a:blip r:embed="rId8">
            <a:alphaModFix/>
          </a:blip>
          <a:srcRect b="0" l="0" r="0" t="0"/>
          <a:stretch/>
        </p:blipFill>
        <p:spPr>
          <a:xfrm>
            <a:off x="1143013" y="1540962"/>
            <a:ext cx="381000" cy="32733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15" name="Shape 1415"/>
        <p:cNvGrpSpPr/>
        <p:nvPr/>
      </p:nvGrpSpPr>
      <p:grpSpPr>
        <a:xfrm>
          <a:off x="0" y="0"/>
          <a:ext cx="0" cy="0"/>
          <a:chOff x="0" y="0"/>
          <a:chExt cx="0" cy="0"/>
        </a:xfrm>
      </p:grpSpPr>
      <p:pic>
        <p:nvPicPr>
          <p:cNvPr descr=" " id="1416" name="Google Shape;1416;g32a379cc0af_0_127"/>
          <p:cNvPicPr preferRelativeResize="0"/>
          <p:nvPr/>
        </p:nvPicPr>
        <p:blipFill rotWithShape="1">
          <a:blip r:embed="rId3">
            <a:alphaModFix/>
          </a:blip>
          <a:srcRect b="0" l="0" r="0" t="0"/>
          <a:stretch/>
        </p:blipFill>
        <p:spPr>
          <a:xfrm>
            <a:off x="0" y="0"/>
            <a:ext cx="9144010" cy="5142863"/>
          </a:xfrm>
          <a:prstGeom prst="rect">
            <a:avLst/>
          </a:prstGeom>
          <a:noFill/>
          <a:ln>
            <a:noFill/>
          </a:ln>
        </p:spPr>
      </p:pic>
      <p:sp>
        <p:nvSpPr>
          <p:cNvPr id="1417" name="Google Shape;1417;g32a379cc0af_0_127"/>
          <p:cNvSpPr/>
          <p:nvPr/>
        </p:nvSpPr>
        <p:spPr>
          <a:xfrm>
            <a:off x="238125" y="1143000"/>
            <a:ext cx="3814800" cy="1428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8" name="Google Shape;1418;g32a379cc0af_0_127"/>
          <p:cNvSpPr/>
          <p:nvPr/>
        </p:nvSpPr>
        <p:spPr>
          <a:xfrm>
            <a:off x="238125" y="1143000"/>
            <a:ext cx="762000" cy="142800"/>
          </a:xfrm>
          <a:prstGeom prst="roundRect">
            <a:avLst>
              <a:gd fmla="val 333600" name="adj"/>
            </a:avLst>
          </a:prstGeom>
          <a:solidFill>
            <a:srgbClr val="FF4F00"/>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9" name="Google Shape;1419;g32a379cc0af_0_127"/>
          <p:cNvSpPr/>
          <p:nvPr/>
        </p:nvSpPr>
        <p:spPr>
          <a:xfrm>
            <a:off x="263525" y="1144587"/>
            <a:ext cx="711300" cy="1398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FFFDF9"/>
              </a:buClr>
              <a:buSzPts val="600"/>
              <a:buFont typeface="Inter"/>
              <a:buNone/>
            </a:pPr>
            <a:r>
              <a:rPr b="1" i="0" lang="en" sz="600" u="none" cap="none" strike="noStrike">
                <a:solidFill>
                  <a:srgbClr val="FFFDF9"/>
                </a:solidFill>
                <a:latin typeface="Inter"/>
                <a:ea typeface="Inter"/>
                <a:cs typeface="Inter"/>
                <a:sym typeface="Inter"/>
              </a:rPr>
              <a:t>Onboarding</a:t>
            </a:r>
            <a:endParaRPr b="0" i="0" sz="600" u="none" cap="none" strike="noStrike">
              <a:solidFill>
                <a:schemeClr val="dk1"/>
              </a:solidFill>
              <a:latin typeface="Inter"/>
              <a:ea typeface="Inter"/>
              <a:cs typeface="Inter"/>
              <a:sym typeface="Inter"/>
            </a:endParaRPr>
          </a:p>
        </p:txBody>
      </p:sp>
      <p:sp>
        <p:nvSpPr>
          <p:cNvPr id="1420" name="Google Shape;1420;g32a379cc0af_0_127"/>
          <p:cNvSpPr/>
          <p:nvPr/>
        </p:nvSpPr>
        <p:spPr>
          <a:xfrm>
            <a:off x="1057189" y="1143050"/>
            <a:ext cx="1081200" cy="142800"/>
          </a:xfrm>
          <a:prstGeom prst="roundRect">
            <a:avLst>
              <a:gd fmla="val 333600" name="adj"/>
            </a:avLst>
          </a:prstGeom>
          <a:solidFill>
            <a:srgbClr val="CDE4E1"/>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1" name="Google Shape;1421;g32a379cc0af_0_127"/>
          <p:cNvSpPr/>
          <p:nvPr/>
        </p:nvSpPr>
        <p:spPr>
          <a:xfrm>
            <a:off x="1060564" y="1146062"/>
            <a:ext cx="1030200" cy="1398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403F3E"/>
              </a:buClr>
              <a:buSzPts val="600"/>
              <a:buFont typeface="Inter"/>
              <a:buNone/>
            </a:pPr>
            <a:r>
              <a:rPr b="1" i="0" lang="en" sz="600" u="none" cap="none" strike="noStrike">
                <a:solidFill>
                  <a:srgbClr val="403F3E"/>
                </a:solidFill>
                <a:latin typeface="Inter"/>
                <a:ea typeface="Inter"/>
                <a:cs typeface="Inter"/>
                <a:sym typeface="Inter"/>
              </a:rPr>
              <a:t>Company size: Enterprise</a:t>
            </a:r>
            <a:endParaRPr b="0" i="0" sz="600" u="none" cap="none" strike="noStrike">
              <a:solidFill>
                <a:schemeClr val="dk1"/>
              </a:solidFill>
              <a:latin typeface="Inter"/>
              <a:ea typeface="Inter"/>
              <a:cs typeface="Inter"/>
              <a:sym typeface="Inter"/>
            </a:endParaRPr>
          </a:p>
        </p:txBody>
      </p:sp>
      <p:sp>
        <p:nvSpPr>
          <p:cNvPr id="1422" name="Google Shape;1422;g32a379cc0af_0_127"/>
          <p:cNvSpPr/>
          <p:nvPr/>
        </p:nvSpPr>
        <p:spPr>
          <a:xfrm>
            <a:off x="2220778" y="1144550"/>
            <a:ext cx="919200" cy="142800"/>
          </a:xfrm>
          <a:prstGeom prst="roundRect">
            <a:avLst>
              <a:gd fmla="val 333600" name="adj"/>
            </a:avLst>
          </a:prstGeom>
          <a:solidFill>
            <a:srgbClr val="C1B7F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3" name="Google Shape;1423;g32a379cc0af_0_127"/>
          <p:cNvSpPr/>
          <p:nvPr/>
        </p:nvSpPr>
        <p:spPr>
          <a:xfrm>
            <a:off x="2201815" y="1144587"/>
            <a:ext cx="868500" cy="1398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403F3E"/>
              </a:buClr>
              <a:buSzPts val="600"/>
              <a:buFont typeface="Inter"/>
              <a:buNone/>
            </a:pPr>
            <a:r>
              <a:rPr b="1" i="0" lang="en" sz="600" u="none" cap="none" strike="noStrike">
                <a:solidFill>
                  <a:srgbClr val="403F3E"/>
                </a:solidFill>
                <a:latin typeface="Inter"/>
                <a:ea typeface="Inter"/>
                <a:cs typeface="Inter"/>
                <a:sym typeface="Inter"/>
              </a:rPr>
              <a:t>Real Estate</a:t>
            </a:r>
            <a:endParaRPr b="0" i="0" sz="600" u="none" cap="none" strike="noStrike">
              <a:solidFill>
                <a:schemeClr val="dk1"/>
              </a:solidFill>
              <a:latin typeface="Inter"/>
              <a:ea typeface="Inter"/>
              <a:cs typeface="Inter"/>
              <a:sym typeface="Inter"/>
            </a:endParaRPr>
          </a:p>
        </p:txBody>
      </p:sp>
      <p:sp>
        <p:nvSpPr>
          <p:cNvPr id="1424" name="Google Shape;1424;g32a379cc0af_0_127"/>
          <p:cNvSpPr/>
          <p:nvPr/>
        </p:nvSpPr>
        <p:spPr>
          <a:xfrm>
            <a:off x="238125" y="238125"/>
            <a:ext cx="3305100" cy="7872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5" name="Google Shape;1425;g32a379cc0af_0_127"/>
          <p:cNvSpPr/>
          <p:nvPr/>
        </p:nvSpPr>
        <p:spPr>
          <a:xfrm>
            <a:off x="238125" y="238125"/>
            <a:ext cx="3305100" cy="7872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6" name="Google Shape;1426;g32a379cc0af_0_127"/>
          <p:cNvSpPr/>
          <p:nvPr/>
        </p:nvSpPr>
        <p:spPr>
          <a:xfrm>
            <a:off x="238125" y="238125"/>
            <a:ext cx="3336900" cy="199800"/>
          </a:xfrm>
          <a:prstGeom prst="rect">
            <a:avLst/>
          </a:prstGeom>
          <a:noFill/>
          <a:ln>
            <a:noFill/>
          </a:ln>
        </p:spPr>
        <p:txBody>
          <a:bodyPr anchorCtr="0" anchor="t" bIns="0" lIns="0" spcFirstLastPara="1" rIns="0" wrap="square" tIns="0">
            <a:noAutofit/>
          </a:bodyPr>
          <a:lstStyle/>
          <a:p>
            <a:pPr indent="0" lvl="0" marL="0" marR="0" rtl="0" algn="l">
              <a:lnSpc>
                <a:spcPct val="250000"/>
              </a:lnSpc>
              <a:spcBef>
                <a:spcPts val="0"/>
              </a:spcBef>
              <a:spcAft>
                <a:spcPts val="0"/>
              </a:spcAft>
              <a:buClr>
                <a:srgbClr val="201515"/>
              </a:buClr>
              <a:buSzPts val="700"/>
              <a:buFont typeface="Play"/>
              <a:buNone/>
            </a:pPr>
            <a:r>
              <a:rPr b="0" i="0" lang="en" sz="700" u="none" cap="none" strike="noStrike">
                <a:solidFill>
                  <a:srgbClr val="201515"/>
                </a:solidFill>
                <a:latin typeface="Inter"/>
                <a:ea typeface="Inter"/>
                <a:cs typeface="Inter"/>
                <a:sym typeface="Inter"/>
              </a:rPr>
              <a:t>CUSTOMER SUCCESS STORY</a:t>
            </a:r>
            <a:endParaRPr b="0" i="0" sz="700" u="none" cap="none" strike="noStrike">
              <a:solidFill>
                <a:schemeClr val="dk1"/>
              </a:solidFill>
              <a:latin typeface="Inter"/>
              <a:ea typeface="Inter"/>
              <a:cs typeface="Inter"/>
              <a:sym typeface="Inter"/>
            </a:endParaRPr>
          </a:p>
        </p:txBody>
      </p:sp>
      <p:sp>
        <p:nvSpPr>
          <p:cNvPr id="1427" name="Google Shape;1427;g32a379cc0af_0_127"/>
          <p:cNvSpPr/>
          <p:nvPr/>
        </p:nvSpPr>
        <p:spPr>
          <a:xfrm>
            <a:off x="238125" y="453837"/>
            <a:ext cx="3305100"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8" name="Google Shape;1428;g32a379cc0af_0_127"/>
          <p:cNvSpPr/>
          <p:nvPr/>
        </p:nvSpPr>
        <p:spPr>
          <a:xfrm>
            <a:off x="238125" y="453837"/>
            <a:ext cx="1366800"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429" name="Google Shape;1429;g32a379cc0af_0_127"/>
          <p:cNvPicPr preferRelativeResize="0"/>
          <p:nvPr/>
        </p:nvPicPr>
        <p:blipFill rotWithShape="1">
          <a:blip r:embed="rId4">
            <a:alphaModFix/>
          </a:blip>
          <a:srcRect b="0" l="0" r="0" t="0"/>
          <a:stretch/>
        </p:blipFill>
        <p:spPr>
          <a:xfrm>
            <a:off x="238125" y="453837"/>
            <a:ext cx="1366839" cy="571429"/>
          </a:xfrm>
          <a:prstGeom prst="rect">
            <a:avLst/>
          </a:prstGeom>
          <a:noFill/>
          <a:ln>
            <a:noFill/>
          </a:ln>
        </p:spPr>
      </p:pic>
      <p:pic>
        <p:nvPicPr>
          <p:cNvPr descr=" " id="1430" name="Google Shape;1430;g32a379cc0af_0_127"/>
          <p:cNvPicPr preferRelativeResize="0"/>
          <p:nvPr/>
        </p:nvPicPr>
        <p:blipFill rotWithShape="1">
          <a:blip r:embed="rId5">
            <a:alphaModFix/>
          </a:blip>
          <a:srcRect b="0" l="0" r="0" t="0"/>
          <a:stretch/>
        </p:blipFill>
        <p:spPr>
          <a:xfrm>
            <a:off x="1652589" y="453837"/>
            <a:ext cx="9525" cy="571429"/>
          </a:xfrm>
          <a:prstGeom prst="rect">
            <a:avLst/>
          </a:prstGeom>
          <a:noFill/>
          <a:ln>
            <a:noFill/>
          </a:ln>
        </p:spPr>
      </p:pic>
      <p:sp>
        <p:nvSpPr>
          <p:cNvPr id="1431" name="Google Shape;1431;g32a379cc0af_0_127"/>
          <p:cNvSpPr/>
          <p:nvPr/>
        </p:nvSpPr>
        <p:spPr>
          <a:xfrm>
            <a:off x="1709739" y="453837"/>
            <a:ext cx="1833600"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2" name="Google Shape;1432;g32a379cc0af_0_127"/>
          <p:cNvSpPr/>
          <p:nvPr/>
        </p:nvSpPr>
        <p:spPr>
          <a:xfrm>
            <a:off x="238125" y="1524000"/>
            <a:ext cx="1285800" cy="4899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3" name="Google Shape;1433;g32a379cc0af_0_127"/>
          <p:cNvSpPr/>
          <p:nvPr/>
        </p:nvSpPr>
        <p:spPr>
          <a:xfrm>
            <a:off x="238125"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4" name="Google Shape;1434;g32a379cc0af_0_127"/>
          <p:cNvSpPr/>
          <p:nvPr/>
        </p:nvSpPr>
        <p:spPr>
          <a:xfrm>
            <a:off x="238125"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5" name="Google Shape;1435;g32a379cc0af_0_127"/>
          <p:cNvSpPr/>
          <p:nvPr/>
        </p:nvSpPr>
        <p:spPr>
          <a:xfrm>
            <a:off x="690563"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6" name="Google Shape;1436;g32a379cc0af_0_127"/>
          <p:cNvSpPr/>
          <p:nvPr/>
        </p:nvSpPr>
        <p:spPr>
          <a:xfrm>
            <a:off x="690563"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437" name="Google Shape;1437;g32a379cc0af_0_127"/>
          <p:cNvPicPr preferRelativeResize="0"/>
          <p:nvPr/>
        </p:nvPicPr>
        <p:blipFill rotWithShape="1">
          <a:blip r:embed="rId6">
            <a:alphaModFix/>
          </a:blip>
          <a:srcRect b="0" l="0" r="0" t="0"/>
          <a:stretch/>
        </p:blipFill>
        <p:spPr>
          <a:xfrm>
            <a:off x="738188" y="1571625"/>
            <a:ext cx="285750" cy="285715"/>
          </a:xfrm>
          <a:prstGeom prst="rect">
            <a:avLst/>
          </a:prstGeom>
          <a:noFill/>
          <a:ln>
            <a:noFill/>
          </a:ln>
        </p:spPr>
      </p:pic>
      <p:sp>
        <p:nvSpPr>
          <p:cNvPr id="1438" name="Google Shape;1438;g32a379cc0af_0_127"/>
          <p:cNvSpPr/>
          <p:nvPr/>
        </p:nvSpPr>
        <p:spPr>
          <a:xfrm>
            <a:off x="1143001"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9" name="Google Shape;1439;g32a379cc0af_0_127"/>
          <p:cNvSpPr/>
          <p:nvPr/>
        </p:nvSpPr>
        <p:spPr>
          <a:xfrm>
            <a:off x="238125" y="2252042"/>
            <a:ext cx="4095900" cy="8907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0" name="Google Shape;1440;g32a379cc0af_0_127"/>
          <p:cNvSpPr/>
          <p:nvPr/>
        </p:nvSpPr>
        <p:spPr>
          <a:xfrm>
            <a:off x="238125" y="2201242"/>
            <a:ext cx="546000" cy="217500"/>
          </a:xfrm>
          <a:prstGeom prst="rect">
            <a:avLst/>
          </a:prstGeom>
          <a:noFill/>
          <a:ln>
            <a:noFill/>
          </a:ln>
        </p:spPr>
        <p:txBody>
          <a:bodyPr anchorCtr="0" anchor="b" bIns="0" lIns="0" spcFirstLastPara="1" rIns="0" wrap="square" tIns="0">
            <a:noAutofit/>
          </a:bodyPr>
          <a:lstStyle/>
          <a:p>
            <a:pPr indent="0" lvl="0" marL="0" marR="0" rtl="0" algn="l">
              <a:lnSpc>
                <a:spcPct val="109375"/>
              </a:lnSpc>
              <a:spcBef>
                <a:spcPts val="0"/>
              </a:spcBef>
              <a:spcAft>
                <a:spcPts val="0"/>
              </a:spcAft>
              <a:buClr>
                <a:srgbClr val="000000"/>
              </a:buClr>
              <a:buSzPts val="1200"/>
              <a:buFont typeface="Inter"/>
              <a:buNone/>
            </a:pPr>
            <a:r>
              <a:rPr b="1" i="0" lang="en" sz="1200" u="none" cap="none" strike="noStrike">
                <a:solidFill>
                  <a:srgbClr val="000000"/>
                </a:solidFill>
                <a:latin typeface="Inter"/>
                <a:ea typeface="Inter"/>
                <a:cs typeface="Inter"/>
                <a:sym typeface="Inter"/>
              </a:rPr>
              <a:t>Before </a:t>
            </a:r>
            <a:endParaRPr b="0" i="0" sz="1200" u="none" cap="none" strike="noStrike">
              <a:solidFill>
                <a:schemeClr val="dk1"/>
              </a:solidFill>
              <a:latin typeface="Inter"/>
              <a:ea typeface="Inter"/>
              <a:cs typeface="Inter"/>
              <a:sym typeface="Inter"/>
            </a:endParaRPr>
          </a:p>
        </p:txBody>
      </p:sp>
      <p:sp>
        <p:nvSpPr>
          <p:cNvPr id="1441" name="Google Shape;1441;g32a379cc0af_0_127"/>
          <p:cNvSpPr/>
          <p:nvPr/>
        </p:nvSpPr>
        <p:spPr>
          <a:xfrm>
            <a:off x="238125" y="2456800"/>
            <a:ext cx="4095900" cy="924000"/>
          </a:xfrm>
          <a:prstGeom prst="rect">
            <a:avLst/>
          </a:prstGeom>
          <a:noFill/>
          <a:ln>
            <a:noFill/>
          </a:ln>
        </p:spPr>
        <p:txBody>
          <a:bodyPr anchorCtr="0" anchor="t" bIns="0" lIns="0" spcFirstLastPara="1" rIns="0" wrap="square" tIns="0">
            <a:noAutofit/>
          </a:bodyPr>
          <a:lstStyle/>
          <a:p>
            <a:pPr indent="-292100" lvl="0" marL="457200" marR="0" rtl="0" algn="l">
              <a:lnSpc>
                <a:spcPct val="115000"/>
              </a:lnSpc>
              <a:spcBef>
                <a:spcPts val="0"/>
              </a:spcBef>
              <a:spcAft>
                <a:spcPts val="0"/>
              </a:spcAft>
              <a:buClr>
                <a:schemeClr val="dk1"/>
              </a:buClr>
              <a:buSzPts val="1000"/>
              <a:buFont typeface="Inter"/>
              <a:buChar char="●"/>
            </a:pPr>
            <a:r>
              <a:rPr b="0" i="0" lang="en" sz="1050" u="none" cap="none" strike="noStrike">
                <a:solidFill>
                  <a:srgbClr val="0E0E0E"/>
                </a:solidFill>
                <a:latin typeface="Arial"/>
                <a:ea typeface="Arial"/>
                <a:cs typeface="Arial"/>
                <a:sym typeface="Arial"/>
              </a:rPr>
              <a:t>Onboarding for real estate agents was inconsistent and inefficient across the country.</a:t>
            </a:r>
            <a:endParaRPr b="0" i="0" sz="1050" u="none" cap="none" strike="noStrike">
              <a:solidFill>
                <a:srgbClr val="0E0E0E"/>
              </a:solidFill>
              <a:latin typeface="Arial"/>
              <a:ea typeface="Arial"/>
              <a:cs typeface="Arial"/>
              <a:sym typeface="Arial"/>
            </a:endParaRPr>
          </a:p>
          <a:p>
            <a:pPr indent="-292100" lvl="0" marL="457200" marR="0" rtl="0" algn="l">
              <a:lnSpc>
                <a:spcPct val="115000"/>
              </a:lnSpc>
              <a:spcBef>
                <a:spcPts val="0"/>
              </a:spcBef>
              <a:spcAft>
                <a:spcPts val="0"/>
              </a:spcAft>
              <a:buClr>
                <a:schemeClr val="dk1"/>
              </a:buClr>
              <a:buSzPts val="1000"/>
              <a:buFont typeface="Inter"/>
              <a:buChar char="●"/>
            </a:pPr>
            <a:r>
              <a:rPr b="0" i="0" lang="en" sz="1050" u="none" cap="none" strike="noStrike">
                <a:solidFill>
                  <a:srgbClr val="0E0E0E"/>
                </a:solidFill>
                <a:latin typeface="Arial"/>
                <a:ea typeface="Arial"/>
                <a:cs typeface="Arial"/>
                <a:sym typeface="Arial"/>
              </a:rPr>
              <a:t>Lack of scalable systems hindered alignment between local innovation and national operations.</a:t>
            </a:r>
            <a:endParaRPr b="0" i="0" sz="1000" u="none" cap="none" strike="noStrike">
              <a:solidFill>
                <a:srgbClr val="000000"/>
              </a:solidFill>
              <a:latin typeface="Inter"/>
              <a:ea typeface="Inter"/>
              <a:cs typeface="Inter"/>
              <a:sym typeface="Inter"/>
            </a:endParaRPr>
          </a:p>
        </p:txBody>
      </p:sp>
      <p:sp>
        <p:nvSpPr>
          <p:cNvPr id="1442" name="Google Shape;1442;g32a379cc0af_0_127"/>
          <p:cNvSpPr/>
          <p:nvPr/>
        </p:nvSpPr>
        <p:spPr>
          <a:xfrm>
            <a:off x="238125" y="3380754"/>
            <a:ext cx="4095900" cy="1195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3" name="Google Shape;1443;g32a379cc0af_0_127"/>
          <p:cNvSpPr/>
          <p:nvPr/>
        </p:nvSpPr>
        <p:spPr>
          <a:xfrm>
            <a:off x="238125" y="3329954"/>
            <a:ext cx="1722600" cy="217500"/>
          </a:xfrm>
          <a:prstGeom prst="rect">
            <a:avLst/>
          </a:prstGeom>
          <a:noFill/>
          <a:ln>
            <a:noFill/>
          </a:ln>
        </p:spPr>
        <p:txBody>
          <a:bodyPr anchorCtr="0" anchor="b" bIns="0" lIns="0" spcFirstLastPara="1" rIns="0" wrap="square" tIns="0">
            <a:noAutofit/>
          </a:bodyPr>
          <a:lstStyle/>
          <a:p>
            <a:pPr indent="0" lvl="0" marL="0" marR="0" rtl="0" algn="l">
              <a:lnSpc>
                <a:spcPct val="109375"/>
              </a:lnSpc>
              <a:spcBef>
                <a:spcPts val="0"/>
              </a:spcBef>
              <a:spcAft>
                <a:spcPts val="0"/>
              </a:spcAft>
              <a:buClr>
                <a:srgbClr val="000000"/>
              </a:buClr>
              <a:buSzPts val="1200"/>
              <a:buFont typeface="Inter"/>
              <a:buNone/>
            </a:pPr>
            <a:r>
              <a:rPr b="1" i="0" lang="en" sz="1200" u="none" cap="none" strike="noStrike">
                <a:solidFill>
                  <a:srgbClr val="000000"/>
                </a:solidFill>
                <a:latin typeface="Inter"/>
                <a:ea typeface="Inter"/>
                <a:cs typeface="Inter"/>
                <a:sym typeface="Inter"/>
              </a:rPr>
              <a:t>After</a:t>
            </a:r>
            <a:endParaRPr b="0" i="0" sz="1200" u="none" cap="none" strike="noStrike">
              <a:solidFill>
                <a:schemeClr val="dk1"/>
              </a:solidFill>
              <a:latin typeface="Inter"/>
              <a:ea typeface="Inter"/>
              <a:cs typeface="Inter"/>
              <a:sym typeface="Inter"/>
            </a:endParaRPr>
          </a:p>
        </p:txBody>
      </p:sp>
      <p:sp>
        <p:nvSpPr>
          <p:cNvPr id="1444" name="Google Shape;1444;g32a379cc0af_0_127"/>
          <p:cNvSpPr/>
          <p:nvPr/>
        </p:nvSpPr>
        <p:spPr>
          <a:xfrm>
            <a:off x="284788" y="3594671"/>
            <a:ext cx="4137000" cy="1195500"/>
          </a:xfrm>
          <a:prstGeom prst="rect">
            <a:avLst/>
          </a:prstGeom>
          <a:noFill/>
          <a:ln>
            <a:noFill/>
          </a:ln>
        </p:spPr>
        <p:txBody>
          <a:bodyPr anchorCtr="0" anchor="t" bIns="0" lIns="0" spcFirstLastPara="1" rIns="0" wrap="square" tIns="0">
            <a:noAutofit/>
          </a:bodyPr>
          <a:lstStyle/>
          <a:p>
            <a:pPr indent="-295275" lvl="0" marL="457200" marR="0" rtl="0" algn="l">
              <a:lnSpc>
                <a:spcPct val="115000"/>
              </a:lnSpc>
              <a:spcBef>
                <a:spcPts val="900"/>
              </a:spcBef>
              <a:spcAft>
                <a:spcPts val="0"/>
              </a:spcAft>
              <a:buClr>
                <a:srgbClr val="0E0E0E"/>
              </a:buClr>
              <a:buSzPts val="1050"/>
              <a:buFont typeface="Arial"/>
              <a:buChar char="●"/>
            </a:pPr>
            <a:r>
              <a:rPr b="0" i="0" lang="en" sz="1050" u="none" cap="none" strike="noStrike">
                <a:solidFill>
                  <a:srgbClr val="0E0E0E"/>
                </a:solidFill>
                <a:latin typeface="Arial"/>
                <a:ea typeface="Arial"/>
                <a:cs typeface="Arial"/>
                <a:sym typeface="Arial"/>
              </a:rPr>
              <a:t>Designed a nationwide onboarding program for 15,000+ agents using Zapier and Airtable.</a:t>
            </a:r>
            <a:endParaRPr b="0" i="0" sz="1050" u="none" cap="none" strike="noStrike">
              <a:solidFill>
                <a:srgbClr val="0E0E0E"/>
              </a:solidFill>
              <a:latin typeface="Arial"/>
              <a:ea typeface="Arial"/>
              <a:cs typeface="Arial"/>
              <a:sym typeface="Arial"/>
            </a:endParaRPr>
          </a:p>
          <a:p>
            <a:pPr indent="-295275" lvl="0" marL="457200" marR="0" rtl="0" algn="l">
              <a:lnSpc>
                <a:spcPct val="115000"/>
              </a:lnSpc>
              <a:spcBef>
                <a:spcPts val="0"/>
              </a:spcBef>
              <a:spcAft>
                <a:spcPts val="0"/>
              </a:spcAft>
              <a:buClr>
                <a:srgbClr val="0E0E0E"/>
              </a:buClr>
              <a:buSzPts val="1050"/>
              <a:buFont typeface="Arial"/>
              <a:buChar char="●"/>
            </a:pPr>
            <a:r>
              <a:rPr b="0" i="0" lang="en" sz="1050" u="none" cap="none" strike="noStrike">
                <a:solidFill>
                  <a:srgbClr val="0E0E0E"/>
                </a:solidFill>
                <a:latin typeface="Arial"/>
                <a:ea typeface="Arial"/>
                <a:cs typeface="Arial"/>
                <a:sym typeface="Arial"/>
              </a:rPr>
              <a:t>Established the first systems team to standardize workflows and automations, supporting 150 Agent Experience Managers nationally.</a:t>
            </a:r>
            <a:endParaRPr b="0" i="0" sz="1050" u="none" cap="none" strike="noStrike">
              <a:solidFill>
                <a:srgbClr val="0E0E0E"/>
              </a:solidFill>
              <a:latin typeface="Arial"/>
              <a:ea typeface="Arial"/>
              <a:cs typeface="Arial"/>
              <a:sym typeface="Arial"/>
            </a:endParaRPr>
          </a:p>
          <a:p>
            <a:pPr indent="-295275" lvl="0" marL="457200" marR="0" rtl="0" algn="l">
              <a:lnSpc>
                <a:spcPct val="115000"/>
              </a:lnSpc>
              <a:spcBef>
                <a:spcPts val="0"/>
              </a:spcBef>
              <a:spcAft>
                <a:spcPts val="0"/>
              </a:spcAft>
              <a:buClr>
                <a:srgbClr val="0E0E0E"/>
              </a:buClr>
              <a:buSzPts val="1050"/>
              <a:buFont typeface="Arial"/>
              <a:buChar char="●"/>
            </a:pPr>
            <a:r>
              <a:rPr b="0" i="0" lang="en" sz="1050" u="none" cap="none" strike="noStrike">
                <a:solidFill>
                  <a:srgbClr val="0E0E0E"/>
                </a:solidFill>
                <a:latin typeface="Arial"/>
                <a:ea typeface="Arial"/>
                <a:cs typeface="Arial"/>
                <a:sym typeface="Arial"/>
              </a:rPr>
              <a:t>Created scalable solutions to align local and national operations with Compass’s rapid growth.</a:t>
            </a:r>
            <a:endParaRPr b="0" i="0" sz="1000" u="none" cap="none" strike="noStrike">
              <a:solidFill>
                <a:srgbClr val="000000"/>
              </a:solidFill>
              <a:latin typeface="Inter"/>
              <a:ea typeface="Inter"/>
              <a:cs typeface="Inter"/>
              <a:sym typeface="Inter"/>
            </a:endParaRPr>
          </a:p>
        </p:txBody>
      </p:sp>
      <p:sp>
        <p:nvSpPr>
          <p:cNvPr id="1445" name="Google Shape;1445;g32a379cc0af_0_127"/>
          <p:cNvSpPr/>
          <p:nvPr/>
        </p:nvSpPr>
        <p:spPr>
          <a:xfrm>
            <a:off x="4876805" y="304800"/>
            <a:ext cx="3962400" cy="45339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6" name="Google Shape;1446;g32a379cc0af_0_127"/>
          <p:cNvSpPr/>
          <p:nvPr/>
        </p:nvSpPr>
        <p:spPr>
          <a:xfrm>
            <a:off x="4876805" y="304800"/>
            <a:ext cx="3962400" cy="2171700"/>
          </a:xfrm>
          <a:prstGeom prst="roundRect">
            <a:avLst>
              <a:gd fmla="val 2211"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7" name="Google Shape;1447;g32a379cc0af_0_127"/>
          <p:cNvSpPr/>
          <p:nvPr/>
        </p:nvSpPr>
        <p:spPr>
          <a:xfrm>
            <a:off x="5048255" y="476250"/>
            <a:ext cx="719100" cy="18288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8" name="Google Shape;1448;g32a379cc0af_0_127"/>
          <p:cNvSpPr/>
          <p:nvPr/>
        </p:nvSpPr>
        <p:spPr>
          <a:xfrm>
            <a:off x="5095880" y="964406"/>
            <a:ext cx="624000" cy="8526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9" name="Google Shape;1449;g32a379cc0af_0_127"/>
          <p:cNvSpPr/>
          <p:nvPr/>
        </p:nvSpPr>
        <p:spPr>
          <a:xfrm>
            <a:off x="5095876" y="964400"/>
            <a:ext cx="1519800" cy="1043100"/>
          </a:xfrm>
          <a:prstGeom prst="rect">
            <a:avLst/>
          </a:prstGeom>
          <a:noFill/>
          <a:ln>
            <a:noFill/>
          </a:ln>
        </p:spPr>
        <p:txBody>
          <a:bodyPr anchorCtr="0" anchor="t" bIns="0" lIns="0" spcFirstLastPara="1" rIns="0" wrap="square" tIns="0">
            <a:noAutofit/>
          </a:bodyPr>
          <a:lstStyle/>
          <a:p>
            <a:pPr indent="0" lvl="0" marL="0" marR="0" rtl="0" algn="l">
              <a:lnSpc>
                <a:spcPct val="149141"/>
              </a:lnSpc>
              <a:spcBef>
                <a:spcPts val="0"/>
              </a:spcBef>
              <a:spcAft>
                <a:spcPts val="0"/>
              </a:spcAft>
              <a:buClr>
                <a:srgbClr val="2B2358"/>
              </a:buClr>
              <a:buSzPts val="4500"/>
              <a:buFont typeface="Arial"/>
              <a:buNone/>
            </a:pPr>
            <a:r>
              <a:rPr b="1" i="0" lang="en" sz="4500" u="none" cap="none" strike="noStrike">
                <a:solidFill>
                  <a:srgbClr val="2B2358"/>
                </a:solidFill>
                <a:latin typeface="Inter"/>
                <a:ea typeface="Inter"/>
                <a:cs typeface="Inter"/>
                <a:sym typeface="Inter"/>
              </a:rPr>
              <a:t>$1M</a:t>
            </a:r>
            <a:endParaRPr b="1" i="0" sz="4500" u="none" cap="none" strike="noStrike">
              <a:solidFill>
                <a:schemeClr val="dk1"/>
              </a:solidFill>
              <a:latin typeface="Inter"/>
              <a:ea typeface="Inter"/>
              <a:cs typeface="Inter"/>
              <a:sym typeface="Inter"/>
            </a:endParaRPr>
          </a:p>
          <a:p>
            <a:pPr indent="0" lvl="0" marL="0" marR="0" rtl="0" algn="l">
              <a:lnSpc>
                <a:spcPct val="149141"/>
              </a:lnSpc>
              <a:spcBef>
                <a:spcPts val="0"/>
              </a:spcBef>
              <a:spcAft>
                <a:spcPts val="0"/>
              </a:spcAft>
              <a:buClr>
                <a:srgbClr val="2B2358"/>
              </a:buClr>
              <a:buSzPts val="4500"/>
              <a:buFont typeface="Arial"/>
              <a:buNone/>
            </a:pPr>
            <a:r>
              <a:t/>
            </a:r>
            <a:endParaRPr b="1" i="0" sz="4500" u="none" cap="none" strike="noStrike">
              <a:solidFill>
                <a:srgbClr val="2B2358"/>
              </a:solidFill>
              <a:latin typeface="Inter"/>
              <a:ea typeface="Inter"/>
              <a:cs typeface="Inter"/>
              <a:sym typeface="Inter"/>
            </a:endParaRPr>
          </a:p>
        </p:txBody>
      </p:sp>
      <p:sp>
        <p:nvSpPr>
          <p:cNvPr id="1450" name="Google Shape;1450;g32a379cc0af_0_127"/>
          <p:cNvSpPr/>
          <p:nvPr/>
        </p:nvSpPr>
        <p:spPr>
          <a:xfrm>
            <a:off x="6377600" y="1035050"/>
            <a:ext cx="2373000" cy="711300"/>
          </a:xfrm>
          <a:prstGeom prst="rect">
            <a:avLst/>
          </a:prstGeom>
          <a:noFill/>
          <a:ln>
            <a:noFill/>
          </a:ln>
        </p:spPr>
        <p:txBody>
          <a:bodyPr anchorCtr="0" anchor="ctr" bIns="0" lIns="0" spcFirstLastPara="1" rIns="0" wrap="square" tIns="0">
            <a:noAutofit/>
          </a:bodyPr>
          <a:lstStyle/>
          <a:p>
            <a:pPr indent="0" lvl="0" marL="0" marR="0" rtl="0" algn="l">
              <a:lnSpc>
                <a:spcPct val="115384"/>
              </a:lnSpc>
              <a:spcBef>
                <a:spcPts val="0"/>
              </a:spcBef>
              <a:spcAft>
                <a:spcPts val="0"/>
              </a:spcAft>
              <a:buClr>
                <a:srgbClr val="201515"/>
              </a:buClr>
              <a:buSzPts val="1900"/>
              <a:buFont typeface="Play"/>
              <a:buNone/>
            </a:pPr>
            <a:r>
              <a:rPr b="1" i="0" lang="en" sz="1200" u="none" cap="none" strike="noStrike">
                <a:solidFill>
                  <a:srgbClr val="201515"/>
                </a:solidFill>
                <a:latin typeface="Inter"/>
                <a:ea typeface="Inter"/>
                <a:cs typeface="Inter"/>
                <a:sym typeface="Inter"/>
              </a:rPr>
              <a:t>annual savings through efficiency gains</a:t>
            </a:r>
            <a:endParaRPr b="1" i="0" sz="1200" u="none" cap="none" strike="noStrike">
              <a:solidFill>
                <a:srgbClr val="201515"/>
              </a:solidFill>
              <a:latin typeface="Inter"/>
              <a:ea typeface="Inter"/>
              <a:cs typeface="Inter"/>
              <a:sym typeface="Inter"/>
            </a:endParaRPr>
          </a:p>
        </p:txBody>
      </p:sp>
      <p:sp>
        <p:nvSpPr>
          <p:cNvPr id="1451" name="Google Shape;1451;g32a379cc0af_0_127"/>
          <p:cNvSpPr/>
          <p:nvPr/>
        </p:nvSpPr>
        <p:spPr>
          <a:xfrm>
            <a:off x="4876805" y="2667000"/>
            <a:ext cx="3962400" cy="2171700"/>
          </a:xfrm>
          <a:prstGeom prst="roundRect">
            <a:avLst>
              <a:gd fmla="val 2211"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2" name="Google Shape;1452;g32a379cc0af_0_127"/>
          <p:cNvSpPr/>
          <p:nvPr/>
        </p:nvSpPr>
        <p:spPr>
          <a:xfrm>
            <a:off x="5048255" y="3352800"/>
            <a:ext cx="3619500" cy="8001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3" name="Google Shape;1453;g32a379cc0af_0_127"/>
          <p:cNvSpPr/>
          <p:nvPr/>
        </p:nvSpPr>
        <p:spPr>
          <a:xfrm>
            <a:off x="5048255" y="3352800"/>
            <a:ext cx="3619500" cy="8001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4" name="Google Shape;1454;g32a379cc0af_0_127"/>
          <p:cNvSpPr/>
          <p:nvPr/>
        </p:nvSpPr>
        <p:spPr>
          <a:xfrm>
            <a:off x="5048255" y="3431381"/>
            <a:ext cx="3619500" cy="6429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455" name="Google Shape;1455;g32a379cc0af_0_127"/>
          <p:cNvPicPr preferRelativeResize="0"/>
          <p:nvPr/>
        </p:nvPicPr>
        <p:blipFill rotWithShape="1">
          <a:blip r:embed="rId7">
            <a:alphaModFix/>
          </a:blip>
          <a:srcRect b="0" l="0" r="0" t="0"/>
          <a:stretch/>
        </p:blipFill>
        <p:spPr>
          <a:xfrm>
            <a:off x="5048255" y="3431381"/>
            <a:ext cx="619125" cy="619048"/>
          </a:xfrm>
          <a:prstGeom prst="rect">
            <a:avLst/>
          </a:prstGeom>
          <a:noFill/>
          <a:ln>
            <a:noFill/>
          </a:ln>
        </p:spPr>
      </p:pic>
      <p:sp>
        <p:nvSpPr>
          <p:cNvPr id="1456" name="Google Shape;1456;g32a379cc0af_0_127"/>
          <p:cNvSpPr/>
          <p:nvPr/>
        </p:nvSpPr>
        <p:spPr>
          <a:xfrm>
            <a:off x="5781680" y="3431381"/>
            <a:ext cx="2886000" cy="6333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7" name="Google Shape;1457;g32a379cc0af_0_127"/>
          <p:cNvSpPr/>
          <p:nvPr/>
        </p:nvSpPr>
        <p:spPr>
          <a:xfrm>
            <a:off x="238125" y="4829175"/>
            <a:ext cx="3433800" cy="2286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58" name="Google Shape;1458;g32a379cc0af_0_127"/>
          <p:cNvPicPr preferRelativeResize="0"/>
          <p:nvPr/>
        </p:nvPicPr>
        <p:blipFill rotWithShape="1">
          <a:blip r:embed="rId8">
            <a:alphaModFix/>
          </a:blip>
          <a:srcRect b="0" l="0" r="0" t="0"/>
          <a:stretch/>
        </p:blipFill>
        <p:spPr>
          <a:xfrm>
            <a:off x="1709750" y="530050"/>
            <a:ext cx="1287082" cy="419050"/>
          </a:xfrm>
          <a:prstGeom prst="rect">
            <a:avLst/>
          </a:prstGeom>
          <a:noFill/>
          <a:ln>
            <a:noFill/>
          </a:ln>
        </p:spPr>
      </p:pic>
      <p:sp>
        <p:nvSpPr>
          <p:cNvPr id="1459" name="Google Shape;1459;g32a379cc0af_0_127"/>
          <p:cNvSpPr/>
          <p:nvPr/>
        </p:nvSpPr>
        <p:spPr>
          <a:xfrm>
            <a:off x="6460425" y="3547450"/>
            <a:ext cx="2294100" cy="711300"/>
          </a:xfrm>
          <a:prstGeom prst="rect">
            <a:avLst/>
          </a:prstGeom>
          <a:noFill/>
          <a:ln>
            <a:noFill/>
          </a:ln>
        </p:spPr>
        <p:txBody>
          <a:bodyPr anchorCtr="0" anchor="ctr" bIns="0" lIns="0" spcFirstLastPara="1" rIns="0" wrap="square" tIns="0">
            <a:noAutofit/>
          </a:bodyPr>
          <a:lstStyle/>
          <a:p>
            <a:pPr indent="0" lvl="0" marL="0" marR="0" rtl="0" algn="l">
              <a:lnSpc>
                <a:spcPct val="115384"/>
              </a:lnSpc>
              <a:spcBef>
                <a:spcPts val="0"/>
              </a:spcBef>
              <a:spcAft>
                <a:spcPts val="0"/>
              </a:spcAft>
              <a:buClr>
                <a:srgbClr val="201515"/>
              </a:buClr>
              <a:buSzPts val="1900"/>
              <a:buFont typeface="Play"/>
              <a:buNone/>
            </a:pPr>
            <a:r>
              <a:rPr b="1" i="0" lang="en" sz="1200" u="none" cap="none" strike="noStrike">
                <a:solidFill>
                  <a:srgbClr val="201515"/>
                </a:solidFill>
                <a:latin typeface="Inter"/>
                <a:ea typeface="Inter"/>
                <a:cs typeface="Inter"/>
                <a:sym typeface="Inter"/>
              </a:rPr>
              <a:t>reduction in agent ramp up time</a:t>
            </a:r>
            <a:endParaRPr b="0" i="0" sz="1200" u="none" cap="none" strike="noStrike">
              <a:solidFill>
                <a:schemeClr val="dk1"/>
              </a:solidFill>
              <a:latin typeface="Inter"/>
              <a:ea typeface="Inter"/>
              <a:cs typeface="Inter"/>
              <a:sym typeface="Inter"/>
            </a:endParaRPr>
          </a:p>
          <a:p>
            <a:pPr indent="0" lvl="0" marL="0" marR="0" rtl="0" algn="l">
              <a:lnSpc>
                <a:spcPct val="115384"/>
              </a:lnSpc>
              <a:spcBef>
                <a:spcPts val="0"/>
              </a:spcBef>
              <a:spcAft>
                <a:spcPts val="0"/>
              </a:spcAft>
              <a:buClr>
                <a:srgbClr val="201515"/>
              </a:buClr>
              <a:buSzPts val="1900"/>
              <a:buFont typeface="Play"/>
              <a:buNone/>
            </a:pPr>
            <a:r>
              <a:t/>
            </a:r>
            <a:endParaRPr b="1" i="0" sz="1200" u="none" cap="none" strike="noStrike">
              <a:solidFill>
                <a:srgbClr val="201515"/>
              </a:solidFill>
              <a:latin typeface="Inter"/>
              <a:ea typeface="Inter"/>
              <a:cs typeface="Inter"/>
              <a:sym typeface="Inter"/>
            </a:endParaRPr>
          </a:p>
        </p:txBody>
      </p:sp>
      <p:sp>
        <p:nvSpPr>
          <p:cNvPr id="1460" name="Google Shape;1460;g32a379cc0af_0_127"/>
          <p:cNvSpPr/>
          <p:nvPr/>
        </p:nvSpPr>
        <p:spPr>
          <a:xfrm>
            <a:off x="5048251" y="3456950"/>
            <a:ext cx="1519800" cy="1043100"/>
          </a:xfrm>
          <a:prstGeom prst="rect">
            <a:avLst/>
          </a:prstGeom>
          <a:noFill/>
          <a:ln>
            <a:noFill/>
          </a:ln>
        </p:spPr>
        <p:txBody>
          <a:bodyPr anchorCtr="0" anchor="t" bIns="0" lIns="0" spcFirstLastPara="1" rIns="0" wrap="square" tIns="0">
            <a:noAutofit/>
          </a:bodyPr>
          <a:lstStyle/>
          <a:p>
            <a:pPr indent="0" lvl="0" marL="0" marR="0" rtl="0" algn="l">
              <a:lnSpc>
                <a:spcPct val="149141"/>
              </a:lnSpc>
              <a:spcBef>
                <a:spcPts val="0"/>
              </a:spcBef>
              <a:spcAft>
                <a:spcPts val="0"/>
              </a:spcAft>
              <a:buClr>
                <a:srgbClr val="2B2358"/>
              </a:buClr>
              <a:buSzPts val="4500"/>
              <a:buFont typeface="Arial"/>
              <a:buNone/>
            </a:pPr>
            <a:r>
              <a:rPr b="1" i="0" lang="en" sz="4500" u="none" cap="none" strike="noStrike">
                <a:solidFill>
                  <a:srgbClr val="2B2358"/>
                </a:solidFill>
                <a:latin typeface="Inter"/>
                <a:ea typeface="Inter"/>
                <a:cs typeface="Inter"/>
                <a:sym typeface="Inter"/>
              </a:rPr>
              <a:t>60%</a:t>
            </a:r>
            <a:endParaRPr b="1" i="0" sz="4500" u="none" cap="none" strike="noStrike">
              <a:solidFill>
                <a:schemeClr val="dk1"/>
              </a:solidFill>
              <a:latin typeface="Inter"/>
              <a:ea typeface="Inter"/>
              <a:cs typeface="Inter"/>
              <a:sym typeface="Inter"/>
            </a:endParaRPr>
          </a:p>
          <a:p>
            <a:pPr indent="0" lvl="0" marL="0" marR="0" rtl="0" algn="l">
              <a:lnSpc>
                <a:spcPct val="149141"/>
              </a:lnSpc>
              <a:spcBef>
                <a:spcPts val="0"/>
              </a:spcBef>
              <a:spcAft>
                <a:spcPts val="0"/>
              </a:spcAft>
              <a:buClr>
                <a:srgbClr val="2B2358"/>
              </a:buClr>
              <a:buSzPts val="4500"/>
              <a:buFont typeface="Arial"/>
              <a:buNone/>
            </a:pPr>
            <a:r>
              <a:t/>
            </a:r>
            <a:endParaRPr b="1" i="0" sz="4500" u="none" cap="none" strike="noStrike">
              <a:solidFill>
                <a:srgbClr val="2B2358"/>
              </a:solidFill>
              <a:latin typeface="Inter"/>
              <a:ea typeface="Inter"/>
              <a:cs typeface="Inter"/>
              <a:sym typeface="Inter"/>
            </a:endParaRPr>
          </a:p>
          <a:p>
            <a:pPr indent="0" lvl="0" marL="0" marR="0" rtl="0" algn="l">
              <a:lnSpc>
                <a:spcPct val="149141"/>
              </a:lnSpc>
              <a:spcBef>
                <a:spcPts val="0"/>
              </a:spcBef>
              <a:spcAft>
                <a:spcPts val="0"/>
              </a:spcAft>
              <a:buClr>
                <a:srgbClr val="2B2358"/>
              </a:buClr>
              <a:buSzPts val="4500"/>
              <a:buFont typeface="Arial"/>
              <a:buNone/>
            </a:pPr>
            <a:r>
              <a:t/>
            </a:r>
            <a:endParaRPr b="1" i="0" sz="4500" u="none" cap="none" strike="noStrike">
              <a:solidFill>
                <a:srgbClr val="2B2358"/>
              </a:solidFill>
              <a:latin typeface="Inter"/>
              <a:ea typeface="Inter"/>
              <a:cs typeface="Inter"/>
              <a:sym typeface="Inter"/>
            </a:endParaRPr>
          </a:p>
        </p:txBody>
      </p:sp>
      <p:pic>
        <p:nvPicPr>
          <p:cNvPr id="1461" name="Google Shape;1461;g32a379cc0af_0_127"/>
          <p:cNvPicPr preferRelativeResize="0"/>
          <p:nvPr/>
        </p:nvPicPr>
        <p:blipFill rotWithShape="1">
          <a:blip r:embed="rId9">
            <a:alphaModFix/>
          </a:blip>
          <a:srcRect b="0" l="0" r="0" t="0"/>
          <a:stretch/>
        </p:blipFill>
        <p:spPr>
          <a:xfrm>
            <a:off x="714370" y="1537945"/>
            <a:ext cx="333388" cy="333388"/>
          </a:xfrm>
          <a:prstGeom prst="rect">
            <a:avLst/>
          </a:prstGeom>
          <a:solidFill>
            <a:srgbClr val="FFFDF9"/>
          </a:solidFill>
          <a:ln cap="flat" cmpd="sng" w="12700">
            <a:solidFill>
              <a:srgbClr val="E8E7E4"/>
            </a:solidFill>
            <a:prstDash val="solid"/>
            <a:round/>
            <a:headEnd len="sm" w="sm" type="none"/>
            <a:tailEnd len="sm" w="sm" type="none"/>
          </a:ln>
        </p:spPr>
      </p:pic>
      <p:sp>
        <p:nvSpPr>
          <p:cNvPr id="1462" name="Google Shape;1462;g32a379cc0af_0_127"/>
          <p:cNvSpPr/>
          <p:nvPr/>
        </p:nvSpPr>
        <p:spPr>
          <a:xfrm>
            <a:off x="1143025" y="1514138"/>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463" name="Google Shape;1463;g32a379cc0af_0_127"/>
          <p:cNvPicPr preferRelativeResize="0"/>
          <p:nvPr/>
        </p:nvPicPr>
        <p:blipFill rotWithShape="1">
          <a:blip r:embed="rId10">
            <a:alphaModFix/>
          </a:blip>
          <a:srcRect b="0" l="0" r="0" t="0"/>
          <a:stretch/>
        </p:blipFill>
        <p:spPr>
          <a:xfrm>
            <a:off x="1190626" y="1561775"/>
            <a:ext cx="285750" cy="285715"/>
          </a:xfrm>
          <a:prstGeom prst="rect">
            <a:avLst/>
          </a:prstGeom>
          <a:noFill/>
          <a:ln>
            <a:noFill/>
          </a:ln>
        </p:spPr>
      </p:pic>
      <p:pic>
        <p:nvPicPr>
          <p:cNvPr descr=" " id="1464" name="Google Shape;1464;g32a379cc0af_0_127"/>
          <p:cNvPicPr preferRelativeResize="0"/>
          <p:nvPr/>
        </p:nvPicPr>
        <p:blipFill rotWithShape="1">
          <a:blip r:embed="rId11">
            <a:alphaModFix/>
          </a:blip>
          <a:srcRect b="0" l="0" r="0" t="0"/>
          <a:stretch/>
        </p:blipFill>
        <p:spPr>
          <a:xfrm>
            <a:off x="285775" y="1599950"/>
            <a:ext cx="285750" cy="285715"/>
          </a:xfrm>
          <a:prstGeom prst="rect">
            <a:avLst/>
          </a:prstGeom>
          <a:noFill/>
          <a:ln>
            <a:noFill/>
          </a:ln>
        </p:spPr>
      </p:pic>
      <p:sp>
        <p:nvSpPr>
          <p:cNvPr id="1465" name="Google Shape;1465;g32a379cc0af_0_127"/>
          <p:cNvSpPr/>
          <p:nvPr/>
        </p:nvSpPr>
        <p:spPr>
          <a:xfrm>
            <a:off x="1579725" y="1512438"/>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66" name="Google Shape;1466;g32a379cc0af_0_127"/>
          <p:cNvPicPr preferRelativeResize="0"/>
          <p:nvPr/>
        </p:nvPicPr>
        <p:blipFill rotWithShape="1">
          <a:blip r:embed="rId12">
            <a:alphaModFix/>
          </a:blip>
          <a:srcRect b="0" l="0" r="0" t="0"/>
          <a:stretch/>
        </p:blipFill>
        <p:spPr>
          <a:xfrm>
            <a:off x="1619295" y="1560077"/>
            <a:ext cx="285750" cy="2857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71" name="Shape 1471"/>
        <p:cNvGrpSpPr/>
        <p:nvPr/>
      </p:nvGrpSpPr>
      <p:grpSpPr>
        <a:xfrm>
          <a:off x="0" y="0"/>
          <a:ext cx="0" cy="0"/>
          <a:chOff x="0" y="0"/>
          <a:chExt cx="0" cy="0"/>
        </a:xfrm>
      </p:grpSpPr>
      <p:pic>
        <p:nvPicPr>
          <p:cNvPr descr=" " id="1472" name="Google Shape;1472;g33ab1c29d37_0_0"/>
          <p:cNvPicPr preferRelativeResize="0"/>
          <p:nvPr/>
        </p:nvPicPr>
        <p:blipFill rotWithShape="1">
          <a:blip r:embed="rId3">
            <a:alphaModFix/>
          </a:blip>
          <a:srcRect b="0" l="0" r="0" t="0"/>
          <a:stretch/>
        </p:blipFill>
        <p:spPr>
          <a:xfrm>
            <a:off x="0" y="0"/>
            <a:ext cx="9144010" cy="5142863"/>
          </a:xfrm>
          <a:prstGeom prst="rect">
            <a:avLst/>
          </a:prstGeom>
          <a:noFill/>
          <a:ln>
            <a:noFill/>
          </a:ln>
        </p:spPr>
      </p:pic>
      <p:sp>
        <p:nvSpPr>
          <p:cNvPr id="1473" name="Google Shape;1473;g33ab1c29d37_0_0"/>
          <p:cNvSpPr/>
          <p:nvPr/>
        </p:nvSpPr>
        <p:spPr>
          <a:xfrm>
            <a:off x="238125" y="1143000"/>
            <a:ext cx="4205400" cy="1428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4" name="Google Shape;1474;g33ab1c29d37_0_0"/>
          <p:cNvSpPr/>
          <p:nvPr/>
        </p:nvSpPr>
        <p:spPr>
          <a:xfrm>
            <a:off x="261939" y="1143000"/>
            <a:ext cx="1152600" cy="142800"/>
          </a:xfrm>
          <a:prstGeom prst="roundRect">
            <a:avLst>
              <a:gd fmla="val 333600" name="adj"/>
            </a:avLst>
          </a:prstGeom>
          <a:solidFill>
            <a:srgbClr val="FF4F00"/>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5" name="Google Shape;1475;g33ab1c29d37_0_0"/>
          <p:cNvSpPr/>
          <p:nvPr/>
        </p:nvSpPr>
        <p:spPr>
          <a:xfrm>
            <a:off x="287339" y="1144587"/>
            <a:ext cx="1101600" cy="1398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FFFDF9"/>
              </a:buClr>
              <a:buSzPts val="600"/>
              <a:buFont typeface="Inter"/>
              <a:buNone/>
            </a:pPr>
            <a:r>
              <a:rPr b="1" i="0" lang="en" sz="600" u="none" cap="none" strike="noStrike">
                <a:solidFill>
                  <a:srgbClr val="FFFDF9"/>
                </a:solidFill>
                <a:latin typeface="Inter"/>
                <a:ea typeface="Inter"/>
                <a:cs typeface="Inter"/>
                <a:sym typeface="Inter"/>
              </a:rPr>
              <a:t>AI-Powered IT Helpdesk</a:t>
            </a:r>
            <a:endParaRPr b="0" i="0" sz="600" u="none" cap="none" strike="noStrike">
              <a:solidFill>
                <a:schemeClr val="dk1"/>
              </a:solidFill>
              <a:latin typeface="Inter"/>
              <a:ea typeface="Inter"/>
              <a:cs typeface="Inter"/>
              <a:sym typeface="Inter"/>
            </a:endParaRPr>
          </a:p>
        </p:txBody>
      </p:sp>
      <p:sp>
        <p:nvSpPr>
          <p:cNvPr id="1476" name="Google Shape;1476;g33ab1c29d37_0_0"/>
          <p:cNvSpPr/>
          <p:nvPr/>
        </p:nvSpPr>
        <p:spPr>
          <a:xfrm>
            <a:off x="1509715" y="1143000"/>
            <a:ext cx="1081200" cy="142800"/>
          </a:xfrm>
          <a:prstGeom prst="roundRect">
            <a:avLst>
              <a:gd fmla="val 333600" name="adj"/>
            </a:avLst>
          </a:prstGeom>
          <a:solidFill>
            <a:srgbClr val="CDE4E1"/>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7" name="Google Shape;1477;g33ab1c29d37_0_0"/>
          <p:cNvSpPr/>
          <p:nvPr/>
        </p:nvSpPr>
        <p:spPr>
          <a:xfrm>
            <a:off x="1535115" y="1144587"/>
            <a:ext cx="1030200" cy="1398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403F3E"/>
              </a:buClr>
              <a:buSzPts val="600"/>
              <a:buFont typeface="Inter"/>
              <a:buNone/>
            </a:pPr>
            <a:r>
              <a:rPr b="1" i="0" lang="en" sz="600" u="none" cap="none" strike="noStrike">
                <a:solidFill>
                  <a:srgbClr val="403F3E"/>
                </a:solidFill>
                <a:latin typeface="Inter"/>
                <a:ea typeface="Inter"/>
                <a:cs typeface="Inter"/>
                <a:sym typeface="Inter"/>
              </a:rPr>
              <a:t>Company size: Enterprise</a:t>
            </a:r>
            <a:endParaRPr b="0" i="0" sz="600" u="none" cap="none" strike="noStrike">
              <a:solidFill>
                <a:schemeClr val="dk1"/>
              </a:solidFill>
              <a:latin typeface="Inter"/>
              <a:ea typeface="Inter"/>
              <a:cs typeface="Inter"/>
              <a:sym typeface="Inter"/>
            </a:endParaRPr>
          </a:p>
        </p:txBody>
      </p:sp>
      <p:sp>
        <p:nvSpPr>
          <p:cNvPr id="1478" name="Google Shape;1478;g33ab1c29d37_0_0"/>
          <p:cNvSpPr/>
          <p:nvPr/>
        </p:nvSpPr>
        <p:spPr>
          <a:xfrm>
            <a:off x="2686053" y="1143000"/>
            <a:ext cx="919200" cy="142800"/>
          </a:xfrm>
          <a:prstGeom prst="roundRect">
            <a:avLst>
              <a:gd fmla="val 333600" name="adj"/>
            </a:avLst>
          </a:prstGeom>
          <a:solidFill>
            <a:srgbClr val="C1B7F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9" name="Google Shape;1479;g33ab1c29d37_0_0"/>
          <p:cNvSpPr/>
          <p:nvPr/>
        </p:nvSpPr>
        <p:spPr>
          <a:xfrm>
            <a:off x="2711454" y="1144587"/>
            <a:ext cx="868500" cy="1398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403F3E"/>
              </a:buClr>
              <a:buSzPts val="600"/>
              <a:buFont typeface="Inter"/>
              <a:buNone/>
            </a:pPr>
            <a:r>
              <a:rPr b="1" i="0" lang="en" sz="600" u="none" cap="none" strike="noStrike">
                <a:solidFill>
                  <a:srgbClr val="403F3E"/>
                </a:solidFill>
                <a:latin typeface="Inter"/>
                <a:ea typeface="Inter"/>
                <a:cs typeface="Inter"/>
                <a:sym typeface="Inter"/>
              </a:rPr>
              <a:t>SaaS (B2B)</a:t>
            </a:r>
            <a:endParaRPr b="1" i="0" sz="600" u="none" cap="none" strike="noStrike">
              <a:solidFill>
                <a:srgbClr val="403F3E"/>
              </a:solidFill>
              <a:latin typeface="Inter"/>
              <a:ea typeface="Inter"/>
              <a:cs typeface="Inter"/>
              <a:sym typeface="Inter"/>
            </a:endParaRPr>
          </a:p>
        </p:txBody>
      </p:sp>
      <p:sp>
        <p:nvSpPr>
          <p:cNvPr id="1480" name="Google Shape;1480;g33ab1c29d37_0_0"/>
          <p:cNvSpPr/>
          <p:nvPr/>
        </p:nvSpPr>
        <p:spPr>
          <a:xfrm>
            <a:off x="238125" y="238125"/>
            <a:ext cx="3305100" cy="7620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1" name="Google Shape;1481;g33ab1c29d37_0_0"/>
          <p:cNvSpPr/>
          <p:nvPr/>
        </p:nvSpPr>
        <p:spPr>
          <a:xfrm>
            <a:off x="238125" y="238125"/>
            <a:ext cx="3336900" cy="270000"/>
          </a:xfrm>
          <a:prstGeom prst="rect">
            <a:avLst/>
          </a:prstGeom>
          <a:noFill/>
          <a:ln>
            <a:noFill/>
          </a:ln>
        </p:spPr>
        <p:txBody>
          <a:bodyPr anchorCtr="0" anchor="t" bIns="0" lIns="0" spcFirstLastPara="1" rIns="0" wrap="square" tIns="0">
            <a:noAutofit/>
          </a:bodyPr>
          <a:lstStyle/>
          <a:p>
            <a:pPr indent="0" lvl="0" marL="0" marR="0" rtl="0" algn="l">
              <a:lnSpc>
                <a:spcPct val="250000"/>
              </a:lnSpc>
              <a:spcBef>
                <a:spcPts val="0"/>
              </a:spcBef>
              <a:spcAft>
                <a:spcPts val="0"/>
              </a:spcAft>
              <a:buClr>
                <a:srgbClr val="201515"/>
              </a:buClr>
              <a:buSzPts val="700"/>
              <a:buFont typeface="Play"/>
              <a:buNone/>
            </a:pPr>
            <a:r>
              <a:rPr b="0" i="0" lang="en" sz="700" u="none" cap="none" strike="noStrike">
                <a:solidFill>
                  <a:srgbClr val="201515"/>
                </a:solidFill>
                <a:latin typeface="Inter"/>
                <a:ea typeface="Inter"/>
                <a:cs typeface="Inter"/>
                <a:sym typeface="Inter"/>
              </a:rPr>
              <a:t>CUSTOMER SUCCESS STORY</a:t>
            </a:r>
            <a:endParaRPr b="0" i="0" sz="700" u="none" cap="none" strike="noStrike">
              <a:solidFill>
                <a:schemeClr val="dk1"/>
              </a:solidFill>
              <a:latin typeface="Inter"/>
              <a:ea typeface="Inter"/>
              <a:cs typeface="Inter"/>
              <a:sym typeface="Inter"/>
            </a:endParaRPr>
          </a:p>
        </p:txBody>
      </p:sp>
      <p:sp>
        <p:nvSpPr>
          <p:cNvPr id="1482" name="Google Shape;1482;g33ab1c29d37_0_0"/>
          <p:cNvSpPr/>
          <p:nvPr/>
        </p:nvSpPr>
        <p:spPr>
          <a:xfrm>
            <a:off x="238125" y="428625"/>
            <a:ext cx="1366800"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483" name="Google Shape;1483;g33ab1c29d37_0_0"/>
          <p:cNvPicPr preferRelativeResize="0"/>
          <p:nvPr/>
        </p:nvPicPr>
        <p:blipFill rotWithShape="1">
          <a:blip r:embed="rId4">
            <a:alphaModFix/>
          </a:blip>
          <a:srcRect b="0" l="0" r="0" t="0"/>
          <a:stretch/>
        </p:blipFill>
        <p:spPr>
          <a:xfrm>
            <a:off x="238125" y="428625"/>
            <a:ext cx="1366839" cy="571429"/>
          </a:xfrm>
          <a:prstGeom prst="rect">
            <a:avLst/>
          </a:prstGeom>
          <a:noFill/>
          <a:ln>
            <a:noFill/>
          </a:ln>
        </p:spPr>
      </p:pic>
      <p:pic>
        <p:nvPicPr>
          <p:cNvPr descr=" " id="1484" name="Google Shape;1484;g33ab1c29d37_0_0"/>
          <p:cNvPicPr preferRelativeResize="0"/>
          <p:nvPr/>
        </p:nvPicPr>
        <p:blipFill rotWithShape="1">
          <a:blip r:embed="rId5">
            <a:alphaModFix/>
          </a:blip>
          <a:srcRect b="0" l="0" r="0" t="0"/>
          <a:stretch/>
        </p:blipFill>
        <p:spPr>
          <a:xfrm>
            <a:off x="1728789" y="428625"/>
            <a:ext cx="9525" cy="571429"/>
          </a:xfrm>
          <a:prstGeom prst="rect">
            <a:avLst/>
          </a:prstGeom>
          <a:noFill/>
          <a:ln>
            <a:noFill/>
          </a:ln>
        </p:spPr>
      </p:pic>
      <p:sp>
        <p:nvSpPr>
          <p:cNvPr id="1485" name="Google Shape;1485;g33ab1c29d37_0_0"/>
          <p:cNvSpPr/>
          <p:nvPr/>
        </p:nvSpPr>
        <p:spPr>
          <a:xfrm>
            <a:off x="1709739" y="428625"/>
            <a:ext cx="1347900"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6" name="Google Shape;1486;g33ab1c29d37_0_0"/>
          <p:cNvSpPr/>
          <p:nvPr/>
        </p:nvSpPr>
        <p:spPr>
          <a:xfrm>
            <a:off x="238125" y="1524000"/>
            <a:ext cx="1738200" cy="4899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7" name="Google Shape;1487;g33ab1c29d37_0_0"/>
          <p:cNvSpPr/>
          <p:nvPr/>
        </p:nvSpPr>
        <p:spPr>
          <a:xfrm>
            <a:off x="238125"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8" name="Google Shape;1488;g33ab1c29d37_0_0"/>
          <p:cNvSpPr/>
          <p:nvPr/>
        </p:nvSpPr>
        <p:spPr>
          <a:xfrm>
            <a:off x="238125"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489" name="Google Shape;1489;g33ab1c29d37_0_0"/>
          <p:cNvPicPr preferRelativeResize="0"/>
          <p:nvPr/>
        </p:nvPicPr>
        <p:blipFill rotWithShape="1">
          <a:blip r:embed="rId6">
            <a:alphaModFix/>
          </a:blip>
          <a:srcRect b="0" l="0" r="0" t="0"/>
          <a:stretch/>
        </p:blipFill>
        <p:spPr>
          <a:xfrm>
            <a:off x="642938" y="1500188"/>
            <a:ext cx="476251" cy="476191"/>
          </a:xfrm>
          <a:prstGeom prst="rect">
            <a:avLst/>
          </a:prstGeom>
          <a:noFill/>
          <a:ln>
            <a:noFill/>
          </a:ln>
        </p:spPr>
      </p:pic>
      <p:sp>
        <p:nvSpPr>
          <p:cNvPr id="1490" name="Google Shape;1490;g33ab1c29d37_0_0"/>
          <p:cNvSpPr/>
          <p:nvPr/>
        </p:nvSpPr>
        <p:spPr>
          <a:xfrm>
            <a:off x="690563"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1" name="Google Shape;1491;g33ab1c29d37_0_0"/>
          <p:cNvSpPr/>
          <p:nvPr/>
        </p:nvSpPr>
        <p:spPr>
          <a:xfrm>
            <a:off x="1143001"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2" name="Google Shape;1492;g33ab1c29d37_0_0"/>
          <p:cNvSpPr/>
          <p:nvPr/>
        </p:nvSpPr>
        <p:spPr>
          <a:xfrm>
            <a:off x="1143001"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3" name="Google Shape;1493;g33ab1c29d37_0_0"/>
          <p:cNvSpPr/>
          <p:nvPr/>
        </p:nvSpPr>
        <p:spPr>
          <a:xfrm>
            <a:off x="1595439"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4" name="Google Shape;1494;g33ab1c29d37_0_0"/>
          <p:cNvSpPr/>
          <p:nvPr/>
        </p:nvSpPr>
        <p:spPr>
          <a:xfrm>
            <a:off x="1595439"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5" name="Google Shape;1495;g33ab1c29d37_0_0"/>
          <p:cNvSpPr/>
          <p:nvPr/>
        </p:nvSpPr>
        <p:spPr>
          <a:xfrm>
            <a:off x="238125" y="2252041"/>
            <a:ext cx="4095900" cy="10431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6" name="Google Shape;1496;g33ab1c29d37_0_0"/>
          <p:cNvSpPr/>
          <p:nvPr/>
        </p:nvSpPr>
        <p:spPr>
          <a:xfrm>
            <a:off x="238125" y="2201241"/>
            <a:ext cx="546000" cy="217500"/>
          </a:xfrm>
          <a:prstGeom prst="rect">
            <a:avLst/>
          </a:prstGeom>
          <a:noFill/>
          <a:ln>
            <a:noFill/>
          </a:ln>
        </p:spPr>
        <p:txBody>
          <a:bodyPr anchorCtr="0" anchor="b" bIns="0" lIns="0" spcFirstLastPara="1" rIns="0" wrap="square" tIns="0">
            <a:noAutofit/>
          </a:bodyPr>
          <a:lstStyle/>
          <a:p>
            <a:pPr indent="0" lvl="0" marL="0" marR="0" rtl="0" algn="l">
              <a:lnSpc>
                <a:spcPct val="109375"/>
              </a:lnSpc>
              <a:spcBef>
                <a:spcPts val="0"/>
              </a:spcBef>
              <a:spcAft>
                <a:spcPts val="0"/>
              </a:spcAft>
              <a:buClr>
                <a:srgbClr val="000000"/>
              </a:buClr>
              <a:buSzPts val="1200"/>
              <a:buFont typeface="Inter"/>
              <a:buNone/>
            </a:pPr>
            <a:r>
              <a:rPr b="1" i="0" lang="en" sz="1200" u="none" cap="none" strike="noStrike">
                <a:solidFill>
                  <a:srgbClr val="000000"/>
                </a:solidFill>
                <a:latin typeface="Inter"/>
                <a:ea typeface="Inter"/>
                <a:cs typeface="Inter"/>
                <a:sym typeface="Inter"/>
              </a:rPr>
              <a:t>Before </a:t>
            </a:r>
            <a:endParaRPr b="0" i="0" sz="1200" u="none" cap="none" strike="noStrike">
              <a:solidFill>
                <a:schemeClr val="dk1"/>
              </a:solidFill>
              <a:latin typeface="Inter"/>
              <a:ea typeface="Inter"/>
              <a:cs typeface="Inter"/>
              <a:sym typeface="Inter"/>
            </a:endParaRPr>
          </a:p>
        </p:txBody>
      </p:sp>
      <p:sp>
        <p:nvSpPr>
          <p:cNvPr id="1497" name="Google Shape;1497;g33ab1c29d37_0_0"/>
          <p:cNvSpPr/>
          <p:nvPr/>
        </p:nvSpPr>
        <p:spPr>
          <a:xfrm>
            <a:off x="238125" y="2456829"/>
            <a:ext cx="3579900" cy="346200"/>
          </a:xfrm>
          <a:prstGeom prst="rect">
            <a:avLst/>
          </a:prstGeom>
          <a:noFill/>
          <a:ln>
            <a:noFill/>
          </a:ln>
        </p:spPr>
        <p:txBody>
          <a:bodyPr anchorCtr="0" anchor="t"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Three-person IT team drowning in 1,000+ monthly tickets as company headcount increased to 1,700.</a:t>
            </a:r>
            <a:endParaRPr b="0" i="0" sz="1000" u="none" cap="none" strike="noStrike">
              <a:solidFill>
                <a:schemeClr val="dk1"/>
              </a:solidFill>
              <a:latin typeface="Inter"/>
              <a:ea typeface="Inter"/>
              <a:cs typeface="Inter"/>
              <a:sym typeface="Inter"/>
            </a:endParaRPr>
          </a:p>
        </p:txBody>
      </p:sp>
      <p:sp>
        <p:nvSpPr>
          <p:cNvPr id="1498" name="Google Shape;1498;g33ab1c29d37_0_0"/>
          <p:cNvSpPr/>
          <p:nvPr/>
        </p:nvSpPr>
        <p:spPr>
          <a:xfrm>
            <a:off x="238125" y="2875929"/>
            <a:ext cx="3579900" cy="346200"/>
          </a:xfrm>
          <a:prstGeom prst="rect">
            <a:avLst/>
          </a:prstGeom>
          <a:noFill/>
          <a:ln>
            <a:noFill/>
          </a:ln>
        </p:spPr>
        <p:txBody>
          <a:bodyPr anchorCtr="0" anchor="t"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Overwhelmed IT meant delayed support and burnout risk amid rapid growth.</a:t>
            </a:r>
            <a:endParaRPr b="0" i="0" sz="1000" u="none" cap="none" strike="noStrike">
              <a:solidFill>
                <a:schemeClr val="dk1"/>
              </a:solidFill>
              <a:latin typeface="Inter"/>
              <a:ea typeface="Inter"/>
              <a:cs typeface="Inter"/>
              <a:sym typeface="Inter"/>
            </a:endParaRPr>
          </a:p>
        </p:txBody>
      </p:sp>
      <p:sp>
        <p:nvSpPr>
          <p:cNvPr id="1499" name="Google Shape;1499;g33ab1c29d37_0_0"/>
          <p:cNvSpPr/>
          <p:nvPr/>
        </p:nvSpPr>
        <p:spPr>
          <a:xfrm>
            <a:off x="238125" y="3533154"/>
            <a:ext cx="4095900" cy="7383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0" name="Google Shape;1500;g33ab1c29d37_0_0"/>
          <p:cNvSpPr/>
          <p:nvPr/>
        </p:nvSpPr>
        <p:spPr>
          <a:xfrm>
            <a:off x="238125" y="3406154"/>
            <a:ext cx="1722600" cy="217500"/>
          </a:xfrm>
          <a:prstGeom prst="rect">
            <a:avLst/>
          </a:prstGeom>
          <a:noFill/>
          <a:ln>
            <a:noFill/>
          </a:ln>
        </p:spPr>
        <p:txBody>
          <a:bodyPr anchorCtr="0" anchor="b" bIns="0" lIns="0" spcFirstLastPara="1" rIns="0" wrap="square" tIns="0">
            <a:noAutofit/>
          </a:bodyPr>
          <a:lstStyle/>
          <a:p>
            <a:pPr indent="0" lvl="0" marL="0" marR="0" rtl="0" algn="l">
              <a:lnSpc>
                <a:spcPct val="109375"/>
              </a:lnSpc>
              <a:spcBef>
                <a:spcPts val="0"/>
              </a:spcBef>
              <a:spcAft>
                <a:spcPts val="0"/>
              </a:spcAft>
              <a:buClr>
                <a:srgbClr val="000000"/>
              </a:buClr>
              <a:buSzPts val="1200"/>
              <a:buFont typeface="Inter"/>
              <a:buNone/>
            </a:pPr>
            <a:r>
              <a:rPr b="1" i="0" lang="en" sz="1200" u="none" cap="none" strike="noStrike">
                <a:solidFill>
                  <a:srgbClr val="000000"/>
                </a:solidFill>
                <a:latin typeface="Inter"/>
                <a:ea typeface="Inter"/>
                <a:cs typeface="Inter"/>
                <a:sym typeface="Inter"/>
              </a:rPr>
              <a:t>After</a:t>
            </a:r>
            <a:endParaRPr b="0" i="0" sz="1200" u="none" cap="none" strike="noStrike">
              <a:solidFill>
                <a:schemeClr val="dk1"/>
              </a:solidFill>
              <a:latin typeface="Inter"/>
              <a:ea typeface="Inter"/>
              <a:cs typeface="Inter"/>
              <a:sym typeface="Inter"/>
            </a:endParaRPr>
          </a:p>
        </p:txBody>
      </p:sp>
      <p:sp>
        <p:nvSpPr>
          <p:cNvPr id="1501" name="Google Shape;1501;g33ab1c29d37_0_0"/>
          <p:cNvSpPr/>
          <p:nvPr/>
        </p:nvSpPr>
        <p:spPr>
          <a:xfrm>
            <a:off x="238125" y="3772866"/>
            <a:ext cx="4137000" cy="193800"/>
          </a:xfrm>
          <a:prstGeom prst="rect">
            <a:avLst/>
          </a:prstGeom>
          <a:noFill/>
          <a:ln>
            <a:noFill/>
          </a:ln>
        </p:spPr>
        <p:txBody>
          <a:bodyPr anchorCtr="0" anchor="b"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AI-powered IT helpdesk center automates ticket routing and resolution through Okta and knowledge base integration.</a:t>
            </a:r>
            <a:endParaRPr b="0" i="0" sz="1000" u="none" cap="none" strike="noStrike">
              <a:solidFill>
                <a:schemeClr val="dk1"/>
              </a:solidFill>
              <a:latin typeface="Inter"/>
              <a:ea typeface="Inter"/>
              <a:cs typeface="Inter"/>
              <a:sym typeface="Inter"/>
            </a:endParaRPr>
          </a:p>
        </p:txBody>
      </p:sp>
      <p:sp>
        <p:nvSpPr>
          <p:cNvPr id="1502" name="Google Shape;1502;g33ab1c29d37_0_0"/>
          <p:cNvSpPr/>
          <p:nvPr/>
        </p:nvSpPr>
        <p:spPr>
          <a:xfrm>
            <a:off x="238125" y="4191966"/>
            <a:ext cx="4137000" cy="193800"/>
          </a:xfrm>
          <a:prstGeom prst="rect">
            <a:avLst/>
          </a:prstGeom>
          <a:noFill/>
          <a:ln>
            <a:noFill/>
          </a:ln>
        </p:spPr>
        <p:txBody>
          <a:bodyPr anchorCtr="0" anchor="b"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28% of tickets submitted are resolved in minutes with automation, saving time and money.</a:t>
            </a:r>
            <a:endParaRPr b="0" i="0" sz="1000" u="none" cap="none" strike="noStrike">
              <a:solidFill>
                <a:schemeClr val="dk1"/>
              </a:solidFill>
              <a:latin typeface="Inter"/>
              <a:ea typeface="Inter"/>
              <a:cs typeface="Inter"/>
              <a:sym typeface="Inter"/>
            </a:endParaRPr>
          </a:p>
        </p:txBody>
      </p:sp>
      <p:sp>
        <p:nvSpPr>
          <p:cNvPr id="1503" name="Google Shape;1503;g33ab1c29d37_0_0"/>
          <p:cNvSpPr/>
          <p:nvPr/>
        </p:nvSpPr>
        <p:spPr>
          <a:xfrm>
            <a:off x="4876805" y="304800"/>
            <a:ext cx="3962400" cy="45339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4" name="Google Shape;1504;g33ab1c29d37_0_0"/>
          <p:cNvSpPr/>
          <p:nvPr/>
        </p:nvSpPr>
        <p:spPr>
          <a:xfrm>
            <a:off x="4876805" y="304800"/>
            <a:ext cx="3962400" cy="1384200"/>
          </a:xfrm>
          <a:prstGeom prst="roundRect">
            <a:avLst>
              <a:gd fmla="val 3468"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5" name="Google Shape;1505;g33ab1c29d37_0_0"/>
          <p:cNvSpPr/>
          <p:nvPr/>
        </p:nvSpPr>
        <p:spPr>
          <a:xfrm>
            <a:off x="5048255" y="476250"/>
            <a:ext cx="1490400" cy="10413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506" name="Google Shape;1506;g33ab1c29d37_0_0"/>
          <p:cNvPicPr preferRelativeResize="0"/>
          <p:nvPr/>
        </p:nvPicPr>
        <p:blipFill rotWithShape="1">
          <a:blip r:embed="rId7">
            <a:alphaModFix/>
          </a:blip>
          <a:srcRect b="0" l="0" r="0" t="0"/>
          <a:stretch/>
        </p:blipFill>
        <p:spPr>
          <a:xfrm>
            <a:off x="5095880" y="787400"/>
            <a:ext cx="419100" cy="419048"/>
          </a:xfrm>
          <a:prstGeom prst="rect">
            <a:avLst/>
          </a:prstGeom>
          <a:noFill/>
          <a:ln>
            <a:noFill/>
          </a:ln>
        </p:spPr>
      </p:pic>
      <p:sp>
        <p:nvSpPr>
          <p:cNvPr id="1507" name="Google Shape;1507;g33ab1c29d37_0_0"/>
          <p:cNvSpPr/>
          <p:nvPr/>
        </p:nvSpPr>
        <p:spPr>
          <a:xfrm>
            <a:off x="5514980" y="570706"/>
            <a:ext cx="975900" cy="8526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8" name="Google Shape;1508;g33ab1c29d37_0_0"/>
          <p:cNvSpPr/>
          <p:nvPr/>
        </p:nvSpPr>
        <p:spPr>
          <a:xfrm>
            <a:off x="5200580" y="541719"/>
            <a:ext cx="804900" cy="1043100"/>
          </a:xfrm>
          <a:prstGeom prst="rect">
            <a:avLst/>
          </a:prstGeom>
          <a:noFill/>
          <a:ln>
            <a:noFill/>
          </a:ln>
        </p:spPr>
        <p:txBody>
          <a:bodyPr anchorCtr="0" anchor="ctr" bIns="0" lIns="0" spcFirstLastPara="1" rIns="0" wrap="square" tIns="0">
            <a:noAutofit/>
          </a:bodyPr>
          <a:lstStyle/>
          <a:p>
            <a:pPr indent="0" lvl="0" marL="0" marR="0" rtl="0" algn="l">
              <a:lnSpc>
                <a:spcPct val="149141"/>
              </a:lnSpc>
              <a:spcBef>
                <a:spcPts val="0"/>
              </a:spcBef>
              <a:spcAft>
                <a:spcPts val="0"/>
              </a:spcAft>
              <a:buClr>
                <a:srgbClr val="2B2358"/>
              </a:buClr>
              <a:buSzPts val="4500"/>
              <a:buFont typeface="Arial"/>
              <a:buNone/>
            </a:pPr>
            <a:r>
              <a:rPr b="1" i="0" lang="en" sz="4500" u="none" cap="none" strike="noStrike">
                <a:solidFill>
                  <a:srgbClr val="2B2358"/>
                </a:solidFill>
                <a:latin typeface="Inter"/>
                <a:ea typeface="Inter"/>
                <a:cs typeface="Inter"/>
                <a:sym typeface="Inter"/>
              </a:rPr>
              <a:t>28</a:t>
            </a:r>
            <a:endParaRPr b="1" i="0" sz="4500" u="none" cap="none" strike="noStrike">
              <a:solidFill>
                <a:schemeClr val="dk1"/>
              </a:solidFill>
              <a:latin typeface="Inter"/>
              <a:ea typeface="Inter"/>
              <a:cs typeface="Inter"/>
              <a:sym typeface="Inter"/>
            </a:endParaRPr>
          </a:p>
        </p:txBody>
      </p:sp>
      <p:sp>
        <p:nvSpPr>
          <p:cNvPr id="1509" name="Google Shape;1509;g33ab1c29d37_0_0"/>
          <p:cNvSpPr/>
          <p:nvPr/>
        </p:nvSpPr>
        <p:spPr>
          <a:xfrm>
            <a:off x="5946143" y="786981"/>
            <a:ext cx="485400" cy="5526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2B2358"/>
              </a:buClr>
              <a:buSzPts val="3400"/>
              <a:buFont typeface="Arial"/>
              <a:buNone/>
            </a:pPr>
            <a:r>
              <a:rPr b="1" i="0" lang="en" sz="3400" u="none" cap="none" strike="noStrike">
                <a:solidFill>
                  <a:srgbClr val="2B2358"/>
                </a:solidFill>
                <a:latin typeface="Arial"/>
                <a:ea typeface="Arial"/>
                <a:cs typeface="Arial"/>
                <a:sym typeface="Arial"/>
              </a:rPr>
              <a:t>%</a:t>
            </a:r>
            <a:endParaRPr b="1" i="0" sz="3400" u="none" cap="none" strike="noStrike">
              <a:solidFill>
                <a:schemeClr val="dk1"/>
              </a:solidFill>
              <a:latin typeface="Calibri"/>
              <a:ea typeface="Calibri"/>
              <a:cs typeface="Calibri"/>
              <a:sym typeface="Calibri"/>
            </a:endParaRPr>
          </a:p>
        </p:txBody>
      </p:sp>
      <p:sp>
        <p:nvSpPr>
          <p:cNvPr id="1510" name="Google Shape;1510;g33ab1c29d37_0_0"/>
          <p:cNvSpPr/>
          <p:nvPr/>
        </p:nvSpPr>
        <p:spPr>
          <a:xfrm>
            <a:off x="6481301" y="707600"/>
            <a:ext cx="2345100" cy="711300"/>
          </a:xfrm>
          <a:prstGeom prst="rect">
            <a:avLst/>
          </a:prstGeom>
          <a:noFill/>
          <a:ln>
            <a:noFill/>
          </a:ln>
        </p:spPr>
        <p:txBody>
          <a:bodyPr anchorCtr="0" anchor="ctr" bIns="0" lIns="0" spcFirstLastPara="1" rIns="0" wrap="square" tIns="0">
            <a:noAutofit/>
          </a:bodyPr>
          <a:lstStyle/>
          <a:p>
            <a:pPr indent="0" lvl="0" marL="0" marR="0" rtl="0" algn="l">
              <a:lnSpc>
                <a:spcPct val="115384"/>
              </a:lnSpc>
              <a:spcBef>
                <a:spcPts val="0"/>
              </a:spcBef>
              <a:spcAft>
                <a:spcPts val="0"/>
              </a:spcAft>
              <a:buClr>
                <a:srgbClr val="201515"/>
              </a:buClr>
              <a:buSzPts val="1900"/>
              <a:buFont typeface="Play"/>
              <a:buNone/>
            </a:pPr>
            <a:r>
              <a:rPr b="1" i="0" lang="en" sz="1200" u="none" cap="none" strike="noStrike">
                <a:solidFill>
                  <a:srgbClr val="201515"/>
                </a:solidFill>
                <a:latin typeface="Inter"/>
                <a:ea typeface="Inter"/>
                <a:cs typeface="Inter"/>
                <a:sym typeface="Inter"/>
              </a:rPr>
              <a:t>of tickets are now solved automatically</a:t>
            </a:r>
            <a:endParaRPr b="0" i="0" sz="1200" u="none" cap="none" strike="noStrike">
              <a:solidFill>
                <a:schemeClr val="dk1"/>
              </a:solidFill>
              <a:latin typeface="Inter"/>
              <a:ea typeface="Inter"/>
              <a:cs typeface="Inter"/>
              <a:sym typeface="Inter"/>
            </a:endParaRPr>
          </a:p>
        </p:txBody>
      </p:sp>
      <p:sp>
        <p:nvSpPr>
          <p:cNvPr id="1511" name="Google Shape;1511;g33ab1c29d37_0_0"/>
          <p:cNvSpPr/>
          <p:nvPr/>
        </p:nvSpPr>
        <p:spPr>
          <a:xfrm>
            <a:off x="4876805" y="1879600"/>
            <a:ext cx="3962400" cy="1384200"/>
          </a:xfrm>
          <a:prstGeom prst="roundRect">
            <a:avLst>
              <a:gd fmla="val 3468"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2" name="Google Shape;1512;g33ab1c29d37_0_0"/>
          <p:cNvSpPr/>
          <p:nvPr/>
        </p:nvSpPr>
        <p:spPr>
          <a:xfrm>
            <a:off x="5048255" y="2051050"/>
            <a:ext cx="1090500" cy="10413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3" name="Google Shape;1513;g33ab1c29d37_0_0"/>
          <p:cNvSpPr/>
          <p:nvPr/>
        </p:nvSpPr>
        <p:spPr>
          <a:xfrm>
            <a:off x="5514980" y="2145506"/>
            <a:ext cx="576300" cy="8526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4" name="Google Shape;1514;g33ab1c29d37_0_0"/>
          <p:cNvSpPr/>
          <p:nvPr/>
        </p:nvSpPr>
        <p:spPr>
          <a:xfrm>
            <a:off x="5210176" y="2050200"/>
            <a:ext cx="1490400" cy="1043100"/>
          </a:xfrm>
          <a:prstGeom prst="rect">
            <a:avLst/>
          </a:prstGeom>
          <a:noFill/>
          <a:ln>
            <a:noFill/>
          </a:ln>
        </p:spPr>
        <p:txBody>
          <a:bodyPr anchorCtr="0" anchor="ctr" bIns="0" lIns="0" spcFirstLastPara="1" rIns="0" wrap="square" tIns="0">
            <a:noAutofit/>
          </a:bodyPr>
          <a:lstStyle/>
          <a:p>
            <a:pPr indent="0" lvl="0" marL="0" marR="0" rtl="0" algn="l">
              <a:lnSpc>
                <a:spcPct val="149141"/>
              </a:lnSpc>
              <a:spcBef>
                <a:spcPts val="0"/>
              </a:spcBef>
              <a:spcAft>
                <a:spcPts val="0"/>
              </a:spcAft>
              <a:buClr>
                <a:srgbClr val="2B2358"/>
              </a:buClr>
              <a:buSzPts val="4500"/>
              <a:buFont typeface="Arial"/>
              <a:buNone/>
            </a:pPr>
            <a:r>
              <a:rPr b="1" i="0" lang="en" sz="4500" u="none" cap="none" strike="noStrike">
                <a:solidFill>
                  <a:srgbClr val="2B2358"/>
                </a:solidFill>
                <a:latin typeface="Inter"/>
                <a:ea typeface="Inter"/>
                <a:cs typeface="Inter"/>
                <a:sym typeface="Inter"/>
              </a:rPr>
              <a:t>1700</a:t>
            </a:r>
            <a:endParaRPr b="1" i="0" sz="4500" u="none" cap="none" strike="noStrike">
              <a:solidFill>
                <a:schemeClr val="dk1"/>
              </a:solidFill>
              <a:latin typeface="Inter"/>
              <a:ea typeface="Inter"/>
              <a:cs typeface="Inter"/>
              <a:sym typeface="Inter"/>
            </a:endParaRPr>
          </a:p>
        </p:txBody>
      </p:sp>
      <p:sp>
        <p:nvSpPr>
          <p:cNvPr id="1515" name="Google Shape;1515;g33ab1c29d37_0_0"/>
          <p:cNvSpPr/>
          <p:nvPr/>
        </p:nvSpPr>
        <p:spPr>
          <a:xfrm>
            <a:off x="6691324" y="2216100"/>
            <a:ext cx="2205000" cy="711300"/>
          </a:xfrm>
          <a:prstGeom prst="rect">
            <a:avLst/>
          </a:prstGeom>
          <a:noFill/>
          <a:ln>
            <a:noFill/>
          </a:ln>
        </p:spPr>
        <p:txBody>
          <a:bodyPr anchorCtr="0" anchor="ctr" bIns="0" lIns="0" spcFirstLastPara="1" rIns="0" wrap="square" tIns="0">
            <a:noAutofit/>
          </a:bodyPr>
          <a:lstStyle/>
          <a:p>
            <a:pPr indent="0" lvl="0" marL="0" marR="0" rtl="0" algn="l">
              <a:lnSpc>
                <a:spcPct val="115384"/>
              </a:lnSpc>
              <a:spcBef>
                <a:spcPts val="0"/>
              </a:spcBef>
              <a:spcAft>
                <a:spcPts val="0"/>
              </a:spcAft>
              <a:buClr>
                <a:srgbClr val="201515"/>
              </a:buClr>
              <a:buSzPts val="1900"/>
              <a:buFont typeface="Play"/>
              <a:buNone/>
            </a:pPr>
            <a:r>
              <a:rPr b="1" i="0" lang="en" sz="1200" u="none" cap="none" strike="noStrike">
                <a:solidFill>
                  <a:srgbClr val="201515"/>
                </a:solidFill>
                <a:latin typeface="Inter"/>
                <a:ea typeface="Inter"/>
                <a:cs typeface="Inter"/>
                <a:sym typeface="Inter"/>
              </a:rPr>
              <a:t>employees at Remote</a:t>
            </a:r>
            <a:endParaRPr b="0" i="0" sz="1200" u="none" cap="none" strike="noStrike">
              <a:solidFill>
                <a:schemeClr val="dk1"/>
              </a:solidFill>
              <a:latin typeface="Inter"/>
              <a:ea typeface="Inter"/>
              <a:cs typeface="Inter"/>
              <a:sym typeface="Inter"/>
            </a:endParaRPr>
          </a:p>
        </p:txBody>
      </p:sp>
      <p:sp>
        <p:nvSpPr>
          <p:cNvPr id="1516" name="Google Shape;1516;g33ab1c29d37_0_0"/>
          <p:cNvSpPr/>
          <p:nvPr/>
        </p:nvSpPr>
        <p:spPr>
          <a:xfrm>
            <a:off x="4876805" y="3454400"/>
            <a:ext cx="3962400" cy="1384200"/>
          </a:xfrm>
          <a:prstGeom prst="roundRect">
            <a:avLst>
              <a:gd fmla="val 3468"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7" name="Google Shape;1517;g33ab1c29d37_0_0"/>
          <p:cNvSpPr/>
          <p:nvPr/>
        </p:nvSpPr>
        <p:spPr>
          <a:xfrm>
            <a:off x="5048255" y="3746500"/>
            <a:ext cx="3619500" cy="8001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8" name="Google Shape;1518;g33ab1c29d37_0_0"/>
          <p:cNvSpPr/>
          <p:nvPr/>
        </p:nvSpPr>
        <p:spPr>
          <a:xfrm>
            <a:off x="5048255" y="3746500"/>
            <a:ext cx="3619500" cy="8001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9" name="Google Shape;1519;g33ab1c29d37_0_0"/>
          <p:cNvSpPr/>
          <p:nvPr/>
        </p:nvSpPr>
        <p:spPr>
          <a:xfrm>
            <a:off x="5048255" y="3825082"/>
            <a:ext cx="3619500" cy="6429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520" name="Google Shape;1520;g33ab1c29d37_0_0"/>
          <p:cNvPicPr preferRelativeResize="0"/>
          <p:nvPr/>
        </p:nvPicPr>
        <p:blipFill rotWithShape="1">
          <a:blip r:embed="rId8">
            <a:alphaModFix/>
          </a:blip>
          <a:srcRect b="0" l="16671" r="16671" t="0"/>
          <a:stretch/>
        </p:blipFill>
        <p:spPr>
          <a:xfrm>
            <a:off x="5048255" y="3825082"/>
            <a:ext cx="619200" cy="618900"/>
          </a:xfrm>
          <a:prstGeom prst="ellipse">
            <a:avLst/>
          </a:prstGeom>
          <a:noFill/>
          <a:ln cap="flat" cmpd="sng" w="9525">
            <a:solidFill>
              <a:schemeClr val="dk1"/>
            </a:solidFill>
            <a:prstDash val="solid"/>
            <a:round/>
            <a:headEnd len="sm" w="sm" type="none"/>
            <a:tailEnd len="sm" w="sm" type="none"/>
          </a:ln>
        </p:spPr>
      </p:pic>
      <p:sp>
        <p:nvSpPr>
          <p:cNvPr id="1521" name="Google Shape;1521;g33ab1c29d37_0_0"/>
          <p:cNvSpPr/>
          <p:nvPr/>
        </p:nvSpPr>
        <p:spPr>
          <a:xfrm>
            <a:off x="5781680" y="3825082"/>
            <a:ext cx="2886000" cy="6333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2" name="Google Shape;1522;g33ab1c29d37_0_0"/>
          <p:cNvSpPr/>
          <p:nvPr/>
        </p:nvSpPr>
        <p:spPr>
          <a:xfrm>
            <a:off x="5781680" y="3901282"/>
            <a:ext cx="2914800" cy="471600"/>
          </a:xfrm>
          <a:prstGeom prst="rect">
            <a:avLst/>
          </a:prstGeom>
          <a:noFill/>
          <a:ln>
            <a:noFill/>
          </a:ln>
        </p:spPr>
        <p:txBody>
          <a:bodyPr anchorCtr="0" anchor="t" bIns="0" lIns="0" spcFirstLastPara="1" rIns="0" wrap="square" tIns="0">
            <a:noAutofit/>
          </a:bodyPr>
          <a:lstStyle/>
          <a:p>
            <a:pPr indent="0" lvl="0" marL="0" marR="0" rtl="0" algn="l">
              <a:lnSpc>
                <a:spcPct val="172222"/>
              </a:lnSpc>
              <a:spcBef>
                <a:spcPts val="0"/>
              </a:spcBef>
              <a:spcAft>
                <a:spcPts val="0"/>
              </a:spcAft>
              <a:buClr>
                <a:srgbClr val="2D2E2E"/>
              </a:buClr>
              <a:buSzPts val="700"/>
              <a:buFont typeface="Inter"/>
              <a:buNone/>
            </a:pPr>
            <a:r>
              <a:rPr b="1" i="0" lang="en" sz="700" u="none" cap="none" strike="noStrike">
                <a:solidFill>
                  <a:srgbClr val="2D2E2E"/>
                </a:solidFill>
                <a:latin typeface="Inter"/>
                <a:ea typeface="Inter"/>
                <a:cs typeface="Inter"/>
                <a:sym typeface="Inter"/>
              </a:rPr>
              <a:t>“Through our custom IT helpdesk built all on Zapier, our 3 person IT team performs like a team of 10.”</a:t>
            </a:r>
            <a:endParaRPr b="0" i="0" sz="700" u="none" cap="none" strike="noStrike">
              <a:solidFill>
                <a:schemeClr val="dk1"/>
              </a:solidFill>
              <a:latin typeface="Inter"/>
              <a:ea typeface="Inter"/>
              <a:cs typeface="Inter"/>
              <a:sym typeface="Inter"/>
            </a:endParaRPr>
          </a:p>
        </p:txBody>
      </p:sp>
      <p:sp>
        <p:nvSpPr>
          <p:cNvPr id="1523" name="Google Shape;1523;g33ab1c29d37_0_0"/>
          <p:cNvSpPr/>
          <p:nvPr/>
        </p:nvSpPr>
        <p:spPr>
          <a:xfrm>
            <a:off x="5781680" y="4287044"/>
            <a:ext cx="1531800" cy="1176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2D2E2E"/>
              </a:buClr>
              <a:buSzPts val="500"/>
              <a:buFont typeface="Inter"/>
              <a:buNone/>
            </a:pPr>
            <a:r>
              <a:rPr b="0" i="0" lang="en" sz="500" u="none" cap="none" strike="noStrike">
                <a:solidFill>
                  <a:srgbClr val="2D2E2E"/>
                </a:solidFill>
                <a:latin typeface="Inter"/>
                <a:ea typeface="Inter"/>
                <a:cs typeface="Inter"/>
                <a:sym typeface="Inter"/>
              </a:rPr>
              <a:t>— Marcus Saito, Head of IT and AI Automation</a:t>
            </a:r>
            <a:endParaRPr b="0" i="0" sz="500" u="none" cap="none" strike="noStrike">
              <a:solidFill>
                <a:schemeClr val="dk1"/>
              </a:solidFill>
              <a:latin typeface="Inter"/>
              <a:ea typeface="Inter"/>
              <a:cs typeface="Inter"/>
              <a:sym typeface="Inter"/>
            </a:endParaRPr>
          </a:p>
        </p:txBody>
      </p:sp>
      <p:sp>
        <p:nvSpPr>
          <p:cNvPr id="1524" name="Google Shape;1524;g33ab1c29d37_0_0"/>
          <p:cNvSpPr/>
          <p:nvPr/>
        </p:nvSpPr>
        <p:spPr>
          <a:xfrm>
            <a:off x="238125" y="4829175"/>
            <a:ext cx="3433800" cy="2286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525" name="Google Shape;1525;g33ab1c29d37_0_0"/>
          <p:cNvPicPr preferRelativeResize="0"/>
          <p:nvPr/>
        </p:nvPicPr>
        <p:blipFill rotWithShape="1">
          <a:blip r:embed="rId9">
            <a:alphaModFix/>
          </a:blip>
          <a:srcRect b="21771" l="0" r="0" t="0"/>
          <a:stretch/>
        </p:blipFill>
        <p:spPr>
          <a:xfrm>
            <a:off x="1805000" y="137450"/>
            <a:ext cx="1722600" cy="898400"/>
          </a:xfrm>
          <a:prstGeom prst="rect">
            <a:avLst/>
          </a:prstGeom>
          <a:noFill/>
          <a:ln>
            <a:noFill/>
          </a:ln>
        </p:spPr>
      </p:pic>
      <p:pic>
        <p:nvPicPr>
          <p:cNvPr descr=" " id="1526" name="Google Shape;1526;g33ab1c29d37_0_0"/>
          <p:cNvPicPr preferRelativeResize="0"/>
          <p:nvPr/>
        </p:nvPicPr>
        <p:blipFill rotWithShape="1">
          <a:blip r:embed="rId10">
            <a:alphaModFix/>
          </a:blip>
          <a:srcRect b="0" l="0" r="0" t="0"/>
          <a:stretch/>
        </p:blipFill>
        <p:spPr>
          <a:xfrm>
            <a:off x="738188" y="1571625"/>
            <a:ext cx="285750" cy="285715"/>
          </a:xfrm>
          <a:prstGeom prst="rect">
            <a:avLst/>
          </a:prstGeom>
          <a:noFill/>
          <a:ln>
            <a:noFill/>
          </a:ln>
        </p:spPr>
      </p:pic>
      <p:pic>
        <p:nvPicPr>
          <p:cNvPr descr=" " id="1527" name="Google Shape;1527;g33ab1c29d37_0_0"/>
          <p:cNvPicPr preferRelativeResize="0"/>
          <p:nvPr/>
        </p:nvPicPr>
        <p:blipFill rotWithShape="1">
          <a:blip r:embed="rId11">
            <a:alphaModFix/>
          </a:blip>
          <a:srcRect b="0" l="0" r="0" t="0"/>
          <a:stretch/>
        </p:blipFill>
        <p:spPr>
          <a:xfrm>
            <a:off x="1643064" y="1571625"/>
            <a:ext cx="285750" cy="285715"/>
          </a:xfrm>
          <a:prstGeom prst="rect">
            <a:avLst/>
          </a:prstGeom>
          <a:noFill/>
          <a:ln>
            <a:noFill/>
          </a:ln>
        </p:spPr>
      </p:pic>
      <p:pic>
        <p:nvPicPr>
          <p:cNvPr id="1528" name="Google Shape;1528;g33ab1c29d37_0_0"/>
          <p:cNvPicPr preferRelativeResize="0"/>
          <p:nvPr/>
        </p:nvPicPr>
        <p:blipFill rotWithShape="1">
          <a:blip r:embed="rId12">
            <a:alphaModFix/>
          </a:blip>
          <a:srcRect b="0" l="0" r="0" t="0"/>
          <a:stretch/>
        </p:blipFill>
        <p:spPr>
          <a:xfrm>
            <a:off x="1206463" y="1601388"/>
            <a:ext cx="254100" cy="254100"/>
          </a:xfrm>
          <a:prstGeom prst="rect">
            <a:avLst/>
          </a:prstGeom>
          <a:noFill/>
          <a:ln>
            <a:noFill/>
          </a:ln>
        </p:spPr>
      </p:pic>
      <p:pic>
        <p:nvPicPr>
          <p:cNvPr id="1529" name="Google Shape;1529;g33ab1c29d37_0_0"/>
          <p:cNvPicPr preferRelativeResize="0"/>
          <p:nvPr/>
        </p:nvPicPr>
        <p:blipFill rotWithShape="1">
          <a:blip r:embed="rId13">
            <a:alphaModFix/>
          </a:blip>
          <a:srcRect b="0" l="0" r="0" t="0"/>
          <a:stretch/>
        </p:blipFill>
        <p:spPr>
          <a:xfrm>
            <a:off x="301573" y="1601388"/>
            <a:ext cx="254100" cy="2541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34" name="Shape 1534"/>
        <p:cNvGrpSpPr/>
        <p:nvPr/>
      </p:nvGrpSpPr>
      <p:grpSpPr>
        <a:xfrm>
          <a:off x="0" y="0"/>
          <a:ext cx="0" cy="0"/>
          <a:chOff x="0" y="0"/>
          <a:chExt cx="0" cy="0"/>
        </a:xfrm>
      </p:grpSpPr>
      <p:pic>
        <p:nvPicPr>
          <p:cNvPr descr=" " id="1535" name="Google Shape;1535;g33b7b80f886_1_0"/>
          <p:cNvPicPr preferRelativeResize="0"/>
          <p:nvPr/>
        </p:nvPicPr>
        <p:blipFill rotWithShape="1">
          <a:blip r:embed="rId3">
            <a:alphaModFix/>
          </a:blip>
          <a:srcRect b="0" l="0" r="0" t="0"/>
          <a:stretch/>
        </p:blipFill>
        <p:spPr>
          <a:xfrm>
            <a:off x="0" y="0"/>
            <a:ext cx="9144010" cy="5142863"/>
          </a:xfrm>
          <a:prstGeom prst="rect">
            <a:avLst/>
          </a:prstGeom>
          <a:noFill/>
          <a:ln>
            <a:noFill/>
          </a:ln>
        </p:spPr>
      </p:pic>
      <p:sp>
        <p:nvSpPr>
          <p:cNvPr id="1536" name="Google Shape;1536;g33b7b80f886_1_0"/>
          <p:cNvSpPr/>
          <p:nvPr/>
        </p:nvSpPr>
        <p:spPr>
          <a:xfrm>
            <a:off x="238125" y="1143000"/>
            <a:ext cx="4205400" cy="1428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7" name="Google Shape;1537;g33b7b80f886_1_0"/>
          <p:cNvSpPr/>
          <p:nvPr/>
        </p:nvSpPr>
        <p:spPr>
          <a:xfrm>
            <a:off x="214315" y="1143000"/>
            <a:ext cx="1081200" cy="142800"/>
          </a:xfrm>
          <a:prstGeom prst="roundRect">
            <a:avLst>
              <a:gd fmla="val 333600" name="adj"/>
            </a:avLst>
          </a:prstGeom>
          <a:solidFill>
            <a:srgbClr val="CDE4E1"/>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8" name="Google Shape;1538;g33b7b80f886_1_0"/>
          <p:cNvSpPr/>
          <p:nvPr/>
        </p:nvSpPr>
        <p:spPr>
          <a:xfrm>
            <a:off x="239715" y="1144587"/>
            <a:ext cx="1030200" cy="1398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403F3E"/>
              </a:buClr>
              <a:buSzPts val="600"/>
              <a:buFont typeface="Inter"/>
              <a:buNone/>
            </a:pPr>
            <a:r>
              <a:rPr b="1" i="0" lang="en" sz="600" u="none" cap="none" strike="noStrike">
                <a:solidFill>
                  <a:srgbClr val="403F3E"/>
                </a:solidFill>
                <a:latin typeface="Inter"/>
                <a:ea typeface="Inter"/>
                <a:cs typeface="Inter"/>
                <a:sym typeface="Inter"/>
              </a:rPr>
              <a:t>Company size: Mid-market</a:t>
            </a:r>
            <a:endParaRPr b="0" i="0" sz="600" u="none" cap="none" strike="noStrike">
              <a:solidFill>
                <a:schemeClr val="dk1"/>
              </a:solidFill>
              <a:latin typeface="Inter"/>
              <a:ea typeface="Inter"/>
              <a:cs typeface="Inter"/>
              <a:sym typeface="Inter"/>
            </a:endParaRPr>
          </a:p>
        </p:txBody>
      </p:sp>
      <p:sp>
        <p:nvSpPr>
          <p:cNvPr id="1539" name="Google Shape;1539;g33b7b80f886_1_0"/>
          <p:cNvSpPr/>
          <p:nvPr/>
        </p:nvSpPr>
        <p:spPr>
          <a:xfrm>
            <a:off x="1390653" y="1143000"/>
            <a:ext cx="919200" cy="142800"/>
          </a:xfrm>
          <a:prstGeom prst="roundRect">
            <a:avLst>
              <a:gd fmla="val 333600" name="adj"/>
            </a:avLst>
          </a:prstGeom>
          <a:solidFill>
            <a:srgbClr val="C1B7F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0" name="Google Shape;1540;g33b7b80f886_1_0"/>
          <p:cNvSpPr/>
          <p:nvPr/>
        </p:nvSpPr>
        <p:spPr>
          <a:xfrm>
            <a:off x="1416054" y="1144587"/>
            <a:ext cx="868500" cy="1398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403F3E"/>
              </a:buClr>
              <a:buSzPts val="600"/>
              <a:buFont typeface="Inter"/>
              <a:buNone/>
            </a:pPr>
            <a:r>
              <a:rPr b="1" i="0" lang="en" sz="600" u="none" cap="none" strike="noStrike">
                <a:solidFill>
                  <a:srgbClr val="403F3E"/>
                </a:solidFill>
                <a:latin typeface="Inter"/>
                <a:ea typeface="Inter"/>
                <a:cs typeface="Inter"/>
                <a:sym typeface="Inter"/>
              </a:rPr>
              <a:t>SaaS (B2B)</a:t>
            </a:r>
            <a:endParaRPr b="1" i="0" sz="600" u="none" cap="none" strike="noStrike">
              <a:solidFill>
                <a:srgbClr val="403F3E"/>
              </a:solidFill>
              <a:latin typeface="Inter"/>
              <a:ea typeface="Inter"/>
              <a:cs typeface="Inter"/>
              <a:sym typeface="Inter"/>
            </a:endParaRPr>
          </a:p>
        </p:txBody>
      </p:sp>
      <p:sp>
        <p:nvSpPr>
          <p:cNvPr id="1541" name="Google Shape;1541;g33b7b80f886_1_0"/>
          <p:cNvSpPr/>
          <p:nvPr/>
        </p:nvSpPr>
        <p:spPr>
          <a:xfrm>
            <a:off x="238125" y="238125"/>
            <a:ext cx="3305100" cy="7620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2" name="Google Shape;1542;g33b7b80f886_1_0"/>
          <p:cNvSpPr/>
          <p:nvPr/>
        </p:nvSpPr>
        <p:spPr>
          <a:xfrm>
            <a:off x="238125" y="238125"/>
            <a:ext cx="3336900" cy="270000"/>
          </a:xfrm>
          <a:prstGeom prst="rect">
            <a:avLst/>
          </a:prstGeom>
          <a:noFill/>
          <a:ln>
            <a:noFill/>
          </a:ln>
        </p:spPr>
        <p:txBody>
          <a:bodyPr anchorCtr="0" anchor="t" bIns="0" lIns="0" spcFirstLastPara="1" rIns="0" wrap="square" tIns="0">
            <a:noAutofit/>
          </a:bodyPr>
          <a:lstStyle/>
          <a:p>
            <a:pPr indent="0" lvl="0" marL="0" marR="0" rtl="0" algn="l">
              <a:lnSpc>
                <a:spcPct val="250000"/>
              </a:lnSpc>
              <a:spcBef>
                <a:spcPts val="0"/>
              </a:spcBef>
              <a:spcAft>
                <a:spcPts val="0"/>
              </a:spcAft>
              <a:buClr>
                <a:srgbClr val="201515"/>
              </a:buClr>
              <a:buSzPts val="700"/>
              <a:buFont typeface="Play"/>
              <a:buNone/>
            </a:pPr>
            <a:r>
              <a:rPr b="0" i="0" lang="en" sz="700" u="none" cap="none" strike="noStrike">
                <a:solidFill>
                  <a:srgbClr val="201515"/>
                </a:solidFill>
                <a:latin typeface="Inter"/>
                <a:ea typeface="Inter"/>
                <a:cs typeface="Inter"/>
                <a:sym typeface="Inter"/>
              </a:rPr>
              <a:t>CUSTOMER SUCCESS STORY</a:t>
            </a:r>
            <a:endParaRPr b="0" i="0" sz="700" u="none" cap="none" strike="noStrike">
              <a:solidFill>
                <a:schemeClr val="dk1"/>
              </a:solidFill>
              <a:latin typeface="Inter"/>
              <a:ea typeface="Inter"/>
              <a:cs typeface="Inter"/>
              <a:sym typeface="Inter"/>
            </a:endParaRPr>
          </a:p>
        </p:txBody>
      </p:sp>
      <p:sp>
        <p:nvSpPr>
          <p:cNvPr id="1543" name="Google Shape;1543;g33b7b80f886_1_0"/>
          <p:cNvSpPr/>
          <p:nvPr/>
        </p:nvSpPr>
        <p:spPr>
          <a:xfrm>
            <a:off x="238125" y="428625"/>
            <a:ext cx="1366800"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544" name="Google Shape;1544;g33b7b80f886_1_0"/>
          <p:cNvPicPr preferRelativeResize="0"/>
          <p:nvPr/>
        </p:nvPicPr>
        <p:blipFill rotWithShape="1">
          <a:blip r:embed="rId4">
            <a:alphaModFix/>
          </a:blip>
          <a:srcRect b="0" l="0" r="0" t="0"/>
          <a:stretch/>
        </p:blipFill>
        <p:spPr>
          <a:xfrm>
            <a:off x="238125" y="428625"/>
            <a:ext cx="1366839" cy="571429"/>
          </a:xfrm>
          <a:prstGeom prst="rect">
            <a:avLst/>
          </a:prstGeom>
          <a:noFill/>
          <a:ln>
            <a:noFill/>
          </a:ln>
        </p:spPr>
      </p:pic>
      <p:pic>
        <p:nvPicPr>
          <p:cNvPr descr=" " id="1545" name="Google Shape;1545;g33b7b80f886_1_0"/>
          <p:cNvPicPr preferRelativeResize="0"/>
          <p:nvPr/>
        </p:nvPicPr>
        <p:blipFill rotWithShape="1">
          <a:blip r:embed="rId5">
            <a:alphaModFix/>
          </a:blip>
          <a:srcRect b="0" l="0" r="0" t="0"/>
          <a:stretch/>
        </p:blipFill>
        <p:spPr>
          <a:xfrm>
            <a:off x="1728789" y="428625"/>
            <a:ext cx="9525" cy="571429"/>
          </a:xfrm>
          <a:prstGeom prst="rect">
            <a:avLst/>
          </a:prstGeom>
          <a:noFill/>
          <a:ln>
            <a:noFill/>
          </a:ln>
        </p:spPr>
      </p:pic>
      <p:sp>
        <p:nvSpPr>
          <p:cNvPr id="1546" name="Google Shape;1546;g33b7b80f886_1_0"/>
          <p:cNvSpPr/>
          <p:nvPr/>
        </p:nvSpPr>
        <p:spPr>
          <a:xfrm>
            <a:off x="1709739" y="428625"/>
            <a:ext cx="1347900"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7" name="Google Shape;1547;g33b7b80f886_1_0"/>
          <p:cNvSpPr/>
          <p:nvPr/>
        </p:nvSpPr>
        <p:spPr>
          <a:xfrm>
            <a:off x="238125" y="1524000"/>
            <a:ext cx="1738200" cy="4899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8" name="Google Shape;1548;g33b7b80f886_1_0"/>
          <p:cNvSpPr/>
          <p:nvPr/>
        </p:nvSpPr>
        <p:spPr>
          <a:xfrm>
            <a:off x="238125"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9" name="Google Shape;1549;g33b7b80f886_1_0"/>
          <p:cNvSpPr/>
          <p:nvPr/>
        </p:nvSpPr>
        <p:spPr>
          <a:xfrm>
            <a:off x="1143001"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0" name="Google Shape;1550;g33b7b80f886_1_0"/>
          <p:cNvSpPr/>
          <p:nvPr/>
        </p:nvSpPr>
        <p:spPr>
          <a:xfrm>
            <a:off x="1595439"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1" name="Google Shape;1551;g33b7b80f886_1_0"/>
          <p:cNvSpPr/>
          <p:nvPr/>
        </p:nvSpPr>
        <p:spPr>
          <a:xfrm>
            <a:off x="238125" y="2252041"/>
            <a:ext cx="4095900" cy="10431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2" name="Google Shape;1552;g33b7b80f886_1_0"/>
          <p:cNvSpPr/>
          <p:nvPr/>
        </p:nvSpPr>
        <p:spPr>
          <a:xfrm>
            <a:off x="238125" y="1964504"/>
            <a:ext cx="546000" cy="217500"/>
          </a:xfrm>
          <a:prstGeom prst="rect">
            <a:avLst/>
          </a:prstGeom>
          <a:noFill/>
          <a:ln>
            <a:noFill/>
          </a:ln>
        </p:spPr>
        <p:txBody>
          <a:bodyPr anchorCtr="0" anchor="b" bIns="0" lIns="0" spcFirstLastPara="1" rIns="0" wrap="square" tIns="0">
            <a:noAutofit/>
          </a:bodyPr>
          <a:lstStyle/>
          <a:p>
            <a:pPr indent="0" lvl="0" marL="0" marR="0" rtl="0" algn="l">
              <a:lnSpc>
                <a:spcPct val="109375"/>
              </a:lnSpc>
              <a:spcBef>
                <a:spcPts val="0"/>
              </a:spcBef>
              <a:spcAft>
                <a:spcPts val="0"/>
              </a:spcAft>
              <a:buClr>
                <a:srgbClr val="000000"/>
              </a:buClr>
              <a:buSzPts val="1200"/>
              <a:buFont typeface="Inter"/>
              <a:buNone/>
            </a:pPr>
            <a:r>
              <a:rPr b="1" i="0" lang="en" sz="1200" u="none" cap="none" strike="noStrike">
                <a:solidFill>
                  <a:srgbClr val="000000"/>
                </a:solidFill>
                <a:latin typeface="Inter"/>
                <a:ea typeface="Inter"/>
                <a:cs typeface="Inter"/>
                <a:sym typeface="Inter"/>
              </a:rPr>
              <a:t>Before </a:t>
            </a:r>
            <a:endParaRPr b="0" i="0" sz="1200" u="none" cap="none" strike="noStrike">
              <a:solidFill>
                <a:schemeClr val="dk1"/>
              </a:solidFill>
              <a:latin typeface="Inter"/>
              <a:ea typeface="Inter"/>
              <a:cs typeface="Inter"/>
              <a:sym typeface="Inter"/>
            </a:endParaRPr>
          </a:p>
        </p:txBody>
      </p:sp>
      <p:sp>
        <p:nvSpPr>
          <p:cNvPr id="1553" name="Google Shape;1553;g33b7b80f886_1_0"/>
          <p:cNvSpPr/>
          <p:nvPr/>
        </p:nvSpPr>
        <p:spPr>
          <a:xfrm>
            <a:off x="238125" y="2220091"/>
            <a:ext cx="3579900" cy="346200"/>
          </a:xfrm>
          <a:prstGeom prst="rect">
            <a:avLst/>
          </a:prstGeom>
          <a:noFill/>
          <a:ln>
            <a:noFill/>
          </a:ln>
        </p:spPr>
        <p:txBody>
          <a:bodyPr anchorCtr="0" anchor="t"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Creating one single third-party integration took two to three months of development and tens of thousands of dollars in resources.</a:t>
            </a:r>
            <a:endParaRPr b="0" i="0" sz="1000" u="none" cap="none" strike="noStrike">
              <a:solidFill>
                <a:srgbClr val="000000"/>
              </a:solidFill>
              <a:latin typeface="Inter"/>
              <a:ea typeface="Inter"/>
              <a:cs typeface="Inter"/>
              <a:sym typeface="Inter"/>
            </a:endParaRPr>
          </a:p>
        </p:txBody>
      </p:sp>
      <p:sp>
        <p:nvSpPr>
          <p:cNvPr id="1554" name="Google Shape;1554;g33b7b80f886_1_0"/>
          <p:cNvSpPr/>
          <p:nvPr/>
        </p:nvSpPr>
        <p:spPr>
          <a:xfrm>
            <a:off x="238125" y="2791600"/>
            <a:ext cx="4025700" cy="346200"/>
          </a:xfrm>
          <a:prstGeom prst="rect">
            <a:avLst/>
          </a:prstGeom>
          <a:noFill/>
          <a:ln>
            <a:noFill/>
          </a:ln>
        </p:spPr>
        <p:txBody>
          <a:bodyPr anchorCtr="0" anchor="t"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When a coded integration needs tweaking, it requires developer hours—which can take months to become available.</a:t>
            </a:r>
            <a:endParaRPr b="0" i="0" sz="1000" u="none" cap="none" strike="noStrike">
              <a:solidFill>
                <a:srgbClr val="000000"/>
              </a:solidFill>
              <a:latin typeface="Inter"/>
              <a:ea typeface="Inter"/>
              <a:cs typeface="Inter"/>
              <a:sym typeface="Inter"/>
            </a:endParaRPr>
          </a:p>
        </p:txBody>
      </p:sp>
      <p:sp>
        <p:nvSpPr>
          <p:cNvPr id="1555" name="Google Shape;1555;g33b7b80f886_1_0"/>
          <p:cNvSpPr/>
          <p:nvPr/>
        </p:nvSpPr>
        <p:spPr>
          <a:xfrm>
            <a:off x="238125" y="3533154"/>
            <a:ext cx="4095900" cy="7383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6" name="Google Shape;1556;g33b7b80f886_1_0"/>
          <p:cNvSpPr/>
          <p:nvPr/>
        </p:nvSpPr>
        <p:spPr>
          <a:xfrm>
            <a:off x="238125" y="3169416"/>
            <a:ext cx="1722600" cy="217500"/>
          </a:xfrm>
          <a:prstGeom prst="rect">
            <a:avLst/>
          </a:prstGeom>
          <a:noFill/>
          <a:ln>
            <a:noFill/>
          </a:ln>
        </p:spPr>
        <p:txBody>
          <a:bodyPr anchorCtr="0" anchor="b" bIns="0" lIns="0" spcFirstLastPara="1" rIns="0" wrap="square" tIns="0">
            <a:noAutofit/>
          </a:bodyPr>
          <a:lstStyle/>
          <a:p>
            <a:pPr indent="0" lvl="0" marL="0" marR="0" rtl="0" algn="l">
              <a:lnSpc>
                <a:spcPct val="109375"/>
              </a:lnSpc>
              <a:spcBef>
                <a:spcPts val="0"/>
              </a:spcBef>
              <a:spcAft>
                <a:spcPts val="0"/>
              </a:spcAft>
              <a:buClr>
                <a:srgbClr val="000000"/>
              </a:buClr>
              <a:buSzPts val="1200"/>
              <a:buFont typeface="Inter"/>
              <a:buNone/>
            </a:pPr>
            <a:r>
              <a:rPr b="1" i="0" lang="en" sz="1200" u="none" cap="none" strike="noStrike">
                <a:solidFill>
                  <a:srgbClr val="000000"/>
                </a:solidFill>
                <a:latin typeface="Inter"/>
                <a:ea typeface="Inter"/>
                <a:cs typeface="Inter"/>
                <a:sym typeface="Inter"/>
              </a:rPr>
              <a:t>After</a:t>
            </a:r>
            <a:endParaRPr b="0" i="0" sz="1200" u="none" cap="none" strike="noStrike">
              <a:solidFill>
                <a:schemeClr val="dk1"/>
              </a:solidFill>
              <a:latin typeface="Inter"/>
              <a:ea typeface="Inter"/>
              <a:cs typeface="Inter"/>
              <a:sym typeface="Inter"/>
            </a:endParaRPr>
          </a:p>
        </p:txBody>
      </p:sp>
      <p:sp>
        <p:nvSpPr>
          <p:cNvPr id="1557" name="Google Shape;1557;g33b7b80f886_1_0"/>
          <p:cNvSpPr/>
          <p:nvPr/>
        </p:nvSpPr>
        <p:spPr>
          <a:xfrm>
            <a:off x="238125" y="3536129"/>
            <a:ext cx="4137000" cy="193800"/>
          </a:xfrm>
          <a:prstGeom prst="rect">
            <a:avLst/>
          </a:prstGeom>
          <a:noFill/>
          <a:ln>
            <a:noFill/>
          </a:ln>
        </p:spPr>
        <p:txBody>
          <a:bodyPr anchorCtr="0" anchor="b"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Third-party integrations can be built within minutes or hours, allowing them to fulfill more customer requests.</a:t>
            </a:r>
            <a:endParaRPr b="0" i="0" sz="1000" u="none" cap="none" strike="noStrike">
              <a:solidFill>
                <a:schemeClr val="dk1"/>
              </a:solidFill>
              <a:latin typeface="Inter"/>
              <a:ea typeface="Inter"/>
              <a:cs typeface="Inter"/>
              <a:sym typeface="Inter"/>
            </a:endParaRPr>
          </a:p>
        </p:txBody>
      </p:sp>
      <p:sp>
        <p:nvSpPr>
          <p:cNvPr id="1558" name="Google Shape;1558;g33b7b80f886_1_0"/>
          <p:cNvSpPr/>
          <p:nvPr/>
        </p:nvSpPr>
        <p:spPr>
          <a:xfrm>
            <a:off x="238125" y="3955229"/>
            <a:ext cx="4137000" cy="193800"/>
          </a:xfrm>
          <a:prstGeom prst="rect">
            <a:avLst/>
          </a:prstGeom>
          <a:noFill/>
          <a:ln>
            <a:noFill/>
          </a:ln>
        </p:spPr>
        <p:txBody>
          <a:bodyPr anchorCtr="0" anchor="b"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Within five minutes, the Brightspot team can make a change to a customer's integration that would've previously taken months.</a:t>
            </a:r>
            <a:endParaRPr b="0" i="0" sz="1000" u="none" cap="none" strike="noStrike">
              <a:solidFill>
                <a:srgbClr val="000000"/>
              </a:solidFill>
              <a:latin typeface="Inter"/>
              <a:ea typeface="Inter"/>
              <a:cs typeface="Inter"/>
              <a:sym typeface="Inter"/>
            </a:endParaRPr>
          </a:p>
        </p:txBody>
      </p:sp>
      <p:sp>
        <p:nvSpPr>
          <p:cNvPr id="1559" name="Google Shape;1559;g33b7b80f886_1_0"/>
          <p:cNvSpPr/>
          <p:nvPr/>
        </p:nvSpPr>
        <p:spPr>
          <a:xfrm>
            <a:off x="4876805" y="304800"/>
            <a:ext cx="3962400" cy="45339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0" name="Google Shape;1560;g33b7b80f886_1_0"/>
          <p:cNvSpPr/>
          <p:nvPr/>
        </p:nvSpPr>
        <p:spPr>
          <a:xfrm>
            <a:off x="4876805" y="304800"/>
            <a:ext cx="3962400" cy="1384200"/>
          </a:xfrm>
          <a:prstGeom prst="roundRect">
            <a:avLst>
              <a:gd fmla="val 3468"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1" name="Google Shape;1561;g33b7b80f886_1_0"/>
          <p:cNvSpPr/>
          <p:nvPr/>
        </p:nvSpPr>
        <p:spPr>
          <a:xfrm>
            <a:off x="5048255" y="476250"/>
            <a:ext cx="1490400" cy="10413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562" name="Google Shape;1562;g33b7b80f886_1_0"/>
          <p:cNvPicPr preferRelativeResize="0"/>
          <p:nvPr/>
        </p:nvPicPr>
        <p:blipFill rotWithShape="1">
          <a:blip r:embed="rId6">
            <a:alphaModFix/>
          </a:blip>
          <a:srcRect b="0" l="0" r="0" t="0"/>
          <a:stretch/>
        </p:blipFill>
        <p:spPr>
          <a:xfrm>
            <a:off x="5095880" y="787400"/>
            <a:ext cx="419100" cy="419048"/>
          </a:xfrm>
          <a:prstGeom prst="rect">
            <a:avLst/>
          </a:prstGeom>
          <a:noFill/>
          <a:ln>
            <a:noFill/>
          </a:ln>
        </p:spPr>
      </p:pic>
      <p:sp>
        <p:nvSpPr>
          <p:cNvPr id="1563" name="Google Shape;1563;g33b7b80f886_1_0"/>
          <p:cNvSpPr/>
          <p:nvPr/>
        </p:nvSpPr>
        <p:spPr>
          <a:xfrm>
            <a:off x="5514980" y="570706"/>
            <a:ext cx="975900" cy="8526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4" name="Google Shape;1564;g33b7b80f886_1_0"/>
          <p:cNvSpPr/>
          <p:nvPr/>
        </p:nvSpPr>
        <p:spPr>
          <a:xfrm>
            <a:off x="5200580" y="541719"/>
            <a:ext cx="804900" cy="1043100"/>
          </a:xfrm>
          <a:prstGeom prst="rect">
            <a:avLst/>
          </a:prstGeom>
          <a:noFill/>
          <a:ln>
            <a:noFill/>
          </a:ln>
        </p:spPr>
        <p:txBody>
          <a:bodyPr anchorCtr="0" anchor="ctr" bIns="0" lIns="0" spcFirstLastPara="1" rIns="0" wrap="square" tIns="0">
            <a:noAutofit/>
          </a:bodyPr>
          <a:lstStyle/>
          <a:p>
            <a:pPr indent="0" lvl="0" marL="0" marR="0" rtl="0" algn="l">
              <a:lnSpc>
                <a:spcPct val="149141"/>
              </a:lnSpc>
              <a:spcBef>
                <a:spcPts val="0"/>
              </a:spcBef>
              <a:spcAft>
                <a:spcPts val="0"/>
              </a:spcAft>
              <a:buClr>
                <a:srgbClr val="2B2358"/>
              </a:buClr>
              <a:buSzPts val="4500"/>
              <a:buFont typeface="Arial"/>
              <a:buNone/>
            </a:pPr>
            <a:r>
              <a:rPr b="1" i="0" lang="en" sz="4500" u="none" cap="none" strike="noStrike">
                <a:solidFill>
                  <a:srgbClr val="2B2358"/>
                </a:solidFill>
                <a:latin typeface="Inter"/>
                <a:ea typeface="Inter"/>
                <a:cs typeface="Inter"/>
                <a:sym typeface="Inter"/>
              </a:rPr>
              <a:t>99</a:t>
            </a:r>
            <a:endParaRPr b="1" i="0" sz="4500" u="none" cap="none" strike="noStrike">
              <a:solidFill>
                <a:schemeClr val="dk1"/>
              </a:solidFill>
              <a:latin typeface="Inter"/>
              <a:ea typeface="Inter"/>
              <a:cs typeface="Inter"/>
              <a:sym typeface="Inter"/>
            </a:endParaRPr>
          </a:p>
        </p:txBody>
      </p:sp>
      <p:sp>
        <p:nvSpPr>
          <p:cNvPr id="1565" name="Google Shape;1565;g33b7b80f886_1_0"/>
          <p:cNvSpPr/>
          <p:nvPr/>
        </p:nvSpPr>
        <p:spPr>
          <a:xfrm>
            <a:off x="5919693" y="409081"/>
            <a:ext cx="485400" cy="5526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2B2358"/>
              </a:buClr>
              <a:buSzPts val="3400"/>
              <a:buFont typeface="Arial"/>
              <a:buNone/>
            </a:pPr>
            <a:r>
              <a:rPr b="1" i="0" lang="en" sz="3400" u="none" cap="none" strike="noStrike">
                <a:solidFill>
                  <a:srgbClr val="2B2358"/>
                </a:solidFill>
                <a:latin typeface="Arial"/>
                <a:ea typeface="Arial"/>
                <a:cs typeface="Arial"/>
                <a:sym typeface="Arial"/>
              </a:rPr>
              <a:t>%</a:t>
            </a:r>
            <a:endParaRPr b="1" i="0" sz="3400" u="none" cap="none" strike="noStrike">
              <a:solidFill>
                <a:schemeClr val="dk1"/>
              </a:solidFill>
              <a:latin typeface="Calibri"/>
              <a:ea typeface="Calibri"/>
              <a:cs typeface="Calibri"/>
              <a:sym typeface="Calibri"/>
            </a:endParaRPr>
          </a:p>
        </p:txBody>
      </p:sp>
      <p:sp>
        <p:nvSpPr>
          <p:cNvPr id="1566" name="Google Shape;1566;g33b7b80f886_1_0"/>
          <p:cNvSpPr/>
          <p:nvPr/>
        </p:nvSpPr>
        <p:spPr>
          <a:xfrm>
            <a:off x="6405101" y="707600"/>
            <a:ext cx="2345100" cy="711300"/>
          </a:xfrm>
          <a:prstGeom prst="rect">
            <a:avLst/>
          </a:prstGeom>
          <a:noFill/>
          <a:ln>
            <a:noFill/>
          </a:ln>
        </p:spPr>
        <p:txBody>
          <a:bodyPr anchorCtr="0" anchor="ctr" bIns="0" lIns="0" spcFirstLastPara="1" rIns="0" wrap="square" tIns="0">
            <a:noAutofit/>
          </a:bodyPr>
          <a:lstStyle/>
          <a:p>
            <a:pPr indent="0" lvl="0" marL="0" marR="0" rtl="0" algn="l">
              <a:lnSpc>
                <a:spcPct val="115384"/>
              </a:lnSpc>
              <a:spcBef>
                <a:spcPts val="0"/>
              </a:spcBef>
              <a:spcAft>
                <a:spcPts val="0"/>
              </a:spcAft>
              <a:buClr>
                <a:srgbClr val="201515"/>
              </a:buClr>
              <a:buSzPts val="1900"/>
              <a:buFont typeface="Play"/>
              <a:buNone/>
            </a:pPr>
            <a:r>
              <a:rPr b="1" i="0" lang="en" sz="1200" u="none" cap="none" strike="noStrike">
                <a:solidFill>
                  <a:srgbClr val="201515"/>
                </a:solidFill>
                <a:latin typeface="Inter"/>
                <a:ea typeface="Inter"/>
                <a:cs typeface="Inter"/>
                <a:sym typeface="Inter"/>
              </a:rPr>
              <a:t>reduction in time to build </a:t>
            </a:r>
            <a:endParaRPr b="1" i="0" sz="1200" u="none" cap="none" strike="noStrike">
              <a:solidFill>
                <a:srgbClr val="201515"/>
              </a:solidFill>
              <a:latin typeface="Inter"/>
              <a:ea typeface="Inter"/>
              <a:cs typeface="Inter"/>
              <a:sym typeface="Inter"/>
            </a:endParaRPr>
          </a:p>
          <a:p>
            <a:pPr indent="0" lvl="0" marL="0" marR="0" rtl="0" algn="l">
              <a:lnSpc>
                <a:spcPct val="115384"/>
              </a:lnSpc>
              <a:spcBef>
                <a:spcPts val="0"/>
              </a:spcBef>
              <a:spcAft>
                <a:spcPts val="0"/>
              </a:spcAft>
              <a:buClr>
                <a:srgbClr val="201515"/>
              </a:buClr>
              <a:buSzPts val="1900"/>
              <a:buFont typeface="Play"/>
              <a:buNone/>
            </a:pPr>
            <a:r>
              <a:rPr b="1" i="0" lang="en" sz="1200" u="none" cap="none" strike="noStrike">
                <a:solidFill>
                  <a:srgbClr val="201515"/>
                </a:solidFill>
                <a:latin typeface="Inter"/>
                <a:ea typeface="Inter"/>
                <a:cs typeface="Inter"/>
                <a:sym typeface="Inter"/>
              </a:rPr>
              <a:t>an integration</a:t>
            </a:r>
            <a:endParaRPr b="0" i="0" sz="1200" u="none" cap="none" strike="noStrike">
              <a:solidFill>
                <a:schemeClr val="dk1"/>
              </a:solidFill>
              <a:latin typeface="Inter"/>
              <a:ea typeface="Inter"/>
              <a:cs typeface="Inter"/>
              <a:sym typeface="Inter"/>
            </a:endParaRPr>
          </a:p>
        </p:txBody>
      </p:sp>
      <p:sp>
        <p:nvSpPr>
          <p:cNvPr id="1567" name="Google Shape;1567;g33b7b80f886_1_0"/>
          <p:cNvSpPr/>
          <p:nvPr/>
        </p:nvSpPr>
        <p:spPr>
          <a:xfrm>
            <a:off x="4876805" y="1879600"/>
            <a:ext cx="3962400" cy="1384200"/>
          </a:xfrm>
          <a:prstGeom prst="roundRect">
            <a:avLst>
              <a:gd fmla="val 3468"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8" name="Google Shape;1568;g33b7b80f886_1_0"/>
          <p:cNvSpPr/>
          <p:nvPr/>
        </p:nvSpPr>
        <p:spPr>
          <a:xfrm>
            <a:off x="5048255" y="2051050"/>
            <a:ext cx="1090500" cy="10413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9" name="Google Shape;1569;g33b7b80f886_1_0"/>
          <p:cNvSpPr/>
          <p:nvPr/>
        </p:nvSpPr>
        <p:spPr>
          <a:xfrm>
            <a:off x="5514980" y="2145506"/>
            <a:ext cx="576300" cy="8526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0" name="Google Shape;1570;g33b7b80f886_1_0"/>
          <p:cNvSpPr/>
          <p:nvPr/>
        </p:nvSpPr>
        <p:spPr>
          <a:xfrm>
            <a:off x="5210175" y="2050200"/>
            <a:ext cx="1398000" cy="1043100"/>
          </a:xfrm>
          <a:prstGeom prst="rect">
            <a:avLst/>
          </a:prstGeom>
          <a:noFill/>
          <a:ln>
            <a:noFill/>
          </a:ln>
        </p:spPr>
        <p:txBody>
          <a:bodyPr anchorCtr="0" anchor="ctr" bIns="0" lIns="0" spcFirstLastPara="1" rIns="0" wrap="square" tIns="0">
            <a:noAutofit/>
          </a:bodyPr>
          <a:lstStyle/>
          <a:p>
            <a:pPr indent="0" lvl="0" marL="0" marR="0" rtl="0" algn="l">
              <a:lnSpc>
                <a:spcPct val="149141"/>
              </a:lnSpc>
              <a:spcBef>
                <a:spcPts val="0"/>
              </a:spcBef>
              <a:spcAft>
                <a:spcPts val="0"/>
              </a:spcAft>
              <a:buClr>
                <a:srgbClr val="2B2358"/>
              </a:buClr>
              <a:buSzPts val="4500"/>
              <a:buFont typeface="Arial"/>
              <a:buNone/>
            </a:pPr>
            <a:r>
              <a:rPr b="1" i="0" lang="en" sz="4500" u="none" cap="none" strike="noStrike">
                <a:solidFill>
                  <a:srgbClr val="2B2358"/>
                </a:solidFill>
                <a:latin typeface="Inter"/>
                <a:ea typeface="Inter"/>
                <a:cs typeface="Inter"/>
                <a:sym typeface="Inter"/>
              </a:rPr>
              <a:t>100s</a:t>
            </a:r>
            <a:endParaRPr b="1" i="0" sz="4500" u="none" cap="none" strike="noStrike">
              <a:solidFill>
                <a:schemeClr val="dk1"/>
              </a:solidFill>
              <a:latin typeface="Inter"/>
              <a:ea typeface="Inter"/>
              <a:cs typeface="Inter"/>
              <a:sym typeface="Inter"/>
            </a:endParaRPr>
          </a:p>
        </p:txBody>
      </p:sp>
      <p:sp>
        <p:nvSpPr>
          <p:cNvPr id="1571" name="Google Shape;1571;g33b7b80f886_1_0"/>
          <p:cNvSpPr/>
          <p:nvPr/>
        </p:nvSpPr>
        <p:spPr>
          <a:xfrm>
            <a:off x="6691324" y="2216100"/>
            <a:ext cx="2047800" cy="711300"/>
          </a:xfrm>
          <a:prstGeom prst="rect">
            <a:avLst/>
          </a:prstGeom>
          <a:noFill/>
          <a:ln>
            <a:noFill/>
          </a:ln>
        </p:spPr>
        <p:txBody>
          <a:bodyPr anchorCtr="0" anchor="ctr" bIns="0" lIns="0" spcFirstLastPara="1" rIns="0" wrap="square" tIns="0">
            <a:noAutofit/>
          </a:bodyPr>
          <a:lstStyle/>
          <a:p>
            <a:pPr indent="0" lvl="0" marL="0" marR="0" rtl="0" algn="l">
              <a:lnSpc>
                <a:spcPct val="115384"/>
              </a:lnSpc>
              <a:spcBef>
                <a:spcPts val="0"/>
              </a:spcBef>
              <a:spcAft>
                <a:spcPts val="0"/>
              </a:spcAft>
              <a:buClr>
                <a:srgbClr val="201515"/>
              </a:buClr>
              <a:buSzPts val="1900"/>
              <a:buFont typeface="Play"/>
              <a:buNone/>
            </a:pPr>
            <a:r>
              <a:rPr b="1" i="0" lang="en" sz="1200" u="none" cap="none" strike="noStrike">
                <a:solidFill>
                  <a:srgbClr val="201515"/>
                </a:solidFill>
                <a:latin typeface="Inter"/>
                <a:ea typeface="Inter"/>
                <a:cs typeface="Inter"/>
                <a:sym typeface="Inter"/>
              </a:rPr>
              <a:t>of hours and thousands of dollars saved annually</a:t>
            </a:r>
            <a:endParaRPr b="0" i="0" sz="1200" u="none" cap="none" strike="noStrike">
              <a:solidFill>
                <a:schemeClr val="dk1"/>
              </a:solidFill>
              <a:latin typeface="Inter"/>
              <a:ea typeface="Inter"/>
              <a:cs typeface="Inter"/>
              <a:sym typeface="Inter"/>
            </a:endParaRPr>
          </a:p>
        </p:txBody>
      </p:sp>
      <p:sp>
        <p:nvSpPr>
          <p:cNvPr id="1572" name="Google Shape;1572;g33b7b80f886_1_0"/>
          <p:cNvSpPr/>
          <p:nvPr/>
        </p:nvSpPr>
        <p:spPr>
          <a:xfrm>
            <a:off x="4876805" y="3454400"/>
            <a:ext cx="3962400" cy="1384200"/>
          </a:xfrm>
          <a:prstGeom prst="roundRect">
            <a:avLst>
              <a:gd fmla="val 3468"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3" name="Google Shape;1573;g33b7b80f886_1_0"/>
          <p:cNvSpPr/>
          <p:nvPr/>
        </p:nvSpPr>
        <p:spPr>
          <a:xfrm>
            <a:off x="5048255" y="3746500"/>
            <a:ext cx="3619500" cy="8001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4" name="Google Shape;1574;g33b7b80f886_1_0"/>
          <p:cNvSpPr/>
          <p:nvPr/>
        </p:nvSpPr>
        <p:spPr>
          <a:xfrm>
            <a:off x="5048255" y="3746500"/>
            <a:ext cx="3619500" cy="8001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5" name="Google Shape;1575;g33b7b80f886_1_0"/>
          <p:cNvSpPr/>
          <p:nvPr/>
        </p:nvSpPr>
        <p:spPr>
          <a:xfrm>
            <a:off x="5048255" y="3825082"/>
            <a:ext cx="3619500" cy="6429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6" name="Google Shape;1576;g33b7b80f886_1_0"/>
          <p:cNvSpPr/>
          <p:nvPr/>
        </p:nvSpPr>
        <p:spPr>
          <a:xfrm>
            <a:off x="5781680" y="3825082"/>
            <a:ext cx="2886000" cy="6333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7" name="Google Shape;1577;g33b7b80f886_1_0"/>
          <p:cNvSpPr/>
          <p:nvPr/>
        </p:nvSpPr>
        <p:spPr>
          <a:xfrm>
            <a:off x="5781675" y="3737772"/>
            <a:ext cx="2914800" cy="711300"/>
          </a:xfrm>
          <a:prstGeom prst="rect">
            <a:avLst/>
          </a:prstGeom>
          <a:noFill/>
          <a:ln>
            <a:noFill/>
          </a:ln>
        </p:spPr>
        <p:txBody>
          <a:bodyPr anchorCtr="0" anchor="t" bIns="0" lIns="0" spcFirstLastPara="1" rIns="0" wrap="square" tIns="0">
            <a:noAutofit/>
          </a:bodyPr>
          <a:lstStyle/>
          <a:p>
            <a:pPr indent="0" lvl="0" marL="0" marR="0" rtl="0" algn="l">
              <a:lnSpc>
                <a:spcPct val="172222"/>
              </a:lnSpc>
              <a:spcBef>
                <a:spcPts val="0"/>
              </a:spcBef>
              <a:spcAft>
                <a:spcPts val="0"/>
              </a:spcAft>
              <a:buClr>
                <a:srgbClr val="2D2E2E"/>
              </a:buClr>
              <a:buSzPts val="700"/>
              <a:buFont typeface="Inter"/>
              <a:buNone/>
            </a:pPr>
            <a:r>
              <a:rPr b="1" i="0" lang="en" sz="700" u="none" cap="none" strike="noStrike">
                <a:solidFill>
                  <a:srgbClr val="2D2E2E"/>
                </a:solidFill>
                <a:latin typeface="Inter"/>
                <a:ea typeface="Inter"/>
                <a:cs typeface="Inter"/>
                <a:sym typeface="Inter"/>
              </a:rPr>
              <a:t>"With Zapier, we are able to create, test, and deploy many of the third-party systems integrations required by our customers in less than an hour, without requiring code, developers, software updates, or releases."</a:t>
            </a:r>
            <a:endParaRPr b="0" i="0" sz="700" u="none" cap="none" strike="noStrike">
              <a:solidFill>
                <a:schemeClr val="dk1"/>
              </a:solidFill>
              <a:latin typeface="Inter"/>
              <a:ea typeface="Inter"/>
              <a:cs typeface="Inter"/>
              <a:sym typeface="Inter"/>
            </a:endParaRPr>
          </a:p>
        </p:txBody>
      </p:sp>
      <p:sp>
        <p:nvSpPr>
          <p:cNvPr id="1578" name="Google Shape;1578;g33b7b80f886_1_0"/>
          <p:cNvSpPr/>
          <p:nvPr/>
        </p:nvSpPr>
        <p:spPr>
          <a:xfrm>
            <a:off x="5781672" y="4515650"/>
            <a:ext cx="2385600" cy="1176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2D2E2E"/>
              </a:buClr>
              <a:buSzPts val="500"/>
              <a:buFont typeface="Inter"/>
              <a:buNone/>
            </a:pPr>
            <a:r>
              <a:rPr b="0" i="0" lang="en" sz="500" u="none" cap="none" strike="noStrike">
                <a:solidFill>
                  <a:srgbClr val="2D2E2E"/>
                </a:solidFill>
                <a:latin typeface="Inter"/>
                <a:ea typeface="Inter"/>
                <a:cs typeface="Inter"/>
                <a:sym typeface="Inter"/>
              </a:rPr>
              <a:t>— James Clark, VP of Platform Product Development at Brightspot</a:t>
            </a:r>
            <a:endParaRPr b="0" i="0" sz="500" u="none" cap="none" strike="noStrike">
              <a:solidFill>
                <a:schemeClr val="dk1"/>
              </a:solidFill>
              <a:latin typeface="Inter"/>
              <a:ea typeface="Inter"/>
              <a:cs typeface="Inter"/>
              <a:sym typeface="Inter"/>
            </a:endParaRPr>
          </a:p>
        </p:txBody>
      </p:sp>
      <p:sp>
        <p:nvSpPr>
          <p:cNvPr id="1579" name="Google Shape;1579;g33b7b80f886_1_0"/>
          <p:cNvSpPr/>
          <p:nvPr/>
        </p:nvSpPr>
        <p:spPr>
          <a:xfrm>
            <a:off x="238125" y="4829175"/>
            <a:ext cx="3433800" cy="2286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580" name="Google Shape;1580;g33b7b80f886_1_0"/>
          <p:cNvPicPr preferRelativeResize="0"/>
          <p:nvPr/>
        </p:nvPicPr>
        <p:blipFill rotWithShape="1">
          <a:blip r:embed="rId7">
            <a:alphaModFix/>
          </a:blip>
          <a:srcRect b="0" l="0" r="0" t="0"/>
          <a:stretch/>
        </p:blipFill>
        <p:spPr>
          <a:xfrm>
            <a:off x="1928825" y="605625"/>
            <a:ext cx="1740001" cy="217500"/>
          </a:xfrm>
          <a:prstGeom prst="rect">
            <a:avLst/>
          </a:prstGeom>
          <a:noFill/>
          <a:ln>
            <a:noFill/>
          </a:ln>
        </p:spPr>
      </p:pic>
      <p:pic>
        <p:nvPicPr>
          <p:cNvPr id="1581" name="Google Shape;1581;g33b7b80f886_1_0"/>
          <p:cNvPicPr preferRelativeResize="0"/>
          <p:nvPr/>
        </p:nvPicPr>
        <p:blipFill rotWithShape="1">
          <a:blip r:embed="rId8">
            <a:alphaModFix/>
          </a:blip>
          <a:srcRect b="0" l="0" r="0" t="0"/>
          <a:stretch/>
        </p:blipFill>
        <p:spPr>
          <a:xfrm>
            <a:off x="5048253" y="3785453"/>
            <a:ext cx="619200" cy="619200"/>
          </a:xfrm>
          <a:prstGeom prst="ellipse">
            <a:avLst/>
          </a:prstGeom>
          <a:noFill/>
          <a:ln cap="flat" cmpd="sng" w="9525">
            <a:solidFill>
              <a:schemeClr val="dk1"/>
            </a:solidFill>
            <a:prstDash val="solid"/>
            <a:round/>
            <a:headEnd len="sm" w="sm" type="none"/>
            <a:tailEnd len="sm" w="sm" type="none"/>
          </a:ln>
        </p:spPr>
      </p:pic>
      <p:sp>
        <p:nvSpPr>
          <p:cNvPr id="1582" name="Google Shape;1582;g33b7b80f886_1_0"/>
          <p:cNvSpPr/>
          <p:nvPr/>
        </p:nvSpPr>
        <p:spPr>
          <a:xfrm>
            <a:off x="238125" y="4564829"/>
            <a:ext cx="4137000" cy="193800"/>
          </a:xfrm>
          <a:prstGeom prst="rect">
            <a:avLst/>
          </a:prstGeom>
          <a:noFill/>
          <a:ln>
            <a:noFill/>
          </a:ln>
        </p:spPr>
        <p:txBody>
          <a:bodyPr anchorCtr="0" anchor="b"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With the Enterprise plan, Brightspot can assign varying levels of access to team members and segment customer data to keep each one separate.</a:t>
            </a:r>
            <a:endParaRPr b="0" i="0" sz="1000" u="none" cap="none" strike="noStrike">
              <a:solidFill>
                <a:srgbClr val="000000"/>
              </a:solidFill>
              <a:latin typeface="Inter"/>
              <a:ea typeface="Inter"/>
              <a:cs typeface="Inter"/>
              <a:sym typeface="Inter"/>
            </a:endParaRPr>
          </a:p>
        </p:txBody>
      </p:sp>
      <p:sp>
        <p:nvSpPr>
          <p:cNvPr id="1583" name="Google Shape;1583;g33b7b80f886_1_0"/>
          <p:cNvSpPr/>
          <p:nvPr/>
        </p:nvSpPr>
        <p:spPr>
          <a:xfrm>
            <a:off x="238125" y="4803775"/>
            <a:ext cx="3459300" cy="254100"/>
          </a:xfrm>
          <a:prstGeom prst="rect">
            <a:avLst/>
          </a:prstGeom>
          <a:noFill/>
          <a:ln>
            <a:noFill/>
          </a:ln>
        </p:spPr>
        <p:txBody>
          <a:bodyPr anchorCtr="0" anchor="b" bIns="0" lIns="0" spcFirstLastPara="1" rIns="0" wrap="square" tIns="0">
            <a:noAutofit/>
          </a:bodyPr>
          <a:lstStyle/>
          <a:p>
            <a:pPr indent="0" lvl="0" marL="0" marR="0" rtl="0" algn="l">
              <a:lnSpc>
                <a:spcPct val="150000"/>
              </a:lnSpc>
              <a:spcBef>
                <a:spcPts val="0"/>
              </a:spcBef>
              <a:spcAft>
                <a:spcPts val="0"/>
              </a:spcAft>
              <a:buClr>
                <a:srgbClr val="3D4592"/>
              </a:buClr>
              <a:buSzPts val="600"/>
              <a:buFont typeface="Inter"/>
              <a:buNone/>
            </a:pPr>
            <a:r>
              <a:rPr b="0" i="0" lang="en" sz="600" u="sng" cap="none" strike="noStrike">
                <a:solidFill>
                  <a:schemeClr val="hlink"/>
                </a:solidFill>
                <a:latin typeface="Inter"/>
                <a:ea typeface="Inter"/>
                <a:cs typeface="Inter"/>
                <a:sym typeface="Inter"/>
                <a:hlinkClick r:id="rId9"/>
              </a:rPr>
              <a:t>🔗 Read the full customer story →</a:t>
            </a:r>
            <a:endParaRPr b="0" i="0" sz="6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88" name="Shape 1588"/>
        <p:cNvGrpSpPr/>
        <p:nvPr/>
      </p:nvGrpSpPr>
      <p:grpSpPr>
        <a:xfrm>
          <a:off x="0" y="0"/>
          <a:ext cx="0" cy="0"/>
          <a:chOff x="0" y="0"/>
          <a:chExt cx="0" cy="0"/>
        </a:xfrm>
      </p:grpSpPr>
      <p:pic>
        <p:nvPicPr>
          <p:cNvPr descr=" " id="1589" name="Google Shape;1589;g33da2fe0ca1_0_0"/>
          <p:cNvPicPr preferRelativeResize="0"/>
          <p:nvPr/>
        </p:nvPicPr>
        <p:blipFill rotWithShape="1">
          <a:blip r:embed="rId3">
            <a:alphaModFix/>
          </a:blip>
          <a:srcRect b="0" l="0" r="0" t="0"/>
          <a:stretch/>
        </p:blipFill>
        <p:spPr>
          <a:xfrm>
            <a:off x="0" y="0"/>
            <a:ext cx="9144010" cy="5142863"/>
          </a:xfrm>
          <a:prstGeom prst="rect">
            <a:avLst/>
          </a:prstGeom>
          <a:noFill/>
          <a:ln>
            <a:noFill/>
          </a:ln>
        </p:spPr>
      </p:pic>
      <p:sp>
        <p:nvSpPr>
          <p:cNvPr id="1590" name="Google Shape;1590;g33da2fe0ca1_0_0"/>
          <p:cNvSpPr/>
          <p:nvPr/>
        </p:nvSpPr>
        <p:spPr>
          <a:xfrm>
            <a:off x="238125" y="1143000"/>
            <a:ext cx="4205400" cy="1428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1" name="Google Shape;1591;g33da2fe0ca1_0_0"/>
          <p:cNvSpPr/>
          <p:nvPr/>
        </p:nvSpPr>
        <p:spPr>
          <a:xfrm>
            <a:off x="238125" y="1143000"/>
            <a:ext cx="766800" cy="142800"/>
          </a:xfrm>
          <a:prstGeom prst="roundRect">
            <a:avLst>
              <a:gd fmla="val 333600" name="adj"/>
            </a:avLst>
          </a:prstGeom>
          <a:solidFill>
            <a:srgbClr val="FF4F00"/>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2" name="Google Shape;1592;g33da2fe0ca1_0_0"/>
          <p:cNvSpPr/>
          <p:nvPr/>
        </p:nvSpPr>
        <p:spPr>
          <a:xfrm>
            <a:off x="263525" y="1144587"/>
            <a:ext cx="716100" cy="1398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FFFDF9"/>
              </a:buClr>
              <a:buSzPts val="600"/>
              <a:buFont typeface="Inter"/>
              <a:buNone/>
            </a:pPr>
            <a:r>
              <a:rPr b="1" i="0" lang="en" sz="600" u="none" cap="none" strike="noStrike">
                <a:solidFill>
                  <a:srgbClr val="FFFDF9"/>
                </a:solidFill>
                <a:latin typeface="Inter"/>
                <a:ea typeface="Inter"/>
                <a:cs typeface="Inter"/>
                <a:sym typeface="Inter"/>
              </a:rPr>
              <a:t>Customer support</a:t>
            </a:r>
            <a:endParaRPr b="1" i="0" sz="600" u="none" cap="none" strike="noStrike">
              <a:solidFill>
                <a:srgbClr val="FFFDF9"/>
              </a:solidFill>
              <a:latin typeface="Inter"/>
              <a:ea typeface="Inter"/>
              <a:cs typeface="Inter"/>
              <a:sym typeface="Inter"/>
            </a:endParaRPr>
          </a:p>
        </p:txBody>
      </p:sp>
      <p:sp>
        <p:nvSpPr>
          <p:cNvPr id="1593" name="Google Shape;1593;g33da2fe0ca1_0_0"/>
          <p:cNvSpPr/>
          <p:nvPr/>
        </p:nvSpPr>
        <p:spPr>
          <a:xfrm>
            <a:off x="1128715" y="1143000"/>
            <a:ext cx="1081200" cy="142800"/>
          </a:xfrm>
          <a:prstGeom prst="roundRect">
            <a:avLst>
              <a:gd fmla="val 333600" name="adj"/>
            </a:avLst>
          </a:prstGeom>
          <a:solidFill>
            <a:srgbClr val="CDE4E1"/>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4" name="Google Shape;1594;g33da2fe0ca1_0_0"/>
          <p:cNvSpPr/>
          <p:nvPr/>
        </p:nvSpPr>
        <p:spPr>
          <a:xfrm>
            <a:off x="1165327" y="1146062"/>
            <a:ext cx="1030200" cy="1398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403F3E"/>
              </a:buClr>
              <a:buSzPts val="600"/>
              <a:buFont typeface="Inter"/>
              <a:buNone/>
            </a:pPr>
            <a:r>
              <a:rPr b="1" i="0" lang="en" sz="600" u="none" cap="none" strike="noStrike">
                <a:solidFill>
                  <a:srgbClr val="403F3E"/>
                </a:solidFill>
                <a:latin typeface="Inter"/>
                <a:ea typeface="Inter"/>
                <a:cs typeface="Inter"/>
                <a:sym typeface="Inter"/>
              </a:rPr>
              <a:t>Company size: Enterprise</a:t>
            </a:r>
            <a:endParaRPr b="0" i="0" sz="600" u="none" cap="none" strike="noStrike">
              <a:solidFill>
                <a:schemeClr val="dk1"/>
              </a:solidFill>
              <a:latin typeface="Inter"/>
              <a:ea typeface="Inter"/>
              <a:cs typeface="Inter"/>
              <a:sym typeface="Inter"/>
            </a:endParaRPr>
          </a:p>
        </p:txBody>
      </p:sp>
      <p:sp>
        <p:nvSpPr>
          <p:cNvPr id="1595" name="Google Shape;1595;g33da2fe0ca1_0_0"/>
          <p:cNvSpPr/>
          <p:nvPr/>
        </p:nvSpPr>
        <p:spPr>
          <a:xfrm>
            <a:off x="2381253" y="1143000"/>
            <a:ext cx="919200" cy="142800"/>
          </a:xfrm>
          <a:prstGeom prst="roundRect">
            <a:avLst>
              <a:gd fmla="val 333600" name="adj"/>
            </a:avLst>
          </a:prstGeom>
          <a:solidFill>
            <a:srgbClr val="C1B7F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6" name="Google Shape;1596;g33da2fe0ca1_0_0"/>
          <p:cNvSpPr/>
          <p:nvPr/>
        </p:nvSpPr>
        <p:spPr>
          <a:xfrm>
            <a:off x="2406604" y="1144512"/>
            <a:ext cx="868500" cy="139800"/>
          </a:xfrm>
          <a:prstGeom prst="rect">
            <a:avLst/>
          </a:prstGeom>
          <a:noFill/>
          <a:ln>
            <a:noFill/>
          </a:ln>
        </p:spPr>
        <p:txBody>
          <a:bodyPr anchorCtr="0" anchor="ctr" bIns="0" lIns="0" spcFirstLastPara="1" rIns="0" wrap="square" tIns="0">
            <a:noAutofit/>
          </a:bodyPr>
          <a:lstStyle/>
          <a:p>
            <a:pPr indent="0" lvl="0" marL="0" marR="0" rtl="0" algn="ctr">
              <a:lnSpc>
                <a:spcPct val="150000"/>
              </a:lnSpc>
              <a:spcBef>
                <a:spcPts val="0"/>
              </a:spcBef>
              <a:spcAft>
                <a:spcPts val="0"/>
              </a:spcAft>
              <a:buClr>
                <a:srgbClr val="403F3E"/>
              </a:buClr>
              <a:buSzPts val="600"/>
              <a:buFont typeface="Inter"/>
              <a:buNone/>
            </a:pPr>
            <a:r>
              <a:rPr b="1" i="0" lang="en" sz="600" u="none" cap="none" strike="noStrike">
                <a:solidFill>
                  <a:srgbClr val="403F3E"/>
                </a:solidFill>
                <a:latin typeface="Inter"/>
                <a:ea typeface="Inter"/>
                <a:cs typeface="Inter"/>
                <a:sym typeface="Inter"/>
              </a:rPr>
              <a:t>SaaS (B2B)</a:t>
            </a:r>
            <a:endParaRPr b="1" i="0" sz="600" u="none" cap="none" strike="noStrike">
              <a:solidFill>
                <a:srgbClr val="403F3E"/>
              </a:solidFill>
              <a:latin typeface="Inter"/>
              <a:ea typeface="Inter"/>
              <a:cs typeface="Inter"/>
              <a:sym typeface="Inter"/>
            </a:endParaRPr>
          </a:p>
        </p:txBody>
      </p:sp>
      <p:sp>
        <p:nvSpPr>
          <p:cNvPr id="1597" name="Google Shape;1597;g33da2fe0ca1_0_0"/>
          <p:cNvSpPr/>
          <p:nvPr/>
        </p:nvSpPr>
        <p:spPr>
          <a:xfrm>
            <a:off x="238125" y="238125"/>
            <a:ext cx="3305100" cy="7620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8" name="Google Shape;1598;g33da2fe0ca1_0_0"/>
          <p:cNvSpPr/>
          <p:nvPr/>
        </p:nvSpPr>
        <p:spPr>
          <a:xfrm>
            <a:off x="238125" y="238125"/>
            <a:ext cx="3336900" cy="270000"/>
          </a:xfrm>
          <a:prstGeom prst="rect">
            <a:avLst/>
          </a:prstGeom>
          <a:noFill/>
          <a:ln>
            <a:noFill/>
          </a:ln>
        </p:spPr>
        <p:txBody>
          <a:bodyPr anchorCtr="0" anchor="t" bIns="0" lIns="0" spcFirstLastPara="1" rIns="0" wrap="square" tIns="0">
            <a:noAutofit/>
          </a:bodyPr>
          <a:lstStyle/>
          <a:p>
            <a:pPr indent="0" lvl="0" marL="0" marR="0" rtl="0" algn="l">
              <a:lnSpc>
                <a:spcPct val="250000"/>
              </a:lnSpc>
              <a:spcBef>
                <a:spcPts val="0"/>
              </a:spcBef>
              <a:spcAft>
                <a:spcPts val="0"/>
              </a:spcAft>
              <a:buClr>
                <a:srgbClr val="201515"/>
              </a:buClr>
              <a:buSzPts val="700"/>
              <a:buFont typeface="Play"/>
              <a:buNone/>
            </a:pPr>
            <a:r>
              <a:rPr b="0" i="0" lang="en" sz="700" u="none" cap="none" strike="noStrike">
                <a:solidFill>
                  <a:srgbClr val="201515"/>
                </a:solidFill>
                <a:latin typeface="Inter"/>
                <a:ea typeface="Inter"/>
                <a:cs typeface="Inter"/>
                <a:sym typeface="Inter"/>
              </a:rPr>
              <a:t>CUSTOMER SUCCESS STORY</a:t>
            </a:r>
            <a:endParaRPr b="0" i="0" sz="700" u="none" cap="none" strike="noStrike">
              <a:solidFill>
                <a:schemeClr val="dk1"/>
              </a:solidFill>
              <a:latin typeface="Inter"/>
              <a:ea typeface="Inter"/>
              <a:cs typeface="Inter"/>
              <a:sym typeface="Inter"/>
            </a:endParaRPr>
          </a:p>
        </p:txBody>
      </p:sp>
      <p:sp>
        <p:nvSpPr>
          <p:cNvPr id="1599" name="Google Shape;1599;g33da2fe0ca1_0_0"/>
          <p:cNvSpPr/>
          <p:nvPr/>
        </p:nvSpPr>
        <p:spPr>
          <a:xfrm>
            <a:off x="238125" y="428625"/>
            <a:ext cx="2819400"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0" name="Google Shape;1600;g33da2fe0ca1_0_0"/>
          <p:cNvSpPr/>
          <p:nvPr/>
        </p:nvSpPr>
        <p:spPr>
          <a:xfrm>
            <a:off x="238125" y="428625"/>
            <a:ext cx="1366800"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601" name="Google Shape;1601;g33da2fe0ca1_0_0"/>
          <p:cNvPicPr preferRelativeResize="0"/>
          <p:nvPr/>
        </p:nvPicPr>
        <p:blipFill rotWithShape="1">
          <a:blip r:embed="rId4">
            <a:alphaModFix/>
          </a:blip>
          <a:srcRect b="0" l="0" r="0" t="0"/>
          <a:stretch/>
        </p:blipFill>
        <p:spPr>
          <a:xfrm>
            <a:off x="238125" y="428625"/>
            <a:ext cx="1366839" cy="571429"/>
          </a:xfrm>
          <a:prstGeom prst="rect">
            <a:avLst/>
          </a:prstGeom>
          <a:noFill/>
          <a:ln>
            <a:noFill/>
          </a:ln>
        </p:spPr>
      </p:pic>
      <p:pic>
        <p:nvPicPr>
          <p:cNvPr descr=" " id="1602" name="Google Shape;1602;g33da2fe0ca1_0_0"/>
          <p:cNvPicPr preferRelativeResize="0"/>
          <p:nvPr/>
        </p:nvPicPr>
        <p:blipFill rotWithShape="1">
          <a:blip r:embed="rId5">
            <a:alphaModFix/>
          </a:blip>
          <a:srcRect b="0" l="0" r="0" t="0"/>
          <a:stretch/>
        </p:blipFill>
        <p:spPr>
          <a:xfrm>
            <a:off x="1728789" y="428625"/>
            <a:ext cx="9525" cy="571429"/>
          </a:xfrm>
          <a:prstGeom prst="rect">
            <a:avLst/>
          </a:prstGeom>
          <a:noFill/>
          <a:ln>
            <a:noFill/>
          </a:ln>
        </p:spPr>
      </p:pic>
      <p:sp>
        <p:nvSpPr>
          <p:cNvPr id="1603" name="Google Shape;1603;g33da2fe0ca1_0_0"/>
          <p:cNvSpPr/>
          <p:nvPr/>
        </p:nvSpPr>
        <p:spPr>
          <a:xfrm>
            <a:off x="1709739" y="428625"/>
            <a:ext cx="1347900" cy="5715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4" name="Google Shape;1604;g33da2fe0ca1_0_0"/>
          <p:cNvSpPr/>
          <p:nvPr/>
        </p:nvSpPr>
        <p:spPr>
          <a:xfrm>
            <a:off x="238125" y="1524000"/>
            <a:ext cx="1738200" cy="4899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5" name="Google Shape;1605;g33da2fe0ca1_0_0"/>
          <p:cNvSpPr/>
          <p:nvPr/>
        </p:nvSpPr>
        <p:spPr>
          <a:xfrm>
            <a:off x="238125"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6" name="Google Shape;1606;g33da2fe0ca1_0_0"/>
          <p:cNvSpPr/>
          <p:nvPr/>
        </p:nvSpPr>
        <p:spPr>
          <a:xfrm>
            <a:off x="238125"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607" name="Google Shape;1607;g33da2fe0ca1_0_0"/>
          <p:cNvPicPr preferRelativeResize="0"/>
          <p:nvPr/>
        </p:nvPicPr>
        <p:blipFill rotWithShape="1">
          <a:blip r:embed="rId6">
            <a:alphaModFix/>
          </a:blip>
          <a:srcRect b="0" l="0" r="0" t="0"/>
          <a:stretch/>
        </p:blipFill>
        <p:spPr>
          <a:xfrm>
            <a:off x="285750" y="1571625"/>
            <a:ext cx="285750" cy="285715"/>
          </a:xfrm>
          <a:prstGeom prst="rect">
            <a:avLst/>
          </a:prstGeom>
          <a:noFill/>
          <a:ln>
            <a:noFill/>
          </a:ln>
        </p:spPr>
      </p:pic>
      <p:pic>
        <p:nvPicPr>
          <p:cNvPr descr=" " id="1608" name="Google Shape;1608;g33da2fe0ca1_0_0"/>
          <p:cNvPicPr preferRelativeResize="0"/>
          <p:nvPr/>
        </p:nvPicPr>
        <p:blipFill rotWithShape="1">
          <a:blip r:embed="rId7">
            <a:alphaModFix/>
          </a:blip>
          <a:srcRect b="0" l="0" r="0" t="0"/>
          <a:stretch/>
        </p:blipFill>
        <p:spPr>
          <a:xfrm>
            <a:off x="642938" y="1500188"/>
            <a:ext cx="476251" cy="476191"/>
          </a:xfrm>
          <a:prstGeom prst="rect">
            <a:avLst/>
          </a:prstGeom>
          <a:noFill/>
          <a:ln>
            <a:noFill/>
          </a:ln>
        </p:spPr>
      </p:pic>
      <p:sp>
        <p:nvSpPr>
          <p:cNvPr id="1609" name="Google Shape;1609;g33da2fe0ca1_0_0"/>
          <p:cNvSpPr/>
          <p:nvPr/>
        </p:nvSpPr>
        <p:spPr>
          <a:xfrm>
            <a:off x="690563" y="1524000"/>
            <a:ext cx="381000" cy="381000"/>
          </a:xfrm>
          <a:prstGeom prst="roundRect">
            <a:avLst>
              <a:gd fmla="val 12600" name="adj"/>
            </a:avLst>
          </a:prstGeom>
          <a:solidFill>
            <a:srgbClr val="FFFDF9"/>
          </a:solidFill>
          <a:ln cap="flat" cmpd="sng" w="12700">
            <a:solidFill>
              <a:srgbClr val="E8E7E4"/>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0" name="Google Shape;1610;g33da2fe0ca1_0_0"/>
          <p:cNvSpPr/>
          <p:nvPr/>
        </p:nvSpPr>
        <p:spPr>
          <a:xfrm>
            <a:off x="1143001"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1" name="Google Shape;1611;g33da2fe0ca1_0_0"/>
          <p:cNvSpPr/>
          <p:nvPr/>
        </p:nvSpPr>
        <p:spPr>
          <a:xfrm>
            <a:off x="1595439" y="1524000"/>
            <a:ext cx="381000" cy="381000"/>
          </a:xfrm>
          <a:prstGeom prst="rect">
            <a:avLst/>
          </a:prstGeom>
          <a:noFill/>
          <a:ln>
            <a:noFill/>
          </a:ln>
          <a:effectLst>
            <a:outerShdw blurRad="127000" rotWithShape="0" algn="bl" dir="5400000" dist="63500">
              <a:srgbClr val="000000">
                <a:alpha val="9411"/>
              </a:srgbClr>
            </a:outerShdw>
          </a:effectLst>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2" name="Google Shape;1612;g33da2fe0ca1_0_0"/>
          <p:cNvSpPr/>
          <p:nvPr/>
        </p:nvSpPr>
        <p:spPr>
          <a:xfrm>
            <a:off x="238125" y="2252041"/>
            <a:ext cx="4095900" cy="10431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3" name="Google Shape;1613;g33da2fe0ca1_0_0"/>
          <p:cNvSpPr/>
          <p:nvPr/>
        </p:nvSpPr>
        <p:spPr>
          <a:xfrm>
            <a:off x="238125" y="2201241"/>
            <a:ext cx="546000" cy="217500"/>
          </a:xfrm>
          <a:prstGeom prst="rect">
            <a:avLst/>
          </a:prstGeom>
          <a:noFill/>
          <a:ln>
            <a:noFill/>
          </a:ln>
        </p:spPr>
        <p:txBody>
          <a:bodyPr anchorCtr="0" anchor="b" bIns="0" lIns="0" spcFirstLastPara="1" rIns="0" wrap="square" tIns="0">
            <a:noAutofit/>
          </a:bodyPr>
          <a:lstStyle/>
          <a:p>
            <a:pPr indent="0" lvl="0" marL="0" marR="0" rtl="0" algn="l">
              <a:lnSpc>
                <a:spcPct val="109375"/>
              </a:lnSpc>
              <a:spcBef>
                <a:spcPts val="0"/>
              </a:spcBef>
              <a:spcAft>
                <a:spcPts val="0"/>
              </a:spcAft>
              <a:buClr>
                <a:srgbClr val="000000"/>
              </a:buClr>
              <a:buSzPts val="1200"/>
              <a:buFont typeface="Inter"/>
              <a:buNone/>
            </a:pPr>
            <a:r>
              <a:rPr b="1" i="0" lang="en" sz="1200" u="none" cap="none" strike="noStrike">
                <a:solidFill>
                  <a:srgbClr val="000000"/>
                </a:solidFill>
                <a:latin typeface="Inter"/>
                <a:ea typeface="Inter"/>
                <a:cs typeface="Inter"/>
                <a:sym typeface="Inter"/>
              </a:rPr>
              <a:t>Before </a:t>
            </a:r>
            <a:endParaRPr b="0" i="0" sz="1200" u="none" cap="none" strike="noStrike">
              <a:solidFill>
                <a:schemeClr val="dk1"/>
              </a:solidFill>
              <a:latin typeface="Inter"/>
              <a:ea typeface="Inter"/>
              <a:cs typeface="Inter"/>
              <a:sym typeface="Inter"/>
            </a:endParaRPr>
          </a:p>
        </p:txBody>
      </p:sp>
      <p:sp>
        <p:nvSpPr>
          <p:cNvPr id="1614" name="Google Shape;1614;g33da2fe0ca1_0_0"/>
          <p:cNvSpPr/>
          <p:nvPr/>
        </p:nvSpPr>
        <p:spPr>
          <a:xfrm>
            <a:off x="238125" y="2864950"/>
            <a:ext cx="3759000" cy="346200"/>
          </a:xfrm>
          <a:prstGeom prst="rect">
            <a:avLst/>
          </a:prstGeom>
          <a:noFill/>
          <a:ln>
            <a:noFill/>
          </a:ln>
        </p:spPr>
        <p:txBody>
          <a:bodyPr anchorCtr="0" anchor="t"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Escalating a support case required logging into Salesforce and multiple steps varying by the type of case.</a:t>
            </a:r>
            <a:endParaRPr b="0" i="0" sz="1000" u="none" cap="none" strike="noStrike">
              <a:solidFill>
                <a:schemeClr val="dk1"/>
              </a:solidFill>
              <a:latin typeface="Inter"/>
              <a:ea typeface="Inter"/>
              <a:cs typeface="Inter"/>
              <a:sym typeface="Inter"/>
            </a:endParaRPr>
          </a:p>
        </p:txBody>
      </p:sp>
      <p:sp>
        <p:nvSpPr>
          <p:cNvPr id="1615" name="Google Shape;1615;g33da2fe0ca1_0_0"/>
          <p:cNvSpPr/>
          <p:nvPr/>
        </p:nvSpPr>
        <p:spPr>
          <a:xfrm>
            <a:off x="238125" y="2456829"/>
            <a:ext cx="3579900" cy="193800"/>
          </a:xfrm>
          <a:prstGeom prst="rect">
            <a:avLst/>
          </a:prstGeom>
          <a:noFill/>
          <a:ln>
            <a:noFill/>
          </a:ln>
        </p:spPr>
        <p:txBody>
          <a:bodyPr anchorCtr="0" anchor="t"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chemeClr val="dk1"/>
                </a:solidFill>
                <a:latin typeface="Inter"/>
                <a:ea typeface="Inter"/>
                <a:cs typeface="Inter"/>
                <a:sym typeface="Inter"/>
              </a:rPr>
              <a:t>SupportOps relied on developers for automation needs, but demand always exceeded bandwidth.</a:t>
            </a:r>
            <a:endParaRPr b="0" i="0" sz="1000" u="none" cap="none" strike="noStrike">
              <a:solidFill>
                <a:schemeClr val="dk1"/>
              </a:solidFill>
              <a:latin typeface="Inter"/>
              <a:ea typeface="Inter"/>
              <a:cs typeface="Inter"/>
              <a:sym typeface="Inter"/>
            </a:endParaRPr>
          </a:p>
        </p:txBody>
      </p:sp>
      <p:sp>
        <p:nvSpPr>
          <p:cNvPr id="1616" name="Google Shape;1616;g33da2fe0ca1_0_0"/>
          <p:cNvSpPr/>
          <p:nvPr/>
        </p:nvSpPr>
        <p:spPr>
          <a:xfrm>
            <a:off x="238125" y="3533154"/>
            <a:ext cx="4095900" cy="7383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7" name="Google Shape;1617;g33da2fe0ca1_0_0"/>
          <p:cNvSpPr/>
          <p:nvPr/>
        </p:nvSpPr>
        <p:spPr>
          <a:xfrm>
            <a:off x="238125" y="3482354"/>
            <a:ext cx="1722600" cy="217500"/>
          </a:xfrm>
          <a:prstGeom prst="rect">
            <a:avLst/>
          </a:prstGeom>
          <a:noFill/>
          <a:ln>
            <a:noFill/>
          </a:ln>
        </p:spPr>
        <p:txBody>
          <a:bodyPr anchorCtr="0" anchor="b" bIns="0" lIns="0" spcFirstLastPara="1" rIns="0" wrap="square" tIns="0">
            <a:noAutofit/>
          </a:bodyPr>
          <a:lstStyle/>
          <a:p>
            <a:pPr indent="0" lvl="0" marL="0" marR="0" rtl="0" algn="l">
              <a:lnSpc>
                <a:spcPct val="109375"/>
              </a:lnSpc>
              <a:spcBef>
                <a:spcPts val="0"/>
              </a:spcBef>
              <a:spcAft>
                <a:spcPts val="0"/>
              </a:spcAft>
              <a:buClr>
                <a:srgbClr val="000000"/>
              </a:buClr>
              <a:buSzPts val="1200"/>
              <a:buFont typeface="Inter"/>
              <a:buNone/>
            </a:pPr>
            <a:r>
              <a:rPr b="1" i="0" lang="en" sz="1200" u="none" cap="none" strike="noStrike">
                <a:solidFill>
                  <a:srgbClr val="000000"/>
                </a:solidFill>
                <a:latin typeface="Inter"/>
                <a:ea typeface="Inter"/>
                <a:cs typeface="Inter"/>
                <a:sym typeface="Inter"/>
              </a:rPr>
              <a:t>After</a:t>
            </a:r>
            <a:endParaRPr b="0" i="0" sz="1200" u="none" cap="none" strike="noStrike">
              <a:solidFill>
                <a:schemeClr val="dk1"/>
              </a:solidFill>
              <a:latin typeface="Inter"/>
              <a:ea typeface="Inter"/>
              <a:cs typeface="Inter"/>
              <a:sym typeface="Inter"/>
            </a:endParaRPr>
          </a:p>
        </p:txBody>
      </p:sp>
      <p:sp>
        <p:nvSpPr>
          <p:cNvPr id="1618" name="Google Shape;1618;g33da2fe0ca1_0_0"/>
          <p:cNvSpPr/>
          <p:nvPr/>
        </p:nvSpPr>
        <p:spPr>
          <a:xfrm>
            <a:off x="238125" y="3925266"/>
            <a:ext cx="4137000" cy="193800"/>
          </a:xfrm>
          <a:prstGeom prst="rect">
            <a:avLst/>
          </a:prstGeom>
          <a:noFill/>
          <a:ln>
            <a:noFill/>
          </a:ln>
        </p:spPr>
        <p:txBody>
          <a:bodyPr anchorCtr="0" anchor="b"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Centralized, scaleable, and flexible automation solution rolled into a single, Ops-owned Zapier instance.</a:t>
            </a:r>
            <a:endParaRPr b="0" i="0" sz="1000" u="none" cap="none" strike="noStrike">
              <a:solidFill>
                <a:schemeClr val="dk1"/>
              </a:solidFill>
              <a:latin typeface="Inter"/>
              <a:ea typeface="Inter"/>
              <a:cs typeface="Inter"/>
              <a:sym typeface="Inter"/>
            </a:endParaRPr>
          </a:p>
        </p:txBody>
      </p:sp>
      <p:sp>
        <p:nvSpPr>
          <p:cNvPr id="1619" name="Google Shape;1619;g33da2fe0ca1_0_0"/>
          <p:cNvSpPr/>
          <p:nvPr/>
        </p:nvSpPr>
        <p:spPr>
          <a:xfrm>
            <a:off x="238150" y="4415372"/>
            <a:ext cx="4137000" cy="346200"/>
          </a:xfrm>
          <a:prstGeom prst="rect">
            <a:avLst/>
          </a:prstGeom>
          <a:noFill/>
          <a:ln>
            <a:noFill/>
          </a:ln>
        </p:spPr>
        <p:txBody>
          <a:bodyPr anchorCtr="0" anchor="b" bIns="0" lIns="0" spcFirstLastPara="1" rIns="0" wrap="square" tIns="0">
            <a:noAutofit/>
          </a:bodyPr>
          <a:lstStyle/>
          <a:p>
            <a:pPr indent="-127000" lvl="1" marL="254000" marR="0" rtl="0" algn="l">
              <a:lnSpc>
                <a:spcPct val="123076"/>
              </a:lnSpc>
              <a:spcBef>
                <a:spcPts val="0"/>
              </a:spcBef>
              <a:spcAft>
                <a:spcPts val="0"/>
              </a:spcAft>
              <a:buClr>
                <a:srgbClr val="000000"/>
              </a:buClr>
              <a:buSzPts val="1000"/>
              <a:buFont typeface="Inter"/>
              <a:buChar char="•"/>
            </a:pPr>
            <a:r>
              <a:rPr b="0" i="0" lang="en" sz="1000" u="none" cap="none" strike="noStrike">
                <a:solidFill>
                  <a:srgbClr val="000000"/>
                </a:solidFill>
                <a:latin typeface="Inter"/>
                <a:ea typeface="Inter"/>
                <a:cs typeface="Inter"/>
                <a:sym typeface="Inter"/>
              </a:rPr>
              <a:t>A CSM submits a case number in Slack, triggering an automated workflow that verifies escalation status across Salesforce, and escalates it if needed per Okta’s policies.</a:t>
            </a:r>
            <a:endParaRPr b="0" i="0" sz="1000" u="none" cap="none" strike="noStrike">
              <a:solidFill>
                <a:srgbClr val="000000"/>
              </a:solidFill>
              <a:latin typeface="Inter"/>
              <a:ea typeface="Inter"/>
              <a:cs typeface="Inter"/>
              <a:sym typeface="Inter"/>
            </a:endParaRPr>
          </a:p>
        </p:txBody>
      </p:sp>
      <p:sp>
        <p:nvSpPr>
          <p:cNvPr id="1620" name="Google Shape;1620;g33da2fe0ca1_0_0"/>
          <p:cNvSpPr/>
          <p:nvPr/>
        </p:nvSpPr>
        <p:spPr>
          <a:xfrm>
            <a:off x="4876805" y="304800"/>
            <a:ext cx="3962400" cy="45339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1" name="Google Shape;1621;g33da2fe0ca1_0_0"/>
          <p:cNvSpPr/>
          <p:nvPr/>
        </p:nvSpPr>
        <p:spPr>
          <a:xfrm>
            <a:off x="4876805" y="304800"/>
            <a:ext cx="3962400" cy="1384200"/>
          </a:xfrm>
          <a:prstGeom prst="roundRect">
            <a:avLst>
              <a:gd fmla="val 3468"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2" name="Google Shape;1622;g33da2fe0ca1_0_0"/>
          <p:cNvSpPr/>
          <p:nvPr/>
        </p:nvSpPr>
        <p:spPr>
          <a:xfrm>
            <a:off x="5048255" y="476250"/>
            <a:ext cx="1490400" cy="10413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 " id="1623" name="Google Shape;1623;g33da2fe0ca1_0_0"/>
          <p:cNvPicPr preferRelativeResize="0"/>
          <p:nvPr/>
        </p:nvPicPr>
        <p:blipFill rotWithShape="1">
          <a:blip r:embed="rId8">
            <a:alphaModFix/>
          </a:blip>
          <a:srcRect b="0" l="0" r="0" t="0"/>
          <a:stretch/>
        </p:blipFill>
        <p:spPr>
          <a:xfrm>
            <a:off x="5095880" y="787400"/>
            <a:ext cx="419100" cy="419048"/>
          </a:xfrm>
          <a:prstGeom prst="rect">
            <a:avLst/>
          </a:prstGeom>
          <a:noFill/>
          <a:ln>
            <a:noFill/>
          </a:ln>
        </p:spPr>
      </p:pic>
      <p:sp>
        <p:nvSpPr>
          <p:cNvPr id="1624" name="Google Shape;1624;g33da2fe0ca1_0_0"/>
          <p:cNvSpPr/>
          <p:nvPr/>
        </p:nvSpPr>
        <p:spPr>
          <a:xfrm>
            <a:off x="5514980" y="570706"/>
            <a:ext cx="975900" cy="8526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5" name="Google Shape;1625;g33da2fe0ca1_0_0"/>
          <p:cNvSpPr/>
          <p:nvPr/>
        </p:nvSpPr>
        <p:spPr>
          <a:xfrm>
            <a:off x="5172075" y="541725"/>
            <a:ext cx="1311300" cy="1043100"/>
          </a:xfrm>
          <a:prstGeom prst="rect">
            <a:avLst/>
          </a:prstGeom>
          <a:noFill/>
          <a:ln>
            <a:noFill/>
          </a:ln>
        </p:spPr>
        <p:txBody>
          <a:bodyPr anchorCtr="0" anchor="ctr" bIns="0" lIns="0" spcFirstLastPara="1" rIns="0" wrap="square" tIns="0">
            <a:noAutofit/>
          </a:bodyPr>
          <a:lstStyle/>
          <a:p>
            <a:pPr indent="0" lvl="0" marL="0" marR="0" rtl="0" algn="l">
              <a:lnSpc>
                <a:spcPct val="149141"/>
              </a:lnSpc>
              <a:spcBef>
                <a:spcPts val="0"/>
              </a:spcBef>
              <a:spcAft>
                <a:spcPts val="0"/>
              </a:spcAft>
              <a:buClr>
                <a:srgbClr val="2B2358"/>
              </a:buClr>
              <a:buSzPts val="4500"/>
              <a:buFont typeface="Arial"/>
              <a:buNone/>
            </a:pPr>
            <a:r>
              <a:rPr b="1" i="0" lang="en" sz="4500" u="none" cap="none" strike="noStrike">
                <a:solidFill>
                  <a:srgbClr val="2B2358"/>
                </a:solidFill>
                <a:latin typeface="Inter"/>
                <a:ea typeface="Inter"/>
                <a:cs typeface="Inter"/>
                <a:sym typeface="Inter"/>
              </a:rPr>
              <a:t>5-10</a:t>
            </a:r>
            <a:endParaRPr b="1" i="0" sz="4500" u="none" cap="none" strike="noStrike">
              <a:solidFill>
                <a:schemeClr val="dk1"/>
              </a:solidFill>
              <a:latin typeface="Inter"/>
              <a:ea typeface="Inter"/>
              <a:cs typeface="Inter"/>
              <a:sym typeface="Inter"/>
            </a:endParaRPr>
          </a:p>
        </p:txBody>
      </p:sp>
      <p:sp>
        <p:nvSpPr>
          <p:cNvPr id="1626" name="Google Shape;1626;g33da2fe0ca1_0_0"/>
          <p:cNvSpPr/>
          <p:nvPr/>
        </p:nvSpPr>
        <p:spPr>
          <a:xfrm>
            <a:off x="6633694" y="707612"/>
            <a:ext cx="2040300" cy="711300"/>
          </a:xfrm>
          <a:prstGeom prst="rect">
            <a:avLst/>
          </a:prstGeom>
          <a:noFill/>
          <a:ln>
            <a:noFill/>
          </a:ln>
        </p:spPr>
        <p:txBody>
          <a:bodyPr anchorCtr="0" anchor="ctr" bIns="0" lIns="0" spcFirstLastPara="1" rIns="0" wrap="square" tIns="0">
            <a:noAutofit/>
          </a:bodyPr>
          <a:lstStyle/>
          <a:p>
            <a:pPr indent="0" lvl="0" marL="0" marR="0" rtl="0" algn="l">
              <a:lnSpc>
                <a:spcPct val="115384"/>
              </a:lnSpc>
              <a:spcBef>
                <a:spcPts val="0"/>
              </a:spcBef>
              <a:spcAft>
                <a:spcPts val="0"/>
              </a:spcAft>
              <a:buClr>
                <a:srgbClr val="201515"/>
              </a:buClr>
              <a:buSzPts val="1900"/>
              <a:buFont typeface="Play"/>
              <a:buNone/>
            </a:pPr>
            <a:r>
              <a:rPr b="1" i="0" lang="en" sz="1200" u="none" cap="none" strike="noStrike">
                <a:solidFill>
                  <a:srgbClr val="201515"/>
                </a:solidFill>
                <a:latin typeface="Inter"/>
                <a:ea typeface="Inter"/>
                <a:cs typeface="Inter"/>
                <a:sym typeface="Inter"/>
              </a:rPr>
              <a:t>minutes saved per support ticket escalation</a:t>
            </a:r>
            <a:endParaRPr b="0" i="0" sz="1200" u="none" cap="none" strike="noStrike">
              <a:solidFill>
                <a:schemeClr val="dk1"/>
              </a:solidFill>
              <a:latin typeface="Inter"/>
              <a:ea typeface="Inter"/>
              <a:cs typeface="Inter"/>
              <a:sym typeface="Inter"/>
            </a:endParaRPr>
          </a:p>
        </p:txBody>
      </p:sp>
      <p:sp>
        <p:nvSpPr>
          <p:cNvPr id="1627" name="Google Shape;1627;g33da2fe0ca1_0_0"/>
          <p:cNvSpPr/>
          <p:nvPr/>
        </p:nvSpPr>
        <p:spPr>
          <a:xfrm>
            <a:off x="4876805" y="1879600"/>
            <a:ext cx="3962400" cy="1384200"/>
          </a:xfrm>
          <a:prstGeom prst="roundRect">
            <a:avLst>
              <a:gd fmla="val 3468"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8" name="Google Shape;1628;g33da2fe0ca1_0_0"/>
          <p:cNvSpPr/>
          <p:nvPr/>
        </p:nvSpPr>
        <p:spPr>
          <a:xfrm>
            <a:off x="5048255" y="2051050"/>
            <a:ext cx="1090500" cy="10413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9" name="Google Shape;1629;g33da2fe0ca1_0_0"/>
          <p:cNvSpPr/>
          <p:nvPr/>
        </p:nvSpPr>
        <p:spPr>
          <a:xfrm>
            <a:off x="5514980" y="2145506"/>
            <a:ext cx="576300" cy="8526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0" name="Google Shape;1630;g33da2fe0ca1_0_0"/>
          <p:cNvSpPr/>
          <p:nvPr/>
        </p:nvSpPr>
        <p:spPr>
          <a:xfrm>
            <a:off x="5133976" y="2050200"/>
            <a:ext cx="1798500" cy="1043100"/>
          </a:xfrm>
          <a:prstGeom prst="rect">
            <a:avLst/>
          </a:prstGeom>
          <a:noFill/>
          <a:ln>
            <a:noFill/>
          </a:ln>
        </p:spPr>
        <p:txBody>
          <a:bodyPr anchorCtr="0" anchor="ctr" bIns="0" lIns="0" spcFirstLastPara="1" rIns="0" wrap="square" tIns="0">
            <a:noAutofit/>
          </a:bodyPr>
          <a:lstStyle/>
          <a:p>
            <a:pPr indent="0" lvl="0" marL="0" marR="0" rtl="0" algn="l">
              <a:lnSpc>
                <a:spcPct val="149141"/>
              </a:lnSpc>
              <a:spcBef>
                <a:spcPts val="0"/>
              </a:spcBef>
              <a:spcAft>
                <a:spcPts val="0"/>
              </a:spcAft>
              <a:buClr>
                <a:srgbClr val="2B2358"/>
              </a:buClr>
              <a:buSzPts val="4500"/>
              <a:buFont typeface="Arial"/>
              <a:buNone/>
            </a:pPr>
            <a:r>
              <a:rPr b="1" i="0" lang="en" sz="4500" u="none" cap="none" strike="noStrike">
                <a:solidFill>
                  <a:srgbClr val="2B2358"/>
                </a:solidFill>
                <a:latin typeface="Inter"/>
                <a:ea typeface="Inter"/>
                <a:cs typeface="Inter"/>
                <a:sym typeface="Inter"/>
              </a:rPr>
              <a:t>850k</a:t>
            </a:r>
            <a:endParaRPr b="1" i="0" sz="4500" u="none" cap="none" strike="noStrike">
              <a:solidFill>
                <a:schemeClr val="dk1"/>
              </a:solidFill>
              <a:latin typeface="Inter"/>
              <a:ea typeface="Inter"/>
              <a:cs typeface="Inter"/>
              <a:sym typeface="Inter"/>
            </a:endParaRPr>
          </a:p>
        </p:txBody>
      </p:sp>
      <p:sp>
        <p:nvSpPr>
          <p:cNvPr id="1631" name="Google Shape;1631;g33da2fe0ca1_0_0"/>
          <p:cNvSpPr/>
          <p:nvPr/>
        </p:nvSpPr>
        <p:spPr>
          <a:xfrm>
            <a:off x="6767518" y="2216100"/>
            <a:ext cx="2439900" cy="711300"/>
          </a:xfrm>
          <a:prstGeom prst="rect">
            <a:avLst/>
          </a:prstGeom>
          <a:noFill/>
          <a:ln>
            <a:noFill/>
          </a:ln>
        </p:spPr>
        <p:txBody>
          <a:bodyPr anchorCtr="0" anchor="ctr" bIns="0" lIns="0" spcFirstLastPara="1" rIns="0" wrap="square" tIns="0">
            <a:noAutofit/>
          </a:bodyPr>
          <a:lstStyle/>
          <a:p>
            <a:pPr indent="0" lvl="0" marL="0" marR="0" rtl="0" algn="l">
              <a:lnSpc>
                <a:spcPct val="115384"/>
              </a:lnSpc>
              <a:spcBef>
                <a:spcPts val="0"/>
              </a:spcBef>
              <a:spcAft>
                <a:spcPts val="0"/>
              </a:spcAft>
              <a:buClr>
                <a:srgbClr val="201515"/>
              </a:buClr>
              <a:buSzPts val="1900"/>
              <a:buFont typeface="Play"/>
              <a:buNone/>
            </a:pPr>
            <a:r>
              <a:rPr b="1" i="0" lang="en" sz="1200" u="none" cap="none" strike="noStrike">
                <a:solidFill>
                  <a:srgbClr val="201515"/>
                </a:solidFill>
                <a:latin typeface="Inter"/>
                <a:ea typeface="Inter"/>
                <a:cs typeface="Inter"/>
                <a:sym typeface="Inter"/>
              </a:rPr>
              <a:t>tasks and growing </a:t>
            </a:r>
            <a:endParaRPr b="1" i="0" sz="1200" u="none" cap="none" strike="noStrike">
              <a:solidFill>
                <a:srgbClr val="201515"/>
              </a:solidFill>
              <a:latin typeface="Inter"/>
              <a:ea typeface="Inter"/>
              <a:cs typeface="Inter"/>
              <a:sym typeface="Inter"/>
            </a:endParaRPr>
          </a:p>
          <a:p>
            <a:pPr indent="0" lvl="0" marL="0" marR="0" rtl="0" algn="l">
              <a:lnSpc>
                <a:spcPct val="115384"/>
              </a:lnSpc>
              <a:spcBef>
                <a:spcPts val="0"/>
              </a:spcBef>
              <a:spcAft>
                <a:spcPts val="0"/>
              </a:spcAft>
              <a:buClr>
                <a:srgbClr val="201515"/>
              </a:buClr>
              <a:buSzPts val="1900"/>
              <a:buFont typeface="Play"/>
              <a:buNone/>
            </a:pPr>
            <a:r>
              <a:rPr b="1" i="0" lang="en" sz="1200" u="none" cap="none" strike="noStrike">
                <a:solidFill>
                  <a:srgbClr val="201515"/>
                </a:solidFill>
                <a:latin typeface="Inter"/>
                <a:ea typeface="Inter"/>
                <a:cs typeface="Inter"/>
                <a:sym typeface="Inter"/>
              </a:rPr>
              <a:t>automated in 12 months</a:t>
            </a:r>
            <a:endParaRPr b="0" i="0" sz="1200" u="none" cap="none" strike="noStrike">
              <a:solidFill>
                <a:schemeClr val="dk1"/>
              </a:solidFill>
              <a:latin typeface="Inter"/>
              <a:ea typeface="Inter"/>
              <a:cs typeface="Inter"/>
              <a:sym typeface="Inter"/>
            </a:endParaRPr>
          </a:p>
        </p:txBody>
      </p:sp>
      <p:sp>
        <p:nvSpPr>
          <p:cNvPr id="1632" name="Google Shape;1632;g33da2fe0ca1_0_0"/>
          <p:cNvSpPr/>
          <p:nvPr/>
        </p:nvSpPr>
        <p:spPr>
          <a:xfrm>
            <a:off x="4876805" y="3454400"/>
            <a:ext cx="3962400" cy="1384200"/>
          </a:xfrm>
          <a:prstGeom prst="roundRect">
            <a:avLst>
              <a:gd fmla="val 3468" name="adj"/>
            </a:avLst>
          </a:prstGeom>
          <a:solidFill>
            <a:srgbClr val="FFFDF9"/>
          </a:solidFill>
          <a:ln cap="flat" cmpd="sng" w="25400">
            <a:solidFill>
              <a:srgbClr val="201515"/>
            </a:solidFill>
            <a:prstDash val="solid"/>
            <a:round/>
            <a:headEnd len="sm" w="sm" type="none"/>
            <a:tailEnd len="sm" w="sm" type="none"/>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3" name="Google Shape;1633;g33da2fe0ca1_0_0"/>
          <p:cNvSpPr/>
          <p:nvPr/>
        </p:nvSpPr>
        <p:spPr>
          <a:xfrm>
            <a:off x="5048255" y="3746500"/>
            <a:ext cx="3619500" cy="8001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4" name="Google Shape;1634;g33da2fe0ca1_0_0"/>
          <p:cNvSpPr/>
          <p:nvPr/>
        </p:nvSpPr>
        <p:spPr>
          <a:xfrm>
            <a:off x="5048255" y="3746500"/>
            <a:ext cx="3619500" cy="8001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5" name="Google Shape;1635;g33da2fe0ca1_0_0"/>
          <p:cNvSpPr/>
          <p:nvPr/>
        </p:nvSpPr>
        <p:spPr>
          <a:xfrm>
            <a:off x="5048255" y="3825082"/>
            <a:ext cx="3619500" cy="6429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36" name="Google Shape;1636;g33da2fe0ca1_0_0"/>
          <p:cNvPicPr preferRelativeResize="0"/>
          <p:nvPr/>
        </p:nvPicPr>
        <p:blipFill rotWithShape="1">
          <a:blip r:embed="rId9">
            <a:alphaModFix/>
          </a:blip>
          <a:srcRect b="0" l="0" r="0" t="9"/>
          <a:stretch/>
        </p:blipFill>
        <p:spPr>
          <a:xfrm>
            <a:off x="5048255" y="3825082"/>
            <a:ext cx="619200" cy="618900"/>
          </a:xfrm>
          <a:prstGeom prst="ellipse">
            <a:avLst/>
          </a:prstGeom>
          <a:noFill/>
          <a:ln cap="flat" cmpd="sng" w="9525">
            <a:solidFill>
              <a:schemeClr val="dk1"/>
            </a:solidFill>
            <a:prstDash val="solid"/>
            <a:round/>
            <a:headEnd len="sm" w="sm" type="none"/>
            <a:tailEnd len="sm" w="sm" type="none"/>
          </a:ln>
        </p:spPr>
      </p:pic>
      <p:sp>
        <p:nvSpPr>
          <p:cNvPr id="1637" name="Google Shape;1637;g33da2fe0ca1_0_0"/>
          <p:cNvSpPr/>
          <p:nvPr/>
        </p:nvSpPr>
        <p:spPr>
          <a:xfrm>
            <a:off x="5781680" y="3825082"/>
            <a:ext cx="2886000" cy="6333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8" name="Google Shape;1638;g33da2fe0ca1_0_0"/>
          <p:cNvSpPr/>
          <p:nvPr/>
        </p:nvSpPr>
        <p:spPr>
          <a:xfrm>
            <a:off x="5781680" y="3672682"/>
            <a:ext cx="2914800" cy="471600"/>
          </a:xfrm>
          <a:prstGeom prst="rect">
            <a:avLst/>
          </a:prstGeom>
          <a:noFill/>
          <a:ln>
            <a:noFill/>
          </a:ln>
        </p:spPr>
        <p:txBody>
          <a:bodyPr anchorCtr="0" anchor="t" bIns="0" lIns="0" spcFirstLastPara="1" rIns="0" wrap="square" tIns="0">
            <a:noAutofit/>
          </a:bodyPr>
          <a:lstStyle/>
          <a:p>
            <a:pPr indent="0" lvl="0" marL="0" marR="0" rtl="0" algn="l">
              <a:lnSpc>
                <a:spcPct val="172222"/>
              </a:lnSpc>
              <a:spcBef>
                <a:spcPts val="0"/>
              </a:spcBef>
              <a:spcAft>
                <a:spcPts val="0"/>
              </a:spcAft>
              <a:buClr>
                <a:srgbClr val="2D2E2E"/>
              </a:buClr>
              <a:buSzPts val="700"/>
              <a:buFont typeface="Inter"/>
              <a:buNone/>
            </a:pPr>
            <a:r>
              <a:rPr b="1" i="0" lang="en" sz="700" u="none" cap="none" strike="noStrike">
                <a:solidFill>
                  <a:srgbClr val="2D2E2E"/>
                </a:solidFill>
                <a:latin typeface="Inter"/>
                <a:ea typeface="Inter"/>
                <a:cs typeface="Inter"/>
                <a:sym typeface="Inter"/>
              </a:rPr>
              <a:t>“The most important thing to my team is that we can do a lot of advanced things with Zapier and it’s very easy to accomplish. I can get someone who’s only been here for a few weeks to set up an automation in Zapier. I don’t need a highly technical team—I just need the right tools.”</a:t>
            </a:r>
            <a:endParaRPr b="0" i="0" sz="700" u="none" cap="none" strike="noStrike">
              <a:solidFill>
                <a:schemeClr val="dk1"/>
              </a:solidFill>
              <a:latin typeface="Inter"/>
              <a:ea typeface="Inter"/>
              <a:cs typeface="Inter"/>
              <a:sym typeface="Inter"/>
            </a:endParaRPr>
          </a:p>
        </p:txBody>
      </p:sp>
      <p:sp>
        <p:nvSpPr>
          <p:cNvPr id="1639" name="Google Shape;1639;g33da2fe0ca1_0_0"/>
          <p:cNvSpPr/>
          <p:nvPr/>
        </p:nvSpPr>
        <p:spPr>
          <a:xfrm>
            <a:off x="5781676" y="4591850"/>
            <a:ext cx="2637600" cy="1176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2D2E2E"/>
              </a:buClr>
              <a:buSzPts val="500"/>
              <a:buFont typeface="Inter"/>
              <a:buNone/>
            </a:pPr>
            <a:r>
              <a:rPr b="0" i="0" lang="en" sz="500" u="none" cap="none" strike="noStrike">
                <a:solidFill>
                  <a:srgbClr val="2D2E2E"/>
                </a:solidFill>
                <a:latin typeface="Inter"/>
                <a:ea typeface="Inter"/>
                <a:cs typeface="Inter"/>
                <a:sym typeface="Inter"/>
              </a:rPr>
              <a:t>— Korey Marciniak, Senior Manager of Customer Support Strategy and Operations</a:t>
            </a:r>
            <a:endParaRPr b="0" i="0" sz="500" u="none" cap="none" strike="noStrike">
              <a:solidFill>
                <a:schemeClr val="dk1"/>
              </a:solidFill>
              <a:latin typeface="Inter"/>
              <a:ea typeface="Inter"/>
              <a:cs typeface="Inter"/>
              <a:sym typeface="Inter"/>
            </a:endParaRPr>
          </a:p>
        </p:txBody>
      </p:sp>
      <p:sp>
        <p:nvSpPr>
          <p:cNvPr id="1640" name="Google Shape;1640;g33da2fe0ca1_0_0"/>
          <p:cNvSpPr/>
          <p:nvPr/>
        </p:nvSpPr>
        <p:spPr>
          <a:xfrm>
            <a:off x="238125" y="4829175"/>
            <a:ext cx="3433800" cy="228600"/>
          </a:xfrm>
          <a:prstGeom prst="rect">
            <a:avLst/>
          </a:prstGeom>
          <a:no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1" name="Google Shape;1641;g33da2fe0ca1_0_0"/>
          <p:cNvSpPr/>
          <p:nvPr/>
        </p:nvSpPr>
        <p:spPr>
          <a:xfrm>
            <a:off x="238125" y="4803775"/>
            <a:ext cx="3459300" cy="254100"/>
          </a:xfrm>
          <a:prstGeom prst="rect">
            <a:avLst/>
          </a:prstGeom>
          <a:noFill/>
          <a:ln>
            <a:noFill/>
          </a:ln>
        </p:spPr>
        <p:txBody>
          <a:bodyPr anchorCtr="0" anchor="b" bIns="0" lIns="0" spcFirstLastPara="1" rIns="0" wrap="square" tIns="0">
            <a:noAutofit/>
          </a:bodyPr>
          <a:lstStyle/>
          <a:p>
            <a:pPr indent="0" lvl="0" marL="0" marR="0" rtl="0" algn="l">
              <a:lnSpc>
                <a:spcPct val="150000"/>
              </a:lnSpc>
              <a:spcBef>
                <a:spcPts val="0"/>
              </a:spcBef>
              <a:spcAft>
                <a:spcPts val="0"/>
              </a:spcAft>
              <a:buClr>
                <a:srgbClr val="3D4592"/>
              </a:buClr>
              <a:buSzPts val="600"/>
              <a:buFont typeface="Inter"/>
              <a:buNone/>
            </a:pPr>
            <a:r>
              <a:rPr b="0" i="0" lang="en" sz="600" u="sng" cap="none" strike="noStrike">
                <a:solidFill>
                  <a:schemeClr val="hlink"/>
                </a:solidFill>
                <a:latin typeface="Inter"/>
                <a:ea typeface="Inter"/>
                <a:cs typeface="Inter"/>
                <a:sym typeface="Inter"/>
                <a:hlinkClick r:id="rId10"/>
              </a:rPr>
              <a:t>🔗 Read the full customer story →</a:t>
            </a:r>
            <a:endParaRPr b="0" i="0" sz="600" u="none" cap="none" strike="noStrike">
              <a:solidFill>
                <a:schemeClr val="dk1"/>
              </a:solidFill>
              <a:latin typeface="Inter"/>
              <a:ea typeface="Inter"/>
              <a:cs typeface="Inter"/>
              <a:sym typeface="Inter"/>
            </a:endParaRPr>
          </a:p>
        </p:txBody>
      </p:sp>
      <p:pic>
        <p:nvPicPr>
          <p:cNvPr id="1642" name="Google Shape;1642;g33da2fe0ca1_0_0"/>
          <p:cNvPicPr preferRelativeResize="0"/>
          <p:nvPr/>
        </p:nvPicPr>
        <p:blipFill rotWithShape="1">
          <a:blip r:embed="rId11">
            <a:alphaModFix/>
          </a:blip>
          <a:srcRect b="0" l="0" r="0" t="0"/>
          <a:stretch/>
        </p:blipFill>
        <p:spPr>
          <a:xfrm>
            <a:off x="1862150" y="499628"/>
            <a:ext cx="1366851" cy="450522"/>
          </a:xfrm>
          <a:prstGeom prst="rect">
            <a:avLst/>
          </a:prstGeom>
          <a:noFill/>
          <a:ln>
            <a:noFill/>
          </a:ln>
        </p:spPr>
      </p:pic>
      <p:pic>
        <p:nvPicPr>
          <p:cNvPr descr=" " id="1643" name="Google Shape;1643;g33da2fe0ca1_0_0"/>
          <p:cNvPicPr preferRelativeResize="0"/>
          <p:nvPr/>
        </p:nvPicPr>
        <p:blipFill rotWithShape="1">
          <a:blip r:embed="rId12">
            <a:alphaModFix/>
          </a:blip>
          <a:srcRect b="0" l="0" r="0" t="0"/>
          <a:stretch/>
        </p:blipFill>
        <p:spPr>
          <a:xfrm>
            <a:off x="738177" y="1585575"/>
            <a:ext cx="285750" cy="28571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47" name="Shape 1647"/>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51" name="Shape 1651"/>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55" name="Shape 1655"/>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59" name="Shape 1659"/>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63" name="Shape 1663"/>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67" name="Shape 1667"/>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71" name="Shape 1671"/>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75" name="Shape 1675"/>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79" name="Shape 1679"/>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83" name="Shape 1683"/>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87" name="Shape 1687"/>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91" name="Shape 1691"/>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95" name="Shape 1695"/>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99" name="Shape 1699"/>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03" name="Shape 1703"/>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07" name="Shape 1707"/>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11" name="Shape 1711"/>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15" name="Shape 1715"/>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19" name="Shape 1719"/>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23" name="Shape 1723"/>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27" name="Shape 1727"/>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31" name="Shape 1731"/>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35" name="Shape 1735"/>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39" name="Shape 1739"/>
        <p:cNvGrpSpPr/>
        <p:nvPr/>
      </p:nvGrpSpPr>
      <p:grpSpPr>
        <a:xfrm>
          <a:off x="0" y="0"/>
          <a:ext cx="0" cy="0"/>
          <a:chOff x="0" y="0"/>
          <a:chExt cx="0" cy="0"/>
        </a:xfrm>
      </p:grpSpPr>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43" name="Shape 1743"/>
        <p:cNvGrpSpPr/>
        <p:nvPr/>
      </p:nvGrpSpPr>
      <p:grpSpPr>
        <a:xfrm>
          <a:off x="0" y="0"/>
          <a:ext cx="0" cy="0"/>
          <a:chOff x="0" y="0"/>
          <a:chExt cx="0" cy="0"/>
        </a:xfrm>
      </p:grpSpPr>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47" name="Shape 1747"/>
        <p:cNvGrpSpPr/>
        <p:nvPr/>
      </p:nvGrpSpPr>
      <p:grpSpPr>
        <a:xfrm>
          <a:off x="0" y="0"/>
          <a:ext cx="0" cy="0"/>
          <a:chOff x="0" y="0"/>
          <a:chExt cx="0" cy="0"/>
        </a:xfrm>
      </p:grpSpPr>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51" name="Shape 175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asic Slides">
  <a:themeElements>
    <a:clrScheme name="Simple Light">
      <a:dk1>
        <a:srgbClr val="201515"/>
      </a:dk1>
      <a:lt1>
        <a:srgbClr val="FFFDF9"/>
      </a:lt1>
      <a:dk2>
        <a:srgbClr val="1F3121"/>
      </a:dk2>
      <a:lt2>
        <a:srgbClr val="FF4F00"/>
      </a:lt2>
      <a:accent1>
        <a:srgbClr val="CDE4E1"/>
      </a:accent1>
      <a:accent2>
        <a:srgbClr val="201515"/>
      </a:accent2>
      <a:accent3>
        <a:srgbClr val="FFF3E6"/>
      </a:accent3>
      <a:accent4>
        <a:srgbClr val="FFBF6E"/>
      </a:accent4>
      <a:accent5>
        <a:srgbClr val="C3B7FF"/>
      </a:accent5>
      <a:accent6>
        <a:srgbClr val="F6FFDB"/>
      </a:accent6>
      <a:hlink>
        <a:srgbClr val="C3B7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